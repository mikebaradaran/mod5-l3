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theme/theme2.xml" ContentType="application/vnd.openxmlformats-officedocument.theme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ppt/diagrams/data2.xml" ContentType="application/vnd.openxmlformats-officedocument.drawingml.diagramData+xml"/>
  <Override PartName="/ppt/diagrams/layout2.xml" ContentType="application/vnd.openxmlformats-officedocument.drawingml.diagramLayout+xml"/>
  <Override PartName="/ppt/diagrams/quickStyle2.xml" ContentType="application/vnd.openxmlformats-officedocument.drawingml.diagramStyle+xml"/>
  <Override PartName="/ppt/diagrams/colors2.xml" ContentType="application/vnd.openxmlformats-officedocument.drawingml.diagramColors+xml"/>
  <Override PartName="/ppt/diagrams/drawing2.xml" ContentType="application/vnd.ms-office.drawingml.diagramDrawing+xml"/>
  <Override PartName="/ppt/diagrams/data3.xml" ContentType="application/vnd.openxmlformats-officedocument.drawingml.diagramData+xml"/>
  <Override PartName="/ppt/diagrams/layout3.xml" ContentType="application/vnd.openxmlformats-officedocument.drawingml.diagramLayout+xml"/>
  <Override PartName="/ppt/diagrams/quickStyle3.xml" ContentType="application/vnd.openxmlformats-officedocument.drawingml.diagramStyle+xml"/>
  <Override PartName="/ppt/diagrams/colors3.xml" ContentType="application/vnd.openxmlformats-officedocument.drawingml.diagramColors+xml"/>
  <Override PartName="/ppt/diagrams/drawing3.xml" ContentType="application/vnd.ms-office.drawingml.diagramDrawing+xml"/>
  <Override PartName="/ppt/diagrams/data4.xml" ContentType="application/vnd.openxmlformats-officedocument.drawingml.diagramData+xml"/>
  <Override PartName="/ppt/diagrams/layout4.xml" ContentType="application/vnd.openxmlformats-officedocument.drawingml.diagramLayout+xml"/>
  <Override PartName="/ppt/diagrams/quickStyle4.xml" ContentType="application/vnd.openxmlformats-officedocument.drawingml.diagramStyle+xml"/>
  <Override PartName="/ppt/diagrams/colors4.xml" ContentType="application/vnd.openxmlformats-officedocument.drawingml.diagramColors+xml"/>
  <Override PartName="/ppt/diagrams/drawing4.xml" ContentType="application/vnd.ms-office.drawingml.diagramDrawing+xml"/>
  <Override PartName="/ppt/diagrams/data5.xml" ContentType="application/vnd.openxmlformats-officedocument.drawingml.diagramData+xml"/>
  <Override PartName="/ppt/diagrams/layout5.xml" ContentType="application/vnd.openxmlformats-officedocument.drawingml.diagramLayout+xml"/>
  <Override PartName="/ppt/diagrams/quickStyle5.xml" ContentType="application/vnd.openxmlformats-officedocument.drawingml.diagramStyle+xml"/>
  <Override PartName="/ppt/diagrams/colors5.xml" ContentType="application/vnd.openxmlformats-officedocument.drawingml.diagramColors+xml"/>
  <Override PartName="/ppt/diagrams/drawing5.xml" ContentType="application/vnd.ms-office.drawingml.diagramDrawing+xml"/>
  <Override PartName="/ppt/diagrams/data6.xml" ContentType="application/vnd.openxmlformats-officedocument.drawingml.diagramData+xml"/>
  <Override PartName="/ppt/diagrams/layout6.xml" ContentType="application/vnd.openxmlformats-officedocument.drawingml.diagramLayout+xml"/>
  <Override PartName="/ppt/diagrams/quickStyle6.xml" ContentType="application/vnd.openxmlformats-officedocument.drawingml.diagramStyle+xml"/>
  <Override PartName="/ppt/diagrams/colors6.xml" ContentType="application/vnd.openxmlformats-officedocument.drawingml.diagramColors+xml"/>
  <Override PartName="/ppt/diagrams/drawing6.xml" ContentType="application/vnd.ms-office.drawingml.diagramDrawing+xml"/>
  <Override PartName="/ppt/diagrams/data7.xml" ContentType="application/vnd.openxmlformats-officedocument.drawingml.diagramData+xml"/>
  <Override PartName="/ppt/diagrams/layout7.xml" ContentType="application/vnd.openxmlformats-officedocument.drawingml.diagramLayout+xml"/>
  <Override PartName="/ppt/diagrams/quickStyle7.xml" ContentType="application/vnd.openxmlformats-officedocument.drawingml.diagramStyle+xml"/>
  <Override PartName="/ppt/diagrams/colors7.xml" ContentType="application/vnd.openxmlformats-officedocument.drawingml.diagramColors+xml"/>
  <Override PartName="/ppt/diagrams/drawing7.xml" ContentType="application/vnd.ms-office.drawingml.diagramDrawing+xml"/>
  <Override PartName="/ppt/diagrams/data8.xml" ContentType="application/vnd.openxmlformats-officedocument.drawingml.diagramData+xml"/>
  <Override PartName="/ppt/diagrams/layout8.xml" ContentType="application/vnd.openxmlformats-officedocument.drawingml.diagramLayout+xml"/>
  <Override PartName="/ppt/diagrams/quickStyle8.xml" ContentType="application/vnd.openxmlformats-officedocument.drawingml.diagramStyle+xml"/>
  <Override PartName="/ppt/diagrams/colors8.xml" ContentType="application/vnd.openxmlformats-officedocument.drawingml.diagramColors+xml"/>
  <Override PartName="/ppt/diagrams/drawing8.xml" ContentType="application/vnd.ms-office.drawingml.diagramDrawing+xml"/>
  <Override PartName="/ppt/diagrams/data9.xml" ContentType="application/vnd.openxmlformats-officedocument.drawingml.diagramData+xml"/>
  <Override PartName="/ppt/diagrams/layout9.xml" ContentType="application/vnd.openxmlformats-officedocument.drawingml.diagramLayout+xml"/>
  <Override PartName="/ppt/diagrams/quickStyle9.xml" ContentType="application/vnd.openxmlformats-officedocument.drawingml.diagramStyle+xml"/>
  <Override PartName="/ppt/diagrams/colors9.xml" ContentType="application/vnd.openxmlformats-officedocument.drawingml.diagramColors+xml"/>
  <Override PartName="/ppt/diagrams/drawing9.xml" ContentType="application/vnd.ms-office.drawingml.diagramDrawing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16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7" r:id="rId12"/>
    <p:sldId id="266" r:id="rId13"/>
    <p:sldId id="786" r:id="rId14"/>
    <p:sldId id="268" r:id="rId15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5" autoAdjust="0"/>
    <p:restoredTop sz="94660"/>
  </p:normalViewPr>
  <p:slideViewPr>
    <p:cSldViewPr snapToGrid="0">
      <p:cViewPr varScale="1">
        <p:scale>
          <a:sx n="65" d="100"/>
          <a:sy n="65" d="100"/>
        </p:scale>
        <p:origin x="1358" y="27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notesMaster" Target="notesMasters/notesMaster1.xml"/><Relationship Id="rId20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diagrams/_rels/data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svg"/><Relationship Id="rId2" Type="http://schemas.openxmlformats.org/officeDocument/2006/relationships/image" Target="../media/image2.svg"/><Relationship Id="rId1" Type="http://schemas.openxmlformats.org/officeDocument/2006/relationships/image" Target="../media/image1.svg"/><Relationship Id="rId4" Type="http://schemas.openxmlformats.org/officeDocument/2006/relationships/image" Target="../media/image4.svg"/></Relationships>
</file>

<file path=ppt/diagrams/_rels/data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svg"/><Relationship Id="rId2" Type="http://schemas.openxmlformats.org/officeDocument/2006/relationships/image" Target="../media/image10.svg"/><Relationship Id="rId1" Type="http://schemas.openxmlformats.org/officeDocument/2006/relationships/image" Target="../media/image9.svg"/><Relationship Id="rId5" Type="http://schemas.openxmlformats.org/officeDocument/2006/relationships/image" Target="../media/image13.svg"/><Relationship Id="rId4" Type="http://schemas.openxmlformats.org/officeDocument/2006/relationships/image" Target="../media/image12.svg"/></Relationships>
</file>

<file path=ppt/diagrams/_rels/data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svg"/><Relationship Id="rId2" Type="http://schemas.openxmlformats.org/officeDocument/2006/relationships/image" Target="../media/image15.svg"/><Relationship Id="rId1" Type="http://schemas.openxmlformats.org/officeDocument/2006/relationships/image" Target="../media/image14.svg"/><Relationship Id="rId4" Type="http://schemas.openxmlformats.org/officeDocument/2006/relationships/image" Target="../media/image17.svg"/></Relationships>
</file>

<file path=ppt/diagrams/_rels/data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svg"/><Relationship Id="rId2" Type="http://schemas.openxmlformats.org/officeDocument/2006/relationships/image" Target="../media/image20.svg"/><Relationship Id="rId1" Type="http://schemas.openxmlformats.org/officeDocument/2006/relationships/image" Target="../media/image19.svg"/><Relationship Id="rId4" Type="http://schemas.openxmlformats.org/officeDocument/2006/relationships/image" Target="../media/image22.svg"/></Relationships>
</file>

<file path=ppt/diagrams/_rels/data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7.svg"/><Relationship Id="rId2" Type="http://schemas.openxmlformats.org/officeDocument/2006/relationships/image" Target="../media/image26.svg"/><Relationship Id="rId1" Type="http://schemas.openxmlformats.org/officeDocument/2006/relationships/image" Target="../media/image25.svg"/><Relationship Id="rId5" Type="http://schemas.openxmlformats.org/officeDocument/2006/relationships/image" Target="../media/image29.svg"/><Relationship Id="rId4" Type="http://schemas.openxmlformats.org/officeDocument/2006/relationships/image" Target="../media/image28.svg"/></Relationships>
</file>

<file path=ppt/diagrams/_rels/drawing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svg"/><Relationship Id="rId2" Type="http://schemas.openxmlformats.org/officeDocument/2006/relationships/image" Target="../media/image2.svg"/><Relationship Id="rId1" Type="http://schemas.openxmlformats.org/officeDocument/2006/relationships/image" Target="../media/image1.svg"/><Relationship Id="rId4" Type="http://schemas.openxmlformats.org/officeDocument/2006/relationships/image" Target="../media/image4.svg"/></Relationships>
</file>

<file path=ppt/diagrams/_rels/drawing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svg"/><Relationship Id="rId2" Type="http://schemas.openxmlformats.org/officeDocument/2006/relationships/image" Target="../media/image10.svg"/><Relationship Id="rId1" Type="http://schemas.openxmlformats.org/officeDocument/2006/relationships/image" Target="../media/image9.svg"/><Relationship Id="rId5" Type="http://schemas.openxmlformats.org/officeDocument/2006/relationships/image" Target="../media/image13.svg"/><Relationship Id="rId4" Type="http://schemas.openxmlformats.org/officeDocument/2006/relationships/image" Target="../media/image12.svg"/></Relationships>
</file>

<file path=ppt/diagrams/_rels/drawing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svg"/><Relationship Id="rId2" Type="http://schemas.openxmlformats.org/officeDocument/2006/relationships/image" Target="../media/image15.svg"/><Relationship Id="rId1" Type="http://schemas.openxmlformats.org/officeDocument/2006/relationships/image" Target="../media/image14.svg"/><Relationship Id="rId4" Type="http://schemas.openxmlformats.org/officeDocument/2006/relationships/image" Target="../media/image17.svg"/></Relationships>
</file>

<file path=ppt/diagrams/_rels/drawing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svg"/><Relationship Id="rId2" Type="http://schemas.openxmlformats.org/officeDocument/2006/relationships/image" Target="../media/image20.svg"/><Relationship Id="rId1" Type="http://schemas.openxmlformats.org/officeDocument/2006/relationships/image" Target="../media/image19.svg"/><Relationship Id="rId4" Type="http://schemas.openxmlformats.org/officeDocument/2006/relationships/image" Target="../media/image22.svg"/></Relationships>
</file>

<file path=ppt/diagrams/_rels/drawing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7.svg"/><Relationship Id="rId2" Type="http://schemas.openxmlformats.org/officeDocument/2006/relationships/image" Target="../media/image26.svg"/><Relationship Id="rId1" Type="http://schemas.openxmlformats.org/officeDocument/2006/relationships/image" Target="../media/image25.svg"/><Relationship Id="rId5" Type="http://schemas.openxmlformats.org/officeDocument/2006/relationships/image" Target="../media/image29.svg"/><Relationship Id="rId4" Type="http://schemas.openxmlformats.org/officeDocument/2006/relationships/image" Target="../media/image28.svg"/></Relationships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2.xml><?xml version="1.0" encoding="utf-8"?>
<dgm:colorsDef xmlns:dgm="http://schemas.openxmlformats.org/drawingml/2006/diagram" xmlns:a="http://schemas.openxmlformats.org/drawingml/2006/main" uniqueId="urn:microsoft.com/office/officeart/2018/5/colors/Iconchunking_neutralbg_colorful1">
  <dgm:title val=""/>
  <dgm:desc val=""/>
  <dgm:catLst>
    <dgm:cat type="colorful" pri="101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>
        <a:alpha val="0"/>
      </a:schemeClr>
    </dgm:linClrLst>
    <dgm:effectClrLst/>
    <dgm:txLinClrLst/>
    <dgm:txFillClrLst/>
    <dgm:txEffectClrLst/>
  </dgm:styleLbl>
  <dgm:styleLbl name="alig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/>
    <dgm:txEffectClrLst/>
  </dgm:styleLbl>
  <dgm:styleLbl name="l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2">
        <a:alpha val="50000"/>
      </a:schemeClr>
      <a:schemeClr val="accent3">
        <a:alpha val="50000"/>
      </a:schemeClr>
      <a:schemeClr val="accent4">
        <a:alpha val="50000"/>
      </a:schemeClr>
      <a:schemeClr val="accent5">
        <a:alpha val="50000"/>
      </a:schemeClr>
      <a:schemeClr val="accent6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2">
        <a:tint val="50000"/>
      </a:schemeClr>
      <a:schemeClr val="accent3">
        <a:tint val="50000"/>
      </a:schemeClr>
      <a:schemeClr val="accent4">
        <a:tint val="50000"/>
      </a:schemeClr>
      <a:schemeClr val="accent5">
        <a:tint val="50000"/>
      </a:schemeClr>
      <a:schemeClr val="accent6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/>
    <dgm:txEffectClrLst/>
  </dgm:styleLbl>
  <dgm:styleLbl name="f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2"/>
    </dgm:fillClrLst>
    <dgm:linClrLst meth="repeat">
      <a:schemeClr val="accent2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2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2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3">
        <a:tint val="90000"/>
      </a:schemeClr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4">
        <a:tint val="70000"/>
      </a:schemeClr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5">
        <a:tint val="5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2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3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bg1">
        <a:lumMod val="95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2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2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3.xml><?xml version="1.0" encoding="utf-8"?>
<dgm:colorsDef xmlns:dgm="http://schemas.openxmlformats.org/drawingml/2006/diagram" xmlns:a="http://schemas.openxmlformats.org/drawingml/2006/main" uniqueId="urn:microsoft.com/office/officeart/2018/5/colors/Iconchunking_neutralbg_colorful1">
  <dgm:title val=""/>
  <dgm:desc val=""/>
  <dgm:catLst>
    <dgm:cat type="colorful" pri="101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>
        <a:alpha val="0"/>
      </a:schemeClr>
    </dgm:linClrLst>
    <dgm:effectClrLst/>
    <dgm:txLinClrLst/>
    <dgm:txFillClrLst/>
    <dgm:txEffectClrLst/>
  </dgm:styleLbl>
  <dgm:styleLbl name="alig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/>
    <dgm:txEffectClrLst/>
  </dgm:styleLbl>
  <dgm:styleLbl name="l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2">
        <a:alpha val="50000"/>
      </a:schemeClr>
      <a:schemeClr val="accent3">
        <a:alpha val="50000"/>
      </a:schemeClr>
      <a:schemeClr val="accent4">
        <a:alpha val="50000"/>
      </a:schemeClr>
      <a:schemeClr val="accent5">
        <a:alpha val="50000"/>
      </a:schemeClr>
      <a:schemeClr val="accent6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2">
        <a:tint val="50000"/>
      </a:schemeClr>
      <a:schemeClr val="accent3">
        <a:tint val="50000"/>
      </a:schemeClr>
      <a:schemeClr val="accent4">
        <a:tint val="50000"/>
      </a:schemeClr>
      <a:schemeClr val="accent5">
        <a:tint val="50000"/>
      </a:schemeClr>
      <a:schemeClr val="accent6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/>
    <dgm:txEffectClrLst/>
  </dgm:styleLbl>
  <dgm:styleLbl name="f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2"/>
    </dgm:fillClrLst>
    <dgm:linClrLst meth="repeat">
      <a:schemeClr val="accent2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2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2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3">
        <a:tint val="90000"/>
      </a:schemeClr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4">
        <a:tint val="70000"/>
      </a:schemeClr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5">
        <a:tint val="5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2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3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bg1">
        <a:lumMod val="95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2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2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4.xml><?xml version="1.0" encoding="utf-8"?>
<dgm:colorsDef xmlns:dgm="http://schemas.openxmlformats.org/drawingml/2006/diagram" xmlns:a="http://schemas.openxmlformats.org/drawingml/2006/main" uniqueId="urn:microsoft.com/office/officeart/2005/8/colors/colorful3">
  <dgm:title val=""/>
  <dgm:desc val=""/>
  <dgm:catLst>
    <dgm:cat type="colorful" pri="10300"/>
  </dgm:catLst>
  <dgm:styleLbl name="node0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node1">
    <dgm:fillClrLst>
      <a:schemeClr val="accent3"/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>
      <a:schemeClr val="accent3"/>
      <a:schemeClr val="accent4"/>
    </dgm:fillClrLst>
    <dgm:linClrLst>
      <a:schemeClr val="accent3"/>
      <a:schemeClr val="accent4"/>
    </dgm:linClrLst>
    <dgm:effectClrLst/>
    <dgm:txLinClrLst/>
    <dgm:txFillClrLst/>
    <dgm:txEffectClrLst/>
  </dgm:styleLbl>
  <dgm:styleLbl name="lnNode1">
    <dgm:fillClrLst>
      <a:schemeClr val="accent3"/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>
      <a:schemeClr val="accent3">
        <a:alpha val="50000"/>
      </a:schemeClr>
      <a:schemeClr val="accent4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>
      <a:schemeClr val="accent3">
        <a:tint val="50000"/>
      </a:schemeClr>
      <a:schemeClr val="accent4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3">
        <a:tint val="50000"/>
      </a:schemeClr>
      <a:schemeClr val="accent4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3">
        <a:tint val="50000"/>
      </a:schemeClr>
      <a:schemeClr val="accent4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>
      <a:schemeClr val="accent3"/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fgSibTrans2D1">
    <dgm:fillClrLst>
      <a:schemeClr val="accent3"/>
      <a:schemeClr val="accent4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>
      <a:schemeClr val="accent3"/>
      <a:schemeClr val="accent4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/>
    <dgm:linClrLst>
      <a:schemeClr val="accent3"/>
      <a:schemeClr val="accent4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3"/>
    </dgm:fillClrLst>
    <dgm:linClrLst meth="repeat">
      <a:schemeClr val="accent3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3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1">
    <dgm:fillClrLst meth="repeat">
      <a:schemeClr val="accent4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2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3"/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2">
        <a:tint val="9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2">
        <a:tint val="70000"/>
      </a:schemeClr>
    </dgm:fillClrLst>
    <dgm:linClrLst meth="repeat">
      <a:schemeClr val="accent5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6">
        <a:tint val="50000"/>
      </a:schemeClr>
    </dgm:fillClrLst>
    <dgm:linClrLst meth="repeat">
      <a:schemeClr val="accent6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>
      <a:schemeClr val="accent3"/>
      <a:schemeClr val="accent4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>
      <a:schemeClr val="accent3"/>
      <a:schemeClr val="accent4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>
      <a:schemeClr val="accent3"/>
      <a:schemeClr val="accent4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>
      <a:schemeClr val="accent3"/>
      <a:schemeClr val="accent4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>
      <a:schemeClr val="accent3"/>
      <a:schemeClr val="accent4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>
      <a:schemeClr val="accent3"/>
      <a:schemeClr val="accent4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>
      <a:schemeClr val="accent3"/>
      <a:schemeClr val="accent4"/>
    </dgm:linClrLst>
    <dgm:effectClrLst/>
    <dgm:txLinClrLst/>
    <dgm:txFillClrLst meth="repeat">
      <a:schemeClr val="dk1"/>
    </dgm:txFillClrLst>
    <dgm:txEffectClrLst/>
  </dgm:styleLbl>
  <dgm:styleLbl name="fgAccFollowNode1">
    <dgm:fillClrLst>
      <a:schemeClr val="accent3">
        <a:tint val="40000"/>
        <a:alpha val="90000"/>
      </a:schemeClr>
      <a:schemeClr val="accent4">
        <a:tint val="40000"/>
        <a:alpha val="90000"/>
      </a:schemeClr>
    </dgm:fillClrLst>
    <dgm:linClrLst>
      <a:schemeClr val="accent3">
        <a:tint val="40000"/>
        <a:alpha val="90000"/>
      </a:schemeClr>
      <a:schemeClr val="accent4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>
      <a:schemeClr val="accent3">
        <a:tint val="40000"/>
        <a:alpha val="90000"/>
      </a:schemeClr>
      <a:schemeClr val="accent4">
        <a:tint val="40000"/>
        <a:alpha val="90000"/>
      </a:schemeClr>
    </dgm:fillClrLst>
    <dgm:linClrLst>
      <a:schemeClr val="accent3">
        <a:tint val="40000"/>
        <a:alpha val="90000"/>
      </a:schemeClr>
      <a:schemeClr val="accent4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>
      <a:schemeClr val="accent3">
        <a:tint val="40000"/>
        <a:alpha val="90000"/>
      </a:schemeClr>
      <a:schemeClr val="accent4">
        <a:tint val="40000"/>
        <a:alpha val="90000"/>
      </a:schemeClr>
    </dgm:fillClrLst>
    <dgm:linClrLst>
      <a:schemeClr val="accent3">
        <a:tint val="40000"/>
        <a:alpha val="90000"/>
      </a:schemeClr>
      <a:schemeClr val="accent4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2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5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6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3"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3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2">
        <a:tint val="50000"/>
        <a:alpha val="40000"/>
      </a:schemeClr>
    </dgm:fillClrLst>
    <dgm:linClrLst meth="repeat">
      <a:schemeClr val="accent3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3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5.xml><?xml version="1.0" encoding="utf-8"?>
<dgm:colorsDef xmlns:dgm="http://schemas.openxmlformats.org/drawingml/2006/diagram" xmlns:a="http://schemas.openxmlformats.org/drawingml/2006/main" uniqueId="urn:microsoft.com/office/officeart/2005/8/colors/colorful2">
  <dgm:title val=""/>
  <dgm:desc val=""/>
  <dgm:catLst>
    <dgm:cat type="colorful" pri="10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>
      <a:schemeClr val="accent2"/>
      <a:schemeClr val="accent3"/>
    </dgm:fillClrLst>
    <dgm:linClrLst>
      <a:schemeClr val="accent2"/>
      <a:schemeClr val="accent3"/>
    </dgm:linClrLst>
    <dgm:effectClrLst/>
    <dgm:txLinClrLst/>
    <dgm:txFillClrLst/>
    <dgm:txEffectClrLst/>
  </dgm:styleLbl>
  <dgm:styleLbl name="lnNode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>
      <a:schemeClr val="accent2">
        <a:alpha val="50000"/>
      </a:schemeClr>
      <a:schemeClr val="accent3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>
      <a:schemeClr val="accent2">
        <a:tint val="50000"/>
      </a:schemeClr>
      <a:schemeClr val="accent3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2">
        <a:tint val="50000"/>
      </a:schemeClr>
      <a:schemeClr val="accent3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2">
        <a:tint val="50000"/>
      </a:schemeClr>
      <a:schemeClr val="accent3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fg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/>
    <dgm:linClrLst>
      <a:schemeClr val="accent2"/>
      <a:schemeClr val="accent3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2"/>
    </dgm:fillClrLst>
    <dgm:linClrLst meth="repeat">
      <a:schemeClr val="accent2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2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1">
    <dgm:fillClrLst meth="repeat">
      <a:schemeClr val="accent3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2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2"/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2">
        <a:tint val="90000"/>
      </a:schemeClr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2">
        <a:tint val="7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2">
        <a:tint val="50000"/>
      </a:schemeClr>
    </dgm:fillClrLst>
    <dgm:linClrLst meth="repeat">
      <a:schemeClr val="accent5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fg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3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5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2"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2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2">
        <a:tint val="50000"/>
        <a:alpha val="4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2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6.xml><?xml version="1.0" encoding="utf-8"?>
<dgm:colorsDef xmlns:dgm="http://schemas.openxmlformats.org/drawingml/2006/diagram" xmlns:a="http://schemas.openxmlformats.org/drawingml/2006/main" uniqueId="urn:microsoft.com/office/officeart/2018/5/colors/Iconchunking_neutralbg_colorful1">
  <dgm:title val=""/>
  <dgm:desc val=""/>
  <dgm:catLst>
    <dgm:cat type="colorful" pri="101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>
        <a:alpha val="0"/>
      </a:schemeClr>
    </dgm:linClrLst>
    <dgm:effectClrLst/>
    <dgm:txLinClrLst/>
    <dgm:txFillClrLst/>
    <dgm:txEffectClrLst/>
  </dgm:styleLbl>
  <dgm:styleLbl name="alig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/>
    <dgm:txEffectClrLst/>
  </dgm:styleLbl>
  <dgm:styleLbl name="l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2">
        <a:alpha val="50000"/>
      </a:schemeClr>
      <a:schemeClr val="accent3">
        <a:alpha val="50000"/>
      </a:schemeClr>
      <a:schemeClr val="accent4">
        <a:alpha val="50000"/>
      </a:schemeClr>
      <a:schemeClr val="accent5">
        <a:alpha val="50000"/>
      </a:schemeClr>
      <a:schemeClr val="accent6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2">
        <a:tint val="50000"/>
      </a:schemeClr>
      <a:schemeClr val="accent3">
        <a:tint val="50000"/>
      </a:schemeClr>
      <a:schemeClr val="accent4">
        <a:tint val="50000"/>
      </a:schemeClr>
      <a:schemeClr val="accent5">
        <a:tint val="50000"/>
      </a:schemeClr>
      <a:schemeClr val="accent6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/>
    <dgm:txEffectClrLst/>
  </dgm:styleLbl>
  <dgm:styleLbl name="f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2"/>
    </dgm:fillClrLst>
    <dgm:linClrLst meth="repeat">
      <a:schemeClr val="accent2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2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2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3">
        <a:tint val="90000"/>
      </a:schemeClr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4">
        <a:tint val="70000"/>
      </a:schemeClr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5">
        <a:tint val="5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2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3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bg1">
        <a:lumMod val="95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2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2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7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8.xml><?xml version="1.0" encoding="utf-8"?>
<dgm:colorsDef xmlns:dgm="http://schemas.openxmlformats.org/drawingml/2006/diagram" xmlns:a="http://schemas.openxmlformats.org/drawingml/2006/main" uniqueId="urn:microsoft.com/office/officeart/2005/8/colors/colorful2">
  <dgm:title val=""/>
  <dgm:desc val=""/>
  <dgm:catLst>
    <dgm:cat type="colorful" pri="10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>
      <a:schemeClr val="accent2"/>
      <a:schemeClr val="accent3"/>
    </dgm:fillClrLst>
    <dgm:linClrLst>
      <a:schemeClr val="accent2"/>
      <a:schemeClr val="accent3"/>
    </dgm:linClrLst>
    <dgm:effectClrLst/>
    <dgm:txLinClrLst/>
    <dgm:txFillClrLst/>
    <dgm:txEffectClrLst/>
  </dgm:styleLbl>
  <dgm:styleLbl name="lnNode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>
      <a:schemeClr val="accent2">
        <a:alpha val="50000"/>
      </a:schemeClr>
      <a:schemeClr val="accent3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>
      <a:schemeClr val="accent2">
        <a:tint val="50000"/>
      </a:schemeClr>
      <a:schemeClr val="accent3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2">
        <a:tint val="50000"/>
      </a:schemeClr>
      <a:schemeClr val="accent3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2">
        <a:tint val="50000"/>
      </a:schemeClr>
      <a:schemeClr val="accent3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fg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/>
    <dgm:linClrLst>
      <a:schemeClr val="accent2"/>
      <a:schemeClr val="accent3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2"/>
    </dgm:fillClrLst>
    <dgm:linClrLst meth="repeat">
      <a:schemeClr val="accent2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2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1">
    <dgm:fillClrLst meth="repeat">
      <a:schemeClr val="accent3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2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2"/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2">
        <a:tint val="90000"/>
      </a:schemeClr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2">
        <a:tint val="7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2">
        <a:tint val="50000"/>
      </a:schemeClr>
    </dgm:fillClrLst>
    <dgm:linClrLst meth="repeat">
      <a:schemeClr val="accent5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fg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3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5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2"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2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2">
        <a:tint val="50000"/>
        <a:alpha val="4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2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9.xml><?xml version="1.0" encoding="utf-8"?>
<dgm:colorsDef xmlns:dgm="http://schemas.openxmlformats.org/drawingml/2006/diagram" xmlns:a="http://schemas.openxmlformats.org/drawingml/2006/main" uniqueId="urn:microsoft.com/office/officeart/2018/5/colors/Iconchunking_neutralbg_colorful5">
  <dgm:title val=""/>
  <dgm:desc val=""/>
  <dgm:catLst>
    <dgm:cat type="colorful" pri="10500"/>
  </dgm:catLst>
  <dgm:styleLbl name="node0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node1">
    <dgm:fillClrLst>
      <a:schemeClr val="accent5"/>
      <a:schemeClr val="accent6"/>
    </dgm:fillClrLst>
    <dgm:linClrLst meth="repeat">
      <a:schemeClr val="lt1">
        <a:alpha val="0"/>
      </a:schemeClr>
    </dgm:linClrLst>
    <dgm:effectClrLst/>
    <dgm:txLinClrLst/>
    <dgm:txFillClrLst/>
    <dgm:txEffectClrLst/>
  </dgm:styleLbl>
  <dgm:styleLbl name="alignNode1">
    <dgm:fillClrLst>
      <a:schemeClr val="accent5"/>
      <a:schemeClr val="accent6"/>
    </dgm:fillClrLst>
    <dgm:linClrLst>
      <a:schemeClr val="accent5"/>
      <a:schemeClr val="accent6"/>
    </dgm:linClrLst>
    <dgm:effectClrLst/>
    <dgm:txLinClrLst/>
    <dgm:txFillClrLst/>
    <dgm:txEffectClrLst/>
  </dgm:styleLbl>
  <dgm:styleLbl name="lnNode1">
    <dgm:fillClrLst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>
      <a:schemeClr val="accent5">
        <a:alpha val="50000"/>
      </a:schemeClr>
      <a:schemeClr val="accent6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>
      <a:schemeClr val="accent5">
        <a:tint val="50000"/>
      </a:schemeClr>
      <a:schemeClr val="accent6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5">
        <a:tint val="50000"/>
      </a:schemeClr>
      <a:schemeClr val="accent6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5">
        <a:tint val="50000"/>
      </a:schemeClr>
      <a:schemeClr val="accent6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fgSibTrans2D1">
    <dgm:fillClrLst>
      <a:schemeClr val="accent5"/>
      <a:schemeClr val="accent6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>
      <a:schemeClr val="accent5"/>
      <a:schemeClr val="accent6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/>
    <dgm:linClrLst>
      <a:schemeClr val="accent5"/>
      <a:schemeClr val="accent6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5"/>
    </dgm:fillClrLst>
    <dgm:linClrLst meth="repeat">
      <a:schemeClr val="accent5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5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1">
    <dgm:fillClrLst meth="repeat">
      <a:schemeClr val="accent6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2">
    <dgm:fillClrLst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1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5"/>
    </dgm:fillClrLst>
    <dgm:linClrLst meth="repeat">
      <a:schemeClr val="accent5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6">
        <a:tint val="90000"/>
      </a:schemeClr>
    </dgm:fillClrLst>
    <dgm:linClrLst meth="repeat">
      <a:schemeClr val="accent6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6">
        <a:tint val="70000"/>
      </a:schemeClr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6">
        <a:tint val="50000"/>
      </a:schemeClr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5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fgAccFollowNode1">
    <dgm:fillClrLst>
      <a:schemeClr val="accent5">
        <a:tint val="40000"/>
        <a:alpha val="90000"/>
      </a:schemeClr>
      <a:schemeClr val="accent6">
        <a:tint val="40000"/>
        <a:alpha val="90000"/>
      </a:schemeClr>
    </dgm:fillClrLst>
    <dgm:linClrLst>
      <a:schemeClr val="accent5">
        <a:tint val="40000"/>
        <a:alpha val="90000"/>
      </a:schemeClr>
      <a:schemeClr val="accent5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>
      <a:schemeClr val="accent5">
        <a:tint val="40000"/>
        <a:alpha val="90000"/>
      </a:schemeClr>
      <a:schemeClr val="accent6">
        <a:tint val="40000"/>
        <a:alpha val="90000"/>
      </a:schemeClr>
    </dgm:fillClrLst>
    <dgm:linClrLst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>
      <a:schemeClr val="accent5">
        <a:tint val="40000"/>
        <a:alpha val="90000"/>
      </a:schemeClr>
      <a:schemeClr val="accent6">
        <a:tint val="40000"/>
        <a:alpha val="90000"/>
      </a:schemeClr>
    </dgm:fillClrLst>
    <dgm:linClrLst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6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2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bg1">
        <a:lumMod val="95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5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5">
        <a:tint val="50000"/>
        <a:alpha val="40000"/>
      </a:schemeClr>
    </dgm:fillClrLst>
    <dgm:linClrLst meth="repeat">
      <a:schemeClr val="accent5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5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7E2C975A-1DEE-4A3F-A983-A6AEA683116B}" type="doc">
      <dgm:prSet loTypeId="urn:microsoft.com/office/officeart/2018/2/layout/IconCircleList" loCatId="icon" qsTypeId="urn:microsoft.com/office/officeart/2005/8/quickstyle/simple1" qsCatId="simple" csTypeId="urn:microsoft.com/office/officeart/2005/8/colors/accent1_2" csCatId="accent1" phldr="1"/>
      <dgm:spPr/>
      <dgm:t>
        <a:bodyPr/>
        <a:lstStyle/>
        <a:p>
          <a:endParaRPr lang="en-US"/>
        </a:p>
      </dgm:t>
    </dgm:pt>
    <dgm:pt modelId="{DC9D22FC-8BE3-4C3C-8ABB-A2DDF349C3BE}">
      <dgm:prSet/>
      <dgm:spPr/>
      <dgm:t>
        <a:bodyPr/>
        <a:lstStyle/>
        <a:p>
          <a:pPr>
            <a:lnSpc>
              <a:spcPct val="100000"/>
            </a:lnSpc>
          </a:pPr>
          <a:r>
            <a:rPr lang="en-GB"/>
            <a:t>Renting computing power over the internet instead of owning hardware</a:t>
          </a:r>
          <a:endParaRPr lang="en-US"/>
        </a:p>
      </dgm:t>
    </dgm:pt>
    <dgm:pt modelId="{2774FCC8-6C5B-4892-9B95-96BDCBFDE531}" type="parTrans" cxnId="{12556F5C-9E0A-4B4D-8888-3C9D7D009D9E}">
      <dgm:prSet/>
      <dgm:spPr/>
      <dgm:t>
        <a:bodyPr/>
        <a:lstStyle/>
        <a:p>
          <a:endParaRPr lang="en-US"/>
        </a:p>
      </dgm:t>
    </dgm:pt>
    <dgm:pt modelId="{1FD89BF3-C000-40EC-B4B0-8D1DBE051990}" type="sibTrans" cxnId="{12556F5C-9E0A-4B4D-8888-3C9D7D009D9E}">
      <dgm:prSet/>
      <dgm:spPr/>
      <dgm:t>
        <a:bodyPr/>
        <a:lstStyle/>
        <a:p>
          <a:pPr>
            <a:lnSpc>
              <a:spcPct val="100000"/>
            </a:lnSpc>
          </a:pPr>
          <a:endParaRPr lang="en-US"/>
        </a:p>
      </dgm:t>
    </dgm:pt>
    <dgm:pt modelId="{8C029CFA-CAA2-433E-A7AA-944C3DA96E4B}">
      <dgm:prSet/>
      <dgm:spPr/>
      <dgm:t>
        <a:bodyPr/>
        <a:lstStyle/>
        <a:p>
          <a:pPr>
            <a:lnSpc>
              <a:spcPct val="100000"/>
            </a:lnSpc>
          </a:pPr>
          <a:r>
            <a:rPr lang="en-GB"/>
            <a:t>No need to buy or maintain servers</a:t>
          </a:r>
          <a:endParaRPr lang="en-US"/>
        </a:p>
      </dgm:t>
    </dgm:pt>
    <dgm:pt modelId="{9D1C26AB-0A0C-4497-8639-6F209282B4FA}" type="parTrans" cxnId="{37DFE287-9F21-4CC7-AC63-BA96414FB12B}">
      <dgm:prSet/>
      <dgm:spPr/>
      <dgm:t>
        <a:bodyPr/>
        <a:lstStyle/>
        <a:p>
          <a:endParaRPr lang="en-US"/>
        </a:p>
      </dgm:t>
    </dgm:pt>
    <dgm:pt modelId="{1055340D-4B91-4ABD-B7E1-86E0DDE62A6B}" type="sibTrans" cxnId="{37DFE287-9F21-4CC7-AC63-BA96414FB12B}">
      <dgm:prSet/>
      <dgm:spPr/>
      <dgm:t>
        <a:bodyPr/>
        <a:lstStyle/>
        <a:p>
          <a:pPr>
            <a:lnSpc>
              <a:spcPct val="100000"/>
            </a:lnSpc>
          </a:pPr>
          <a:endParaRPr lang="en-US"/>
        </a:p>
      </dgm:t>
    </dgm:pt>
    <dgm:pt modelId="{9BC2B03C-DE31-4AAF-87D1-B1823C0E0F05}">
      <dgm:prSet/>
      <dgm:spPr/>
      <dgm:t>
        <a:bodyPr/>
        <a:lstStyle/>
        <a:p>
          <a:pPr>
            <a:lnSpc>
              <a:spcPct val="100000"/>
            </a:lnSpc>
          </a:pPr>
          <a:r>
            <a:rPr lang="en-GB"/>
            <a:t>You only pay for what you use</a:t>
          </a:r>
          <a:endParaRPr lang="en-US"/>
        </a:p>
      </dgm:t>
    </dgm:pt>
    <dgm:pt modelId="{DB99756C-ECBE-4D25-A4F9-D4516B63F50F}" type="parTrans" cxnId="{7B1C8200-687B-4D41-86B5-3C216E245AC4}">
      <dgm:prSet/>
      <dgm:spPr/>
      <dgm:t>
        <a:bodyPr/>
        <a:lstStyle/>
        <a:p>
          <a:endParaRPr lang="en-US"/>
        </a:p>
      </dgm:t>
    </dgm:pt>
    <dgm:pt modelId="{CB87318B-51A8-4A22-9F74-00DD87CA04C5}" type="sibTrans" cxnId="{7B1C8200-687B-4D41-86B5-3C216E245AC4}">
      <dgm:prSet/>
      <dgm:spPr/>
      <dgm:t>
        <a:bodyPr/>
        <a:lstStyle/>
        <a:p>
          <a:pPr>
            <a:lnSpc>
              <a:spcPct val="100000"/>
            </a:lnSpc>
          </a:pPr>
          <a:endParaRPr lang="en-US"/>
        </a:p>
      </dgm:t>
    </dgm:pt>
    <dgm:pt modelId="{91C6B71D-20AB-4AE9-AED3-FAFC63A14858}">
      <dgm:prSet/>
      <dgm:spPr/>
      <dgm:t>
        <a:bodyPr/>
        <a:lstStyle/>
        <a:p>
          <a:pPr>
            <a:lnSpc>
              <a:spcPct val="100000"/>
            </a:lnSpc>
          </a:pPr>
          <a:r>
            <a:rPr lang="en-GB"/>
            <a:t>Easy to scale up when busy and scale down when quiet</a:t>
          </a:r>
          <a:endParaRPr lang="en-US"/>
        </a:p>
      </dgm:t>
    </dgm:pt>
    <dgm:pt modelId="{FFFDB158-490A-4BC1-90A4-84C44D6A7128}" type="parTrans" cxnId="{16D58C85-4A99-413E-9137-9699BDEA7B38}">
      <dgm:prSet/>
      <dgm:spPr/>
      <dgm:t>
        <a:bodyPr/>
        <a:lstStyle/>
        <a:p>
          <a:endParaRPr lang="en-US"/>
        </a:p>
      </dgm:t>
    </dgm:pt>
    <dgm:pt modelId="{A80BFF26-66C1-419A-930A-E68EBA75B0C0}" type="sibTrans" cxnId="{16D58C85-4A99-413E-9137-9699BDEA7B38}">
      <dgm:prSet/>
      <dgm:spPr/>
      <dgm:t>
        <a:bodyPr/>
        <a:lstStyle/>
        <a:p>
          <a:endParaRPr lang="en-US"/>
        </a:p>
      </dgm:t>
    </dgm:pt>
    <dgm:pt modelId="{8F9B3A5B-CCE3-4CA5-B5DB-D4B9C3B3D33E}" type="pres">
      <dgm:prSet presAssocID="{7E2C975A-1DEE-4A3F-A983-A6AEA683116B}" presName="root" presStyleCnt="0">
        <dgm:presLayoutVars>
          <dgm:dir/>
          <dgm:resizeHandles val="exact"/>
        </dgm:presLayoutVars>
      </dgm:prSet>
      <dgm:spPr/>
    </dgm:pt>
    <dgm:pt modelId="{49E144D4-4637-4894-B7FC-0FFA065FEE32}" type="pres">
      <dgm:prSet presAssocID="{7E2C975A-1DEE-4A3F-A983-A6AEA683116B}" presName="container" presStyleCnt="0">
        <dgm:presLayoutVars>
          <dgm:dir/>
          <dgm:resizeHandles val="exact"/>
        </dgm:presLayoutVars>
      </dgm:prSet>
      <dgm:spPr/>
    </dgm:pt>
    <dgm:pt modelId="{0C883A82-F31B-4117-828F-F742200EB21D}" type="pres">
      <dgm:prSet presAssocID="{DC9D22FC-8BE3-4C3C-8ABB-A2DDF349C3BE}" presName="compNode" presStyleCnt="0"/>
      <dgm:spPr/>
    </dgm:pt>
    <dgm:pt modelId="{6D9DFFFF-E232-4FE3-BBF5-8410F9CD30A6}" type="pres">
      <dgm:prSet presAssocID="{DC9D22FC-8BE3-4C3C-8ABB-A2DDF349C3BE}" presName="iconBgRect" presStyleLbl="bgShp" presStyleIdx="0" presStyleCnt="4"/>
      <dgm:spPr/>
    </dgm:pt>
    <dgm:pt modelId="{71EB2E71-81FF-42B3-AB15-992C82395A62}" type="pres">
      <dgm:prSet presAssocID="{DC9D22FC-8BE3-4C3C-8ABB-A2DDF349C3BE}" presName="iconRect" presStyleLbl="node1" presStyleIdx="0" presStyleCnt="4"/>
      <dgm:spPr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"/>
              </a:ext>
            </a:extLst>
          </a:blip>
          <a:stretch>
            <a:fillRect/>
          </a:stretch>
        </a:blipFill>
      </dgm:spPr>
      <dgm:extLst>
        <a:ext uri="{E40237B7-FDA0-4F09-8148-C483321AD2D9}">
          <dgm14:cNvPr xmlns:dgm14="http://schemas.microsoft.com/office/drawing/2010/diagram" id="0" name="" descr="Computer"/>
        </a:ext>
      </dgm:extLst>
    </dgm:pt>
    <dgm:pt modelId="{DD9D13BE-0F29-4009-A86E-CEE1F2BF183F}" type="pres">
      <dgm:prSet presAssocID="{DC9D22FC-8BE3-4C3C-8ABB-A2DDF349C3BE}" presName="spaceRect" presStyleCnt="0"/>
      <dgm:spPr/>
    </dgm:pt>
    <dgm:pt modelId="{D12E45B0-A467-4312-B7EE-04C919107E74}" type="pres">
      <dgm:prSet presAssocID="{DC9D22FC-8BE3-4C3C-8ABB-A2DDF349C3BE}" presName="textRect" presStyleLbl="revTx" presStyleIdx="0" presStyleCnt="4">
        <dgm:presLayoutVars>
          <dgm:chMax val="1"/>
          <dgm:chPref val="1"/>
        </dgm:presLayoutVars>
      </dgm:prSet>
      <dgm:spPr/>
    </dgm:pt>
    <dgm:pt modelId="{3E28E2F8-1EE6-4B32-8068-56990BD81041}" type="pres">
      <dgm:prSet presAssocID="{1FD89BF3-C000-40EC-B4B0-8D1DBE051990}" presName="sibTrans" presStyleLbl="sibTrans2D1" presStyleIdx="0" presStyleCnt="0"/>
      <dgm:spPr/>
    </dgm:pt>
    <dgm:pt modelId="{34C984FE-516C-4255-89CE-B114B7DFE332}" type="pres">
      <dgm:prSet presAssocID="{8C029CFA-CAA2-433E-A7AA-944C3DA96E4B}" presName="compNode" presStyleCnt="0"/>
      <dgm:spPr/>
    </dgm:pt>
    <dgm:pt modelId="{0279A2FA-95C5-4D55-9811-4151238C82EF}" type="pres">
      <dgm:prSet presAssocID="{8C029CFA-CAA2-433E-A7AA-944C3DA96E4B}" presName="iconBgRect" presStyleLbl="bgShp" presStyleIdx="1" presStyleCnt="4"/>
      <dgm:spPr/>
    </dgm:pt>
    <dgm:pt modelId="{5092009D-ADB3-4CE4-8EDA-B33617DAAC43}" type="pres">
      <dgm:prSet presAssocID="{8C029CFA-CAA2-433E-A7AA-944C3DA96E4B}" presName="iconRect" presStyleLbl="node1" presStyleIdx="1" presStyleCnt="4"/>
      <dgm:spPr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</dgm:spPr>
      <dgm:extLst>
        <a:ext uri="{E40237B7-FDA0-4F09-8148-C483321AD2D9}">
          <dgm14:cNvPr xmlns:dgm14="http://schemas.microsoft.com/office/drawing/2010/diagram" id="0" name="" descr="Laptop"/>
        </a:ext>
      </dgm:extLst>
    </dgm:pt>
    <dgm:pt modelId="{CF6C5A7B-6CB2-4105-8B55-74D85FB0ABB6}" type="pres">
      <dgm:prSet presAssocID="{8C029CFA-CAA2-433E-A7AA-944C3DA96E4B}" presName="spaceRect" presStyleCnt="0"/>
      <dgm:spPr/>
    </dgm:pt>
    <dgm:pt modelId="{CD478B10-9AA6-4569-8623-222E7FA28CEC}" type="pres">
      <dgm:prSet presAssocID="{8C029CFA-CAA2-433E-A7AA-944C3DA96E4B}" presName="textRect" presStyleLbl="revTx" presStyleIdx="1" presStyleCnt="4">
        <dgm:presLayoutVars>
          <dgm:chMax val="1"/>
          <dgm:chPref val="1"/>
        </dgm:presLayoutVars>
      </dgm:prSet>
      <dgm:spPr/>
    </dgm:pt>
    <dgm:pt modelId="{A296BCB1-FE8A-4152-A682-E79F5630ED6B}" type="pres">
      <dgm:prSet presAssocID="{1055340D-4B91-4ABD-B7E1-86E0DDE62A6B}" presName="sibTrans" presStyleLbl="sibTrans2D1" presStyleIdx="0" presStyleCnt="0"/>
      <dgm:spPr/>
    </dgm:pt>
    <dgm:pt modelId="{0E433987-4DA5-494F-A54A-E520B24B12A3}" type="pres">
      <dgm:prSet presAssocID="{9BC2B03C-DE31-4AAF-87D1-B1823C0E0F05}" presName="compNode" presStyleCnt="0"/>
      <dgm:spPr/>
    </dgm:pt>
    <dgm:pt modelId="{5A9E3519-9586-4DE1-863C-3F589CE6ED5A}" type="pres">
      <dgm:prSet presAssocID="{9BC2B03C-DE31-4AAF-87D1-B1823C0E0F05}" presName="iconBgRect" presStyleLbl="bgShp" presStyleIdx="2" presStyleCnt="4"/>
      <dgm:spPr/>
    </dgm:pt>
    <dgm:pt modelId="{38CFFDD7-7678-4B0B-BE6C-60B3CBC6956E}" type="pres">
      <dgm:prSet presAssocID="{9BC2B03C-DE31-4AAF-87D1-B1823C0E0F05}" presName="iconRect" presStyleLbl="node1" presStyleIdx="2" presStyleCnt="4"/>
      <dgm:spPr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a:blipFill>
      </dgm:spPr>
      <dgm:extLst>
        <a:ext uri="{E40237B7-FDA0-4F09-8148-C483321AD2D9}">
          <dgm14:cNvPr xmlns:dgm14="http://schemas.microsoft.com/office/drawing/2010/diagram" id="0" name="" descr="Money"/>
        </a:ext>
      </dgm:extLst>
    </dgm:pt>
    <dgm:pt modelId="{0D51F2B1-E66E-4B4C-BEEA-24B426D6DD53}" type="pres">
      <dgm:prSet presAssocID="{9BC2B03C-DE31-4AAF-87D1-B1823C0E0F05}" presName="spaceRect" presStyleCnt="0"/>
      <dgm:spPr/>
    </dgm:pt>
    <dgm:pt modelId="{6E9DDA8D-23CF-41F1-99E8-0AA853B12A64}" type="pres">
      <dgm:prSet presAssocID="{9BC2B03C-DE31-4AAF-87D1-B1823C0E0F05}" presName="textRect" presStyleLbl="revTx" presStyleIdx="2" presStyleCnt="4">
        <dgm:presLayoutVars>
          <dgm:chMax val="1"/>
          <dgm:chPref val="1"/>
        </dgm:presLayoutVars>
      </dgm:prSet>
      <dgm:spPr/>
    </dgm:pt>
    <dgm:pt modelId="{B7B7316D-AC7C-4DCA-B186-EFAA9809438F}" type="pres">
      <dgm:prSet presAssocID="{CB87318B-51A8-4A22-9F74-00DD87CA04C5}" presName="sibTrans" presStyleLbl="sibTrans2D1" presStyleIdx="0" presStyleCnt="0"/>
      <dgm:spPr/>
    </dgm:pt>
    <dgm:pt modelId="{307DB423-67FB-42E3-8942-9B791EB1299F}" type="pres">
      <dgm:prSet presAssocID="{91C6B71D-20AB-4AE9-AED3-FAFC63A14858}" presName="compNode" presStyleCnt="0"/>
      <dgm:spPr/>
    </dgm:pt>
    <dgm:pt modelId="{7B9287E6-7731-46C8-A287-51CC948A8AA5}" type="pres">
      <dgm:prSet presAssocID="{91C6B71D-20AB-4AE9-AED3-FAFC63A14858}" presName="iconBgRect" presStyleLbl="bgShp" presStyleIdx="3" presStyleCnt="4"/>
      <dgm:spPr/>
    </dgm:pt>
    <dgm:pt modelId="{8732D033-F9EB-4483-ACD9-F1B7DF67CFF3}" type="pres">
      <dgm:prSet presAssocID="{91C6B71D-20AB-4AE9-AED3-FAFC63A14858}" presName="iconRect" presStyleLbl="node1" presStyleIdx="3" presStyleCnt="4"/>
      <dgm:spPr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a:blipFill>
      </dgm:spPr>
      <dgm:extLst>
        <a:ext uri="{E40237B7-FDA0-4F09-8148-C483321AD2D9}">
          <dgm14:cNvPr xmlns:dgm14="http://schemas.microsoft.com/office/drawing/2010/diagram" id="0" name="" descr="Stopwatch"/>
        </a:ext>
      </dgm:extLst>
    </dgm:pt>
    <dgm:pt modelId="{D756EE5B-B195-4900-8BE9-D3ACAC8F48E1}" type="pres">
      <dgm:prSet presAssocID="{91C6B71D-20AB-4AE9-AED3-FAFC63A14858}" presName="spaceRect" presStyleCnt="0"/>
      <dgm:spPr/>
    </dgm:pt>
    <dgm:pt modelId="{8F852E11-5EED-49CB-ACA7-81BC4963F794}" type="pres">
      <dgm:prSet presAssocID="{91C6B71D-20AB-4AE9-AED3-FAFC63A14858}" presName="textRect" presStyleLbl="revTx" presStyleIdx="3" presStyleCnt="4">
        <dgm:presLayoutVars>
          <dgm:chMax val="1"/>
          <dgm:chPref val="1"/>
        </dgm:presLayoutVars>
      </dgm:prSet>
      <dgm:spPr/>
    </dgm:pt>
  </dgm:ptLst>
  <dgm:cxnLst>
    <dgm:cxn modelId="{7B1C8200-687B-4D41-86B5-3C216E245AC4}" srcId="{7E2C975A-1DEE-4A3F-A983-A6AEA683116B}" destId="{9BC2B03C-DE31-4AAF-87D1-B1823C0E0F05}" srcOrd="2" destOrd="0" parTransId="{DB99756C-ECBE-4D25-A4F9-D4516B63F50F}" sibTransId="{CB87318B-51A8-4A22-9F74-00DD87CA04C5}"/>
    <dgm:cxn modelId="{193F610A-B22D-410F-9109-6A328CA53765}" type="presOf" srcId="{1FD89BF3-C000-40EC-B4B0-8D1DBE051990}" destId="{3E28E2F8-1EE6-4B32-8068-56990BD81041}" srcOrd="0" destOrd="0" presId="urn:microsoft.com/office/officeart/2018/2/layout/IconCircleList"/>
    <dgm:cxn modelId="{0235FE17-458E-4EA7-924C-2F30F247ACA3}" type="presOf" srcId="{CB87318B-51A8-4A22-9F74-00DD87CA04C5}" destId="{B7B7316D-AC7C-4DCA-B186-EFAA9809438F}" srcOrd="0" destOrd="0" presId="urn:microsoft.com/office/officeart/2018/2/layout/IconCircleList"/>
    <dgm:cxn modelId="{2866F82A-1C67-45A1-AC57-9BC74508AA6C}" type="presOf" srcId="{7E2C975A-1DEE-4A3F-A983-A6AEA683116B}" destId="{8F9B3A5B-CCE3-4CA5-B5DB-D4B9C3B3D33E}" srcOrd="0" destOrd="0" presId="urn:microsoft.com/office/officeart/2018/2/layout/IconCircleList"/>
    <dgm:cxn modelId="{65AFD840-76E1-4077-BB52-944912E5DA1C}" type="presOf" srcId="{1055340D-4B91-4ABD-B7E1-86E0DDE62A6B}" destId="{A296BCB1-FE8A-4152-A682-E79F5630ED6B}" srcOrd="0" destOrd="0" presId="urn:microsoft.com/office/officeart/2018/2/layout/IconCircleList"/>
    <dgm:cxn modelId="{12556F5C-9E0A-4B4D-8888-3C9D7D009D9E}" srcId="{7E2C975A-1DEE-4A3F-A983-A6AEA683116B}" destId="{DC9D22FC-8BE3-4C3C-8ABB-A2DDF349C3BE}" srcOrd="0" destOrd="0" parTransId="{2774FCC8-6C5B-4892-9B95-96BDCBFDE531}" sibTransId="{1FD89BF3-C000-40EC-B4B0-8D1DBE051990}"/>
    <dgm:cxn modelId="{60463363-7664-4C21-AC8A-0CD0207F26F6}" type="presOf" srcId="{DC9D22FC-8BE3-4C3C-8ABB-A2DDF349C3BE}" destId="{D12E45B0-A467-4312-B7EE-04C919107E74}" srcOrd="0" destOrd="0" presId="urn:microsoft.com/office/officeart/2018/2/layout/IconCircleList"/>
    <dgm:cxn modelId="{96896B44-CDAC-491C-B64A-84B694F04F0E}" type="presOf" srcId="{91C6B71D-20AB-4AE9-AED3-FAFC63A14858}" destId="{8F852E11-5EED-49CB-ACA7-81BC4963F794}" srcOrd="0" destOrd="0" presId="urn:microsoft.com/office/officeart/2018/2/layout/IconCircleList"/>
    <dgm:cxn modelId="{16D58C85-4A99-413E-9137-9699BDEA7B38}" srcId="{7E2C975A-1DEE-4A3F-A983-A6AEA683116B}" destId="{91C6B71D-20AB-4AE9-AED3-FAFC63A14858}" srcOrd="3" destOrd="0" parTransId="{FFFDB158-490A-4BC1-90A4-84C44D6A7128}" sibTransId="{A80BFF26-66C1-419A-930A-E68EBA75B0C0}"/>
    <dgm:cxn modelId="{37DFE287-9F21-4CC7-AC63-BA96414FB12B}" srcId="{7E2C975A-1DEE-4A3F-A983-A6AEA683116B}" destId="{8C029CFA-CAA2-433E-A7AA-944C3DA96E4B}" srcOrd="1" destOrd="0" parTransId="{9D1C26AB-0A0C-4497-8639-6F209282B4FA}" sibTransId="{1055340D-4B91-4ABD-B7E1-86E0DDE62A6B}"/>
    <dgm:cxn modelId="{08C63B8C-3CAF-47C1-A4AA-D427A1B867E5}" type="presOf" srcId="{8C029CFA-CAA2-433E-A7AA-944C3DA96E4B}" destId="{CD478B10-9AA6-4569-8623-222E7FA28CEC}" srcOrd="0" destOrd="0" presId="urn:microsoft.com/office/officeart/2018/2/layout/IconCircleList"/>
    <dgm:cxn modelId="{0E8930CD-6D27-49AB-A3A2-FCB251F40B04}" type="presOf" srcId="{9BC2B03C-DE31-4AAF-87D1-B1823C0E0F05}" destId="{6E9DDA8D-23CF-41F1-99E8-0AA853B12A64}" srcOrd="0" destOrd="0" presId="urn:microsoft.com/office/officeart/2018/2/layout/IconCircleList"/>
    <dgm:cxn modelId="{40454C82-4195-494B-B0F8-099E227AFBE7}" type="presParOf" srcId="{8F9B3A5B-CCE3-4CA5-B5DB-D4B9C3B3D33E}" destId="{49E144D4-4637-4894-B7FC-0FFA065FEE32}" srcOrd="0" destOrd="0" presId="urn:microsoft.com/office/officeart/2018/2/layout/IconCircleList"/>
    <dgm:cxn modelId="{4794BEE9-9681-4A4D-A4BD-FF09F87D346E}" type="presParOf" srcId="{49E144D4-4637-4894-B7FC-0FFA065FEE32}" destId="{0C883A82-F31B-4117-828F-F742200EB21D}" srcOrd="0" destOrd="0" presId="urn:microsoft.com/office/officeart/2018/2/layout/IconCircleList"/>
    <dgm:cxn modelId="{2DED5BA7-1F66-4EFF-9620-18321C2B2002}" type="presParOf" srcId="{0C883A82-F31B-4117-828F-F742200EB21D}" destId="{6D9DFFFF-E232-4FE3-BBF5-8410F9CD30A6}" srcOrd="0" destOrd="0" presId="urn:microsoft.com/office/officeart/2018/2/layout/IconCircleList"/>
    <dgm:cxn modelId="{0A082F7E-2B81-4917-AEFA-3075768A9651}" type="presParOf" srcId="{0C883A82-F31B-4117-828F-F742200EB21D}" destId="{71EB2E71-81FF-42B3-AB15-992C82395A62}" srcOrd="1" destOrd="0" presId="urn:microsoft.com/office/officeart/2018/2/layout/IconCircleList"/>
    <dgm:cxn modelId="{F4D8D362-6241-4270-943B-1161BC3FE0EE}" type="presParOf" srcId="{0C883A82-F31B-4117-828F-F742200EB21D}" destId="{DD9D13BE-0F29-4009-A86E-CEE1F2BF183F}" srcOrd="2" destOrd="0" presId="urn:microsoft.com/office/officeart/2018/2/layout/IconCircleList"/>
    <dgm:cxn modelId="{BA6F89CB-59EC-4C5D-9380-827F4A2B991B}" type="presParOf" srcId="{0C883A82-F31B-4117-828F-F742200EB21D}" destId="{D12E45B0-A467-4312-B7EE-04C919107E74}" srcOrd="3" destOrd="0" presId="urn:microsoft.com/office/officeart/2018/2/layout/IconCircleList"/>
    <dgm:cxn modelId="{D9251C27-634C-49D3-8CCD-4BAD5B0FF5BE}" type="presParOf" srcId="{49E144D4-4637-4894-B7FC-0FFA065FEE32}" destId="{3E28E2F8-1EE6-4B32-8068-56990BD81041}" srcOrd="1" destOrd="0" presId="urn:microsoft.com/office/officeart/2018/2/layout/IconCircleList"/>
    <dgm:cxn modelId="{E1AA2BB8-1B38-4B49-8365-C15E63811E22}" type="presParOf" srcId="{49E144D4-4637-4894-B7FC-0FFA065FEE32}" destId="{34C984FE-516C-4255-89CE-B114B7DFE332}" srcOrd="2" destOrd="0" presId="urn:microsoft.com/office/officeart/2018/2/layout/IconCircleList"/>
    <dgm:cxn modelId="{4B9F3DBD-9182-45F9-B617-56A1DBA7C469}" type="presParOf" srcId="{34C984FE-516C-4255-89CE-B114B7DFE332}" destId="{0279A2FA-95C5-4D55-9811-4151238C82EF}" srcOrd="0" destOrd="0" presId="urn:microsoft.com/office/officeart/2018/2/layout/IconCircleList"/>
    <dgm:cxn modelId="{26AD143B-A647-4CA3-96A7-08953D904F23}" type="presParOf" srcId="{34C984FE-516C-4255-89CE-B114B7DFE332}" destId="{5092009D-ADB3-4CE4-8EDA-B33617DAAC43}" srcOrd="1" destOrd="0" presId="urn:microsoft.com/office/officeart/2018/2/layout/IconCircleList"/>
    <dgm:cxn modelId="{77EE42A2-F2A9-4F45-8E07-DC1F1DDF7DC3}" type="presParOf" srcId="{34C984FE-516C-4255-89CE-B114B7DFE332}" destId="{CF6C5A7B-6CB2-4105-8B55-74D85FB0ABB6}" srcOrd="2" destOrd="0" presId="urn:microsoft.com/office/officeart/2018/2/layout/IconCircleList"/>
    <dgm:cxn modelId="{51C28306-1461-417F-8EF1-2657CD91D567}" type="presParOf" srcId="{34C984FE-516C-4255-89CE-B114B7DFE332}" destId="{CD478B10-9AA6-4569-8623-222E7FA28CEC}" srcOrd="3" destOrd="0" presId="urn:microsoft.com/office/officeart/2018/2/layout/IconCircleList"/>
    <dgm:cxn modelId="{A94855EB-77B6-4D7E-AFCC-75CFA19FEA88}" type="presParOf" srcId="{49E144D4-4637-4894-B7FC-0FFA065FEE32}" destId="{A296BCB1-FE8A-4152-A682-E79F5630ED6B}" srcOrd="3" destOrd="0" presId="urn:microsoft.com/office/officeart/2018/2/layout/IconCircleList"/>
    <dgm:cxn modelId="{F765651D-CF9B-4CBB-AB43-06838DF033FF}" type="presParOf" srcId="{49E144D4-4637-4894-B7FC-0FFA065FEE32}" destId="{0E433987-4DA5-494F-A54A-E520B24B12A3}" srcOrd="4" destOrd="0" presId="urn:microsoft.com/office/officeart/2018/2/layout/IconCircleList"/>
    <dgm:cxn modelId="{ADB30D2E-9266-4C8F-A48E-22875FE86445}" type="presParOf" srcId="{0E433987-4DA5-494F-A54A-E520B24B12A3}" destId="{5A9E3519-9586-4DE1-863C-3F589CE6ED5A}" srcOrd="0" destOrd="0" presId="urn:microsoft.com/office/officeart/2018/2/layout/IconCircleList"/>
    <dgm:cxn modelId="{CF6EDBA7-2217-4EE5-BF74-848EC1686536}" type="presParOf" srcId="{0E433987-4DA5-494F-A54A-E520B24B12A3}" destId="{38CFFDD7-7678-4B0B-BE6C-60B3CBC6956E}" srcOrd="1" destOrd="0" presId="urn:microsoft.com/office/officeart/2018/2/layout/IconCircleList"/>
    <dgm:cxn modelId="{1520D62E-96C8-4516-A80E-ACBBE8936F79}" type="presParOf" srcId="{0E433987-4DA5-494F-A54A-E520B24B12A3}" destId="{0D51F2B1-E66E-4B4C-BEEA-24B426D6DD53}" srcOrd="2" destOrd="0" presId="urn:microsoft.com/office/officeart/2018/2/layout/IconCircleList"/>
    <dgm:cxn modelId="{93931E91-1504-4368-A734-D3EB47FC5F84}" type="presParOf" srcId="{0E433987-4DA5-494F-A54A-E520B24B12A3}" destId="{6E9DDA8D-23CF-41F1-99E8-0AA853B12A64}" srcOrd="3" destOrd="0" presId="urn:microsoft.com/office/officeart/2018/2/layout/IconCircleList"/>
    <dgm:cxn modelId="{2033A162-8D50-4F0C-89A8-F4985A023E14}" type="presParOf" srcId="{49E144D4-4637-4894-B7FC-0FFA065FEE32}" destId="{B7B7316D-AC7C-4DCA-B186-EFAA9809438F}" srcOrd="5" destOrd="0" presId="urn:microsoft.com/office/officeart/2018/2/layout/IconCircleList"/>
    <dgm:cxn modelId="{CCC808CB-B6F2-4DF4-9E0F-1839B3EF2F32}" type="presParOf" srcId="{49E144D4-4637-4894-B7FC-0FFA065FEE32}" destId="{307DB423-67FB-42E3-8942-9B791EB1299F}" srcOrd="6" destOrd="0" presId="urn:microsoft.com/office/officeart/2018/2/layout/IconCircleList"/>
    <dgm:cxn modelId="{FBB22A20-E93E-46E2-849D-86194831F95B}" type="presParOf" srcId="{307DB423-67FB-42E3-8942-9B791EB1299F}" destId="{7B9287E6-7731-46C8-A287-51CC948A8AA5}" srcOrd="0" destOrd="0" presId="urn:microsoft.com/office/officeart/2018/2/layout/IconCircleList"/>
    <dgm:cxn modelId="{DCE4ED25-7195-4976-8AE1-1C030CF5F7B7}" type="presParOf" srcId="{307DB423-67FB-42E3-8942-9B791EB1299F}" destId="{8732D033-F9EB-4483-ACD9-F1B7DF67CFF3}" srcOrd="1" destOrd="0" presId="urn:microsoft.com/office/officeart/2018/2/layout/IconCircleList"/>
    <dgm:cxn modelId="{6329B968-87EB-44D0-995D-5BBA41859D2F}" type="presParOf" srcId="{307DB423-67FB-42E3-8942-9B791EB1299F}" destId="{D756EE5B-B195-4900-8BE9-D3ACAC8F48E1}" srcOrd="2" destOrd="0" presId="urn:microsoft.com/office/officeart/2018/2/layout/IconCircleList"/>
    <dgm:cxn modelId="{1077B953-1EEE-45CA-9506-530D6A0AF8D4}" type="presParOf" srcId="{307DB423-67FB-42E3-8942-9B791EB1299F}" destId="{8F852E11-5EED-49CB-ACA7-81BC4963F794}" srcOrd="3" destOrd="0" presId="urn:microsoft.com/office/officeart/2018/2/layout/IconCircleList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2.xml><?xml version="1.0" encoding="utf-8"?>
<dgm:dataModel xmlns:dgm="http://schemas.openxmlformats.org/drawingml/2006/diagram" xmlns:a="http://schemas.openxmlformats.org/drawingml/2006/main">
  <dgm:ptLst>
    <dgm:pt modelId="{4573D8E1-9F37-48F6-BAE5-C11BA31818E3}" type="doc">
      <dgm:prSet loTypeId="urn:microsoft.com/office/officeart/2018/2/layout/IconVerticalSolidList" loCatId="icon" qsTypeId="urn:microsoft.com/office/officeart/2005/8/quickstyle/simple1" qsCatId="simple" csTypeId="urn:microsoft.com/office/officeart/2018/5/colors/Iconchunking_neutralbg_colorful1" csCatId="colorful" phldr="1"/>
      <dgm:spPr/>
      <dgm:t>
        <a:bodyPr/>
        <a:lstStyle/>
        <a:p>
          <a:endParaRPr lang="en-US"/>
        </a:p>
      </dgm:t>
    </dgm:pt>
    <dgm:pt modelId="{215228D1-E37B-4B3E-8D63-160AE2F1E869}">
      <dgm:prSet/>
      <dgm:spPr/>
      <dgm:t>
        <a:bodyPr/>
        <a:lstStyle/>
        <a:p>
          <a:r>
            <a:rPr lang="en-GB"/>
            <a:t>Build and release apps fast</a:t>
          </a:r>
          <a:endParaRPr lang="en-US"/>
        </a:p>
      </dgm:t>
    </dgm:pt>
    <dgm:pt modelId="{489BE4D3-3FEB-4DAD-A113-F0A18281A0E9}" type="parTrans" cxnId="{777A4947-2182-47AF-978F-A658A8AF983C}">
      <dgm:prSet/>
      <dgm:spPr/>
      <dgm:t>
        <a:bodyPr/>
        <a:lstStyle/>
        <a:p>
          <a:endParaRPr lang="en-US"/>
        </a:p>
      </dgm:t>
    </dgm:pt>
    <dgm:pt modelId="{A72B3994-F54F-4DEA-BAE3-D3B609927227}" type="sibTrans" cxnId="{777A4947-2182-47AF-978F-A658A8AF983C}">
      <dgm:prSet/>
      <dgm:spPr/>
      <dgm:t>
        <a:bodyPr/>
        <a:lstStyle/>
        <a:p>
          <a:endParaRPr lang="en-US"/>
        </a:p>
      </dgm:t>
    </dgm:pt>
    <dgm:pt modelId="{298782E6-61F4-4878-9A16-9186520B754D}">
      <dgm:prSet/>
      <dgm:spPr/>
      <dgm:t>
        <a:bodyPr/>
        <a:lstStyle/>
        <a:p>
          <a:r>
            <a:rPr lang="en-GB"/>
            <a:t>No upfront cost for equipment</a:t>
          </a:r>
          <a:endParaRPr lang="en-US"/>
        </a:p>
      </dgm:t>
    </dgm:pt>
    <dgm:pt modelId="{E0E2285B-2F29-4A7E-83E1-A84E6A38A614}" type="parTrans" cxnId="{D2556F00-1F2C-40B0-8CCC-F70DE55318E5}">
      <dgm:prSet/>
      <dgm:spPr/>
      <dgm:t>
        <a:bodyPr/>
        <a:lstStyle/>
        <a:p>
          <a:endParaRPr lang="en-US"/>
        </a:p>
      </dgm:t>
    </dgm:pt>
    <dgm:pt modelId="{FA5EB333-D045-4E24-A1DA-C9E7277EF4CA}" type="sibTrans" cxnId="{D2556F00-1F2C-40B0-8CCC-F70DE55318E5}">
      <dgm:prSet/>
      <dgm:spPr/>
      <dgm:t>
        <a:bodyPr/>
        <a:lstStyle/>
        <a:p>
          <a:endParaRPr lang="en-US"/>
        </a:p>
      </dgm:t>
    </dgm:pt>
    <dgm:pt modelId="{159CC23C-D594-4781-9CB4-52E3F8A97F72}">
      <dgm:prSet/>
      <dgm:spPr/>
      <dgm:t>
        <a:bodyPr/>
        <a:lstStyle/>
        <a:p>
          <a:r>
            <a:rPr lang="en-GB"/>
            <a:t>Easy to try ideas and experiment</a:t>
          </a:r>
          <a:endParaRPr lang="en-US"/>
        </a:p>
      </dgm:t>
    </dgm:pt>
    <dgm:pt modelId="{4AE3315C-D385-4F41-B76E-DBA194FEDE84}" type="parTrans" cxnId="{B0B692C9-E68D-4270-BA47-F2F2336FF5CC}">
      <dgm:prSet/>
      <dgm:spPr/>
      <dgm:t>
        <a:bodyPr/>
        <a:lstStyle/>
        <a:p>
          <a:endParaRPr lang="en-US"/>
        </a:p>
      </dgm:t>
    </dgm:pt>
    <dgm:pt modelId="{10CCA3CF-532F-419C-8F82-71D83721F9E4}" type="sibTrans" cxnId="{B0B692C9-E68D-4270-BA47-F2F2336FF5CC}">
      <dgm:prSet/>
      <dgm:spPr/>
      <dgm:t>
        <a:bodyPr/>
        <a:lstStyle/>
        <a:p>
          <a:endParaRPr lang="en-US"/>
        </a:p>
      </dgm:t>
    </dgm:pt>
    <dgm:pt modelId="{2554E8C6-7A33-48A2-ABAE-61D031CABB0F}">
      <dgm:prSet/>
      <dgm:spPr/>
      <dgm:t>
        <a:bodyPr/>
        <a:lstStyle/>
        <a:p>
          <a:r>
            <a:rPr lang="en-GB"/>
            <a:t>Tools for deployment, monitoring, and automation already included</a:t>
          </a:r>
          <a:endParaRPr lang="en-US"/>
        </a:p>
      </dgm:t>
    </dgm:pt>
    <dgm:pt modelId="{684DC1AE-9D0F-4F84-B305-6DCE81231B1A}" type="parTrans" cxnId="{E0984896-A272-44C5-8435-9EEB263B9C7D}">
      <dgm:prSet/>
      <dgm:spPr/>
      <dgm:t>
        <a:bodyPr/>
        <a:lstStyle/>
        <a:p>
          <a:endParaRPr lang="en-US"/>
        </a:p>
      </dgm:t>
    </dgm:pt>
    <dgm:pt modelId="{E1324CCF-CCAA-4B06-8C55-9FB3CE43CA7D}" type="sibTrans" cxnId="{E0984896-A272-44C5-8435-9EEB263B9C7D}">
      <dgm:prSet/>
      <dgm:spPr/>
      <dgm:t>
        <a:bodyPr/>
        <a:lstStyle/>
        <a:p>
          <a:endParaRPr lang="en-US"/>
        </a:p>
      </dgm:t>
    </dgm:pt>
    <dgm:pt modelId="{56933202-EC66-4E9C-87EC-913A826AA2C8}">
      <dgm:prSet/>
      <dgm:spPr/>
      <dgm:t>
        <a:bodyPr/>
        <a:lstStyle/>
        <a:p>
          <a:r>
            <a:rPr lang="en-GB"/>
            <a:t>High reliability without needing specialist hardware knowledge</a:t>
          </a:r>
          <a:endParaRPr lang="en-US"/>
        </a:p>
      </dgm:t>
    </dgm:pt>
    <dgm:pt modelId="{F475590A-B95D-4E88-B3BE-4EDB2F5ADE27}" type="parTrans" cxnId="{8A14E7C2-A6CD-4EF4-9667-D0560F3BFEC7}">
      <dgm:prSet/>
      <dgm:spPr/>
      <dgm:t>
        <a:bodyPr/>
        <a:lstStyle/>
        <a:p>
          <a:endParaRPr lang="en-US"/>
        </a:p>
      </dgm:t>
    </dgm:pt>
    <dgm:pt modelId="{5BE6FFA3-1009-4801-9C7C-0A9DF000AEFE}" type="sibTrans" cxnId="{8A14E7C2-A6CD-4EF4-9667-D0560F3BFEC7}">
      <dgm:prSet/>
      <dgm:spPr/>
      <dgm:t>
        <a:bodyPr/>
        <a:lstStyle/>
        <a:p>
          <a:endParaRPr lang="en-US"/>
        </a:p>
      </dgm:t>
    </dgm:pt>
    <dgm:pt modelId="{8F34C31C-22F3-4275-9A27-1073F03F2E47}" type="pres">
      <dgm:prSet presAssocID="{4573D8E1-9F37-48F6-BAE5-C11BA31818E3}" presName="root" presStyleCnt="0">
        <dgm:presLayoutVars>
          <dgm:dir/>
          <dgm:resizeHandles val="exact"/>
        </dgm:presLayoutVars>
      </dgm:prSet>
      <dgm:spPr/>
    </dgm:pt>
    <dgm:pt modelId="{DD032010-6D94-4340-9AD8-7A2D4354CD5C}" type="pres">
      <dgm:prSet presAssocID="{215228D1-E37B-4B3E-8D63-160AE2F1E869}" presName="compNode" presStyleCnt="0"/>
      <dgm:spPr/>
    </dgm:pt>
    <dgm:pt modelId="{9F908E76-DF91-4340-916B-08CE68264135}" type="pres">
      <dgm:prSet presAssocID="{215228D1-E37B-4B3E-8D63-160AE2F1E869}" presName="bgRect" presStyleLbl="bgShp" presStyleIdx="0" presStyleCnt="5"/>
      <dgm:spPr/>
    </dgm:pt>
    <dgm:pt modelId="{EA406DB6-A653-43F6-A30F-8F62592A9C62}" type="pres">
      <dgm:prSet presAssocID="{215228D1-E37B-4B3E-8D63-160AE2F1E869}" presName="iconRect" presStyleLbl="node1" presStyleIdx="0" presStyleCnt="5"/>
      <dgm:spPr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Run"/>
        </a:ext>
      </dgm:extLst>
    </dgm:pt>
    <dgm:pt modelId="{DF853D30-1BA2-4A40-A8D6-E5494E4156B5}" type="pres">
      <dgm:prSet presAssocID="{215228D1-E37B-4B3E-8D63-160AE2F1E869}" presName="spaceRect" presStyleCnt="0"/>
      <dgm:spPr/>
    </dgm:pt>
    <dgm:pt modelId="{3C70D0DA-001B-475D-A547-3FC6FE9DBB2E}" type="pres">
      <dgm:prSet presAssocID="{215228D1-E37B-4B3E-8D63-160AE2F1E869}" presName="parTx" presStyleLbl="revTx" presStyleIdx="0" presStyleCnt="5">
        <dgm:presLayoutVars>
          <dgm:chMax val="0"/>
          <dgm:chPref val="0"/>
        </dgm:presLayoutVars>
      </dgm:prSet>
      <dgm:spPr/>
    </dgm:pt>
    <dgm:pt modelId="{79CEA465-AADE-4524-BA9D-49AA7FD50413}" type="pres">
      <dgm:prSet presAssocID="{A72B3994-F54F-4DEA-BAE3-D3B609927227}" presName="sibTrans" presStyleCnt="0"/>
      <dgm:spPr/>
    </dgm:pt>
    <dgm:pt modelId="{2F08EB1D-0FC6-4BED-AD6C-9C18901EF9DA}" type="pres">
      <dgm:prSet presAssocID="{298782E6-61F4-4878-9A16-9186520B754D}" presName="compNode" presStyleCnt="0"/>
      <dgm:spPr/>
    </dgm:pt>
    <dgm:pt modelId="{86C715E6-4792-421A-97DD-842500A54145}" type="pres">
      <dgm:prSet presAssocID="{298782E6-61F4-4878-9A16-9186520B754D}" presName="bgRect" presStyleLbl="bgShp" presStyleIdx="1" presStyleCnt="5"/>
      <dgm:spPr/>
    </dgm:pt>
    <dgm:pt modelId="{4C5DA0EF-AA37-4366-A839-2C9380D8ADFA}" type="pres">
      <dgm:prSet presAssocID="{298782E6-61F4-4878-9A16-9186520B754D}" presName="iconRect" presStyleLbl="node1" presStyleIdx="1" presStyleCnt="5"/>
      <dgm:spPr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Excavator"/>
        </a:ext>
      </dgm:extLst>
    </dgm:pt>
    <dgm:pt modelId="{6F57ACE2-FD7E-432C-9972-397789D7038A}" type="pres">
      <dgm:prSet presAssocID="{298782E6-61F4-4878-9A16-9186520B754D}" presName="spaceRect" presStyleCnt="0"/>
      <dgm:spPr/>
    </dgm:pt>
    <dgm:pt modelId="{E598513B-E091-40C8-975E-0E8A857825D5}" type="pres">
      <dgm:prSet presAssocID="{298782E6-61F4-4878-9A16-9186520B754D}" presName="parTx" presStyleLbl="revTx" presStyleIdx="1" presStyleCnt="5">
        <dgm:presLayoutVars>
          <dgm:chMax val="0"/>
          <dgm:chPref val="0"/>
        </dgm:presLayoutVars>
      </dgm:prSet>
      <dgm:spPr/>
    </dgm:pt>
    <dgm:pt modelId="{4060544C-2D47-477A-9C72-606006940D8C}" type="pres">
      <dgm:prSet presAssocID="{FA5EB333-D045-4E24-A1DA-C9E7277EF4CA}" presName="sibTrans" presStyleCnt="0"/>
      <dgm:spPr/>
    </dgm:pt>
    <dgm:pt modelId="{027E4353-5A2C-42DF-AC5B-12265EB28BF6}" type="pres">
      <dgm:prSet presAssocID="{159CC23C-D594-4781-9CB4-52E3F8A97F72}" presName="compNode" presStyleCnt="0"/>
      <dgm:spPr/>
    </dgm:pt>
    <dgm:pt modelId="{C2CE3366-B838-4311-8E41-0EBAEB204785}" type="pres">
      <dgm:prSet presAssocID="{159CC23C-D594-4781-9CB4-52E3F8A97F72}" presName="bgRect" presStyleLbl="bgShp" presStyleIdx="2" presStyleCnt="5"/>
      <dgm:spPr/>
    </dgm:pt>
    <dgm:pt modelId="{4393CFEF-6375-4EEB-9054-8E0FC0F79D3C}" type="pres">
      <dgm:prSet presAssocID="{159CC23C-D594-4781-9CB4-52E3F8A97F72}" presName="iconRect" presStyleLbl="node1" presStyleIdx="2" presStyleCnt="5"/>
      <dgm:spPr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Lightbulb"/>
        </a:ext>
      </dgm:extLst>
    </dgm:pt>
    <dgm:pt modelId="{99259B80-A214-43BF-8B92-E890A131B36C}" type="pres">
      <dgm:prSet presAssocID="{159CC23C-D594-4781-9CB4-52E3F8A97F72}" presName="spaceRect" presStyleCnt="0"/>
      <dgm:spPr/>
    </dgm:pt>
    <dgm:pt modelId="{739C6245-96AF-4E81-A321-08E6A48F4470}" type="pres">
      <dgm:prSet presAssocID="{159CC23C-D594-4781-9CB4-52E3F8A97F72}" presName="parTx" presStyleLbl="revTx" presStyleIdx="2" presStyleCnt="5">
        <dgm:presLayoutVars>
          <dgm:chMax val="0"/>
          <dgm:chPref val="0"/>
        </dgm:presLayoutVars>
      </dgm:prSet>
      <dgm:spPr/>
    </dgm:pt>
    <dgm:pt modelId="{44F22D98-921F-40BE-8DE1-4F4A710EB99A}" type="pres">
      <dgm:prSet presAssocID="{10CCA3CF-532F-419C-8F82-71D83721F9E4}" presName="sibTrans" presStyleCnt="0"/>
      <dgm:spPr/>
    </dgm:pt>
    <dgm:pt modelId="{1692F8CB-7DFA-486E-BDC6-0D22FF4B5484}" type="pres">
      <dgm:prSet presAssocID="{2554E8C6-7A33-48A2-ABAE-61D031CABB0F}" presName="compNode" presStyleCnt="0"/>
      <dgm:spPr/>
    </dgm:pt>
    <dgm:pt modelId="{831D08B0-D312-40D9-827F-0F2B580680FF}" type="pres">
      <dgm:prSet presAssocID="{2554E8C6-7A33-48A2-ABAE-61D031CABB0F}" presName="bgRect" presStyleLbl="bgShp" presStyleIdx="3" presStyleCnt="5"/>
      <dgm:spPr/>
    </dgm:pt>
    <dgm:pt modelId="{3D2227C2-4F14-461C-A5B2-1080E2706755}" type="pres">
      <dgm:prSet presAssocID="{2554E8C6-7A33-48A2-ABAE-61D031CABB0F}" presName="iconRect" presStyleLbl="node1" presStyleIdx="3" presStyleCnt="5"/>
      <dgm:spPr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Gears"/>
        </a:ext>
      </dgm:extLst>
    </dgm:pt>
    <dgm:pt modelId="{ECDAC713-B45C-4CFC-9902-CA7D5AE8448C}" type="pres">
      <dgm:prSet presAssocID="{2554E8C6-7A33-48A2-ABAE-61D031CABB0F}" presName="spaceRect" presStyleCnt="0"/>
      <dgm:spPr/>
    </dgm:pt>
    <dgm:pt modelId="{7666B458-6D9D-4709-A35E-73445FABFCDD}" type="pres">
      <dgm:prSet presAssocID="{2554E8C6-7A33-48A2-ABAE-61D031CABB0F}" presName="parTx" presStyleLbl="revTx" presStyleIdx="3" presStyleCnt="5">
        <dgm:presLayoutVars>
          <dgm:chMax val="0"/>
          <dgm:chPref val="0"/>
        </dgm:presLayoutVars>
      </dgm:prSet>
      <dgm:spPr/>
    </dgm:pt>
    <dgm:pt modelId="{6B05CBD4-A752-41BA-8DBA-E87AF209DF48}" type="pres">
      <dgm:prSet presAssocID="{E1324CCF-CCAA-4B06-8C55-9FB3CE43CA7D}" presName="sibTrans" presStyleCnt="0"/>
      <dgm:spPr/>
    </dgm:pt>
    <dgm:pt modelId="{80441AEF-A967-4539-B602-D9903166AAF6}" type="pres">
      <dgm:prSet presAssocID="{56933202-EC66-4E9C-87EC-913A826AA2C8}" presName="compNode" presStyleCnt="0"/>
      <dgm:spPr/>
    </dgm:pt>
    <dgm:pt modelId="{43911CCA-2827-4F9F-853D-88273C6A64D6}" type="pres">
      <dgm:prSet presAssocID="{56933202-EC66-4E9C-87EC-913A826AA2C8}" presName="bgRect" presStyleLbl="bgShp" presStyleIdx="4" presStyleCnt="5"/>
      <dgm:spPr/>
    </dgm:pt>
    <dgm:pt modelId="{95360800-95CE-44AE-91DD-05B6345893E1}" type="pres">
      <dgm:prSet presAssocID="{56933202-EC66-4E9C-87EC-913A826AA2C8}" presName="iconRect" presStyleLbl="node1" presStyleIdx="4" presStyleCnt="5"/>
      <dgm:spPr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Head with Gears"/>
        </a:ext>
      </dgm:extLst>
    </dgm:pt>
    <dgm:pt modelId="{85B500BB-9D0A-4034-A57A-94A38867B3AC}" type="pres">
      <dgm:prSet presAssocID="{56933202-EC66-4E9C-87EC-913A826AA2C8}" presName="spaceRect" presStyleCnt="0"/>
      <dgm:spPr/>
    </dgm:pt>
    <dgm:pt modelId="{51D7440B-78E2-4DFA-B314-F005F230E9D6}" type="pres">
      <dgm:prSet presAssocID="{56933202-EC66-4E9C-87EC-913A826AA2C8}" presName="parTx" presStyleLbl="revTx" presStyleIdx="4" presStyleCnt="5">
        <dgm:presLayoutVars>
          <dgm:chMax val="0"/>
          <dgm:chPref val="0"/>
        </dgm:presLayoutVars>
      </dgm:prSet>
      <dgm:spPr/>
    </dgm:pt>
  </dgm:ptLst>
  <dgm:cxnLst>
    <dgm:cxn modelId="{D2556F00-1F2C-40B0-8CCC-F70DE55318E5}" srcId="{4573D8E1-9F37-48F6-BAE5-C11BA31818E3}" destId="{298782E6-61F4-4878-9A16-9186520B754D}" srcOrd="1" destOrd="0" parTransId="{E0E2285B-2F29-4A7E-83E1-A84E6A38A614}" sibTransId="{FA5EB333-D045-4E24-A1DA-C9E7277EF4CA}"/>
    <dgm:cxn modelId="{48FF9202-FCE9-4143-9DA2-71B7C612608C}" type="presOf" srcId="{2554E8C6-7A33-48A2-ABAE-61D031CABB0F}" destId="{7666B458-6D9D-4709-A35E-73445FABFCDD}" srcOrd="0" destOrd="0" presId="urn:microsoft.com/office/officeart/2018/2/layout/IconVerticalSolidList"/>
    <dgm:cxn modelId="{777A4947-2182-47AF-978F-A658A8AF983C}" srcId="{4573D8E1-9F37-48F6-BAE5-C11BA31818E3}" destId="{215228D1-E37B-4B3E-8D63-160AE2F1E869}" srcOrd="0" destOrd="0" parTransId="{489BE4D3-3FEB-4DAD-A113-F0A18281A0E9}" sibTransId="{A72B3994-F54F-4DEA-BAE3-D3B609927227}"/>
    <dgm:cxn modelId="{E0984896-A272-44C5-8435-9EEB263B9C7D}" srcId="{4573D8E1-9F37-48F6-BAE5-C11BA31818E3}" destId="{2554E8C6-7A33-48A2-ABAE-61D031CABB0F}" srcOrd="3" destOrd="0" parTransId="{684DC1AE-9D0F-4F84-B305-6DCE81231B1A}" sibTransId="{E1324CCF-CCAA-4B06-8C55-9FB3CE43CA7D}"/>
    <dgm:cxn modelId="{A0BE3C9E-248A-4413-9228-5EAB4A309171}" type="presOf" srcId="{159CC23C-D594-4781-9CB4-52E3F8A97F72}" destId="{739C6245-96AF-4E81-A321-08E6A48F4470}" srcOrd="0" destOrd="0" presId="urn:microsoft.com/office/officeart/2018/2/layout/IconVerticalSolidList"/>
    <dgm:cxn modelId="{A8FC42A1-DD82-42E8-BB3C-1E3711C0A330}" type="presOf" srcId="{215228D1-E37B-4B3E-8D63-160AE2F1E869}" destId="{3C70D0DA-001B-475D-A547-3FC6FE9DBB2E}" srcOrd="0" destOrd="0" presId="urn:microsoft.com/office/officeart/2018/2/layout/IconVerticalSolidList"/>
    <dgm:cxn modelId="{B30260B8-B259-4833-8B3D-CC5AD3AB0030}" type="presOf" srcId="{4573D8E1-9F37-48F6-BAE5-C11BA31818E3}" destId="{8F34C31C-22F3-4275-9A27-1073F03F2E47}" srcOrd="0" destOrd="0" presId="urn:microsoft.com/office/officeart/2018/2/layout/IconVerticalSolidList"/>
    <dgm:cxn modelId="{8A14E7C2-A6CD-4EF4-9667-D0560F3BFEC7}" srcId="{4573D8E1-9F37-48F6-BAE5-C11BA31818E3}" destId="{56933202-EC66-4E9C-87EC-913A826AA2C8}" srcOrd="4" destOrd="0" parTransId="{F475590A-B95D-4E88-B3BE-4EDB2F5ADE27}" sibTransId="{5BE6FFA3-1009-4801-9C7C-0A9DF000AEFE}"/>
    <dgm:cxn modelId="{CEBEEBC2-1396-4D75-8EC0-726FBCA7A1AD}" type="presOf" srcId="{298782E6-61F4-4878-9A16-9186520B754D}" destId="{E598513B-E091-40C8-975E-0E8A857825D5}" srcOrd="0" destOrd="0" presId="urn:microsoft.com/office/officeart/2018/2/layout/IconVerticalSolidList"/>
    <dgm:cxn modelId="{B0B692C9-E68D-4270-BA47-F2F2336FF5CC}" srcId="{4573D8E1-9F37-48F6-BAE5-C11BA31818E3}" destId="{159CC23C-D594-4781-9CB4-52E3F8A97F72}" srcOrd="2" destOrd="0" parTransId="{4AE3315C-D385-4F41-B76E-DBA194FEDE84}" sibTransId="{10CCA3CF-532F-419C-8F82-71D83721F9E4}"/>
    <dgm:cxn modelId="{404A3CD9-3390-42D5-AE1B-BECB6EEC449B}" type="presOf" srcId="{56933202-EC66-4E9C-87EC-913A826AA2C8}" destId="{51D7440B-78E2-4DFA-B314-F005F230E9D6}" srcOrd="0" destOrd="0" presId="urn:microsoft.com/office/officeart/2018/2/layout/IconVerticalSolidList"/>
    <dgm:cxn modelId="{CF436DAF-9749-4170-8A31-184F1CF47A85}" type="presParOf" srcId="{8F34C31C-22F3-4275-9A27-1073F03F2E47}" destId="{DD032010-6D94-4340-9AD8-7A2D4354CD5C}" srcOrd="0" destOrd="0" presId="urn:microsoft.com/office/officeart/2018/2/layout/IconVerticalSolidList"/>
    <dgm:cxn modelId="{89D75DEF-1728-4633-8C48-5E0ECB5B0485}" type="presParOf" srcId="{DD032010-6D94-4340-9AD8-7A2D4354CD5C}" destId="{9F908E76-DF91-4340-916B-08CE68264135}" srcOrd="0" destOrd="0" presId="urn:microsoft.com/office/officeart/2018/2/layout/IconVerticalSolidList"/>
    <dgm:cxn modelId="{4CC92380-5E26-416A-85F3-3C11276F5835}" type="presParOf" srcId="{DD032010-6D94-4340-9AD8-7A2D4354CD5C}" destId="{EA406DB6-A653-43F6-A30F-8F62592A9C62}" srcOrd="1" destOrd="0" presId="urn:microsoft.com/office/officeart/2018/2/layout/IconVerticalSolidList"/>
    <dgm:cxn modelId="{B772F600-A595-423E-AF9C-4E8326786E4A}" type="presParOf" srcId="{DD032010-6D94-4340-9AD8-7A2D4354CD5C}" destId="{DF853D30-1BA2-4A40-A8D6-E5494E4156B5}" srcOrd="2" destOrd="0" presId="urn:microsoft.com/office/officeart/2018/2/layout/IconVerticalSolidList"/>
    <dgm:cxn modelId="{71DAECC1-74F3-41C5-B9B7-AF305DAE3339}" type="presParOf" srcId="{DD032010-6D94-4340-9AD8-7A2D4354CD5C}" destId="{3C70D0DA-001B-475D-A547-3FC6FE9DBB2E}" srcOrd="3" destOrd="0" presId="urn:microsoft.com/office/officeart/2018/2/layout/IconVerticalSolidList"/>
    <dgm:cxn modelId="{93081A76-AE4D-433B-9462-BF39531BE046}" type="presParOf" srcId="{8F34C31C-22F3-4275-9A27-1073F03F2E47}" destId="{79CEA465-AADE-4524-BA9D-49AA7FD50413}" srcOrd="1" destOrd="0" presId="urn:microsoft.com/office/officeart/2018/2/layout/IconVerticalSolidList"/>
    <dgm:cxn modelId="{620EC9B0-2632-411A-9248-0D00BB1A0C3B}" type="presParOf" srcId="{8F34C31C-22F3-4275-9A27-1073F03F2E47}" destId="{2F08EB1D-0FC6-4BED-AD6C-9C18901EF9DA}" srcOrd="2" destOrd="0" presId="urn:microsoft.com/office/officeart/2018/2/layout/IconVerticalSolidList"/>
    <dgm:cxn modelId="{3BD41400-B5B5-4F9E-B64B-70DA6D20366E}" type="presParOf" srcId="{2F08EB1D-0FC6-4BED-AD6C-9C18901EF9DA}" destId="{86C715E6-4792-421A-97DD-842500A54145}" srcOrd="0" destOrd="0" presId="urn:microsoft.com/office/officeart/2018/2/layout/IconVerticalSolidList"/>
    <dgm:cxn modelId="{42C2C715-68E1-43C3-B694-3F77402084D8}" type="presParOf" srcId="{2F08EB1D-0FC6-4BED-AD6C-9C18901EF9DA}" destId="{4C5DA0EF-AA37-4366-A839-2C9380D8ADFA}" srcOrd="1" destOrd="0" presId="urn:microsoft.com/office/officeart/2018/2/layout/IconVerticalSolidList"/>
    <dgm:cxn modelId="{AAE8CF45-D0B7-4FE9-B7C8-FF32BA8F2707}" type="presParOf" srcId="{2F08EB1D-0FC6-4BED-AD6C-9C18901EF9DA}" destId="{6F57ACE2-FD7E-432C-9972-397789D7038A}" srcOrd="2" destOrd="0" presId="urn:microsoft.com/office/officeart/2018/2/layout/IconVerticalSolidList"/>
    <dgm:cxn modelId="{F690871B-F639-4C85-B514-F1D208960C56}" type="presParOf" srcId="{2F08EB1D-0FC6-4BED-AD6C-9C18901EF9DA}" destId="{E598513B-E091-40C8-975E-0E8A857825D5}" srcOrd="3" destOrd="0" presId="urn:microsoft.com/office/officeart/2018/2/layout/IconVerticalSolidList"/>
    <dgm:cxn modelId="{887A431E-8B5B-46E7-BCA2-B53FD85C67D0}" type="presParOf" srcId="{8F34C31C-22F3-4275-9A27-1073F03F2E47}" destId="{4060544C-2D47-477A-9C72-606006940D8C}" srcOrd="3" destOrd="0" presId="urn:microsoft.com/office/officeart/2018/2/layout/IconVerticalSolidList"/>
    <dgm:cxn modelId="{0DC32421-BF55-4F28-8204-F3A586104479}" type="presParOf" srcId="{8F34C31C-22F3-4275-9A27-1073F03F2E47}" destId="{027E4353-5A2C-42DF-AC5B-12265EB28BF6}" srcOrd="4" destOrd="0" presId="urn:microsoft.com/office/officeart/2018/2/layout/IconVerticalSolidList"/>
    <dgm:cxn modelId="{D04E4E24-B5FB-4BD7-9AEC-73111B175D9F}" type="presParOf" srcId="{027E4353-5A2C-42DF-AC5B-12265EB28BF6}" destId="{C2CE3366-B838-4311-8E41-0EBAEB204785}" srcOrd="0" destOrd="0" presId="urn:microsoft.com/office/officeart/2018/2/layout/IconVerticalSolidList"/>
    <dgm:cxn modelId="{E443863B-AD99-4DAA-B0D1-4BF2C98247F8}" type="presParOf" srcId="{027E4353-5A2C-42DF-AC5B-12265EB28BF6}" destId="{4393CFEF-6375-4EEB-9054-8E0FC0F79D3C}" srcOrd="1" destOrd="0" presId="urn:microsoft.com/office/officeart/2018/2/layout/IconVerticalSolidList"/>
    <dgm:cxn modelId="{D00DDE5F-A890-4F7E-84A6-CB52617CC7DE}" type="presParOf" srcId="{027E4353-5A2C-42DF-AC5B-12265EB28BF6}" destId="{99259B80-A214-43BF-8B92-E890A131B36C}" srcOrd="2" destOrd="0" presId="urn:microsoft.com/office/officeart/2018/2/layout/IconVerticalSolidList"/>
    <dgm:cxn modelId="{87293CD4-4158-4E90-86F7-0F5EB8436083}" type="presParOf" srcId="{027E4353-5A2C-42DF-AC5B-12265EB28BF6}" destId="{739C6245-96AF-4E81-A321-08E6A48F4470}" srcOrd="3" destOrd="0" presId="urn:microsoft.com/office/officeart/2018/2/layout/IconVerticalSolidList"/>
    <dgm:cxn modelId="{A97D1EBB-49EE-4D6E-9386-5A4651959286}" type="presParOf" srcId="{8F34C31C-22F3-4275-9A27-1073F03F2E47}" destId="{44F22D98-921F-40BE-8DE1-4F4A710EB99A}" srcOrd="5" destOrd="0" presId="urn:microsoft.com/office/officeart/2018/2/layout/IconVerticalSolidList"/>
    <dgm:cxn modelId="{3EE506BB-A78D-40CC-948E-FF69AEC633E8}" type="presParOf" srcId="{8F34C31C-22F3-4275-9A27-1073F03F2E47}" destId="{1692F8CB-7DFA-486E-BDC6-0D22FF4B5484}" srcOrd="6" destOrd="0" presId="urn:microsoft.com/office/officeart/2018/2/layout/IconVerticalSolidList"/>
    <dgm:cxn modelId="{EE33D592-3945-48AA-AE45-88AFE6EC51C5}" type="presParOf" srcId="{1692F8CB-7DFA-486E-BDC6-0D22FF4B5484}" destId="{831D08B0-D312-40D9-827F-0F2B580680FF}" srcOrd="0" destOrd="0" presId="urn:microsoft.com/office/officeart/2018/2/layout/IconVerticalSolidList"/>
    <dgm:cxn modelId="{40C7AB2A-4C24-4D99-8983-86810E85C5D6}" type="presParOf" srcId="{1692F8CB-7DFA-486E-BDC6-0D22FF4B5484}" destId="{3D2227C2-4F14-461C-A5B2-1080E2706755}" srcOrd="1" destOrd="0" presId="urn:microsoft.com/office/officeart/2018/2/layout/IconVerticalSolidList"/>
    <dgm:cxn modelId="{35F9527D-F1AF-46A0-A499-F5052DAA7CD4}" type="presParOf" srcId="{1692F8CB-7DFA-486E-BDC6-0D22FF4B5484}" destId="{ECDAC713-B45C-4CFC-9902-CA7D5AE8448C}" srcOrd="2" destOrd="0" presId="urn:microsoft.com/office/officeart/2018/2/layout/IconVerticalSolidList"/>
    <dgm:cxn modelId="{F1A47935-C5B2-484B-A627-290AF2396539}" type="presParOf" srcId="{1692F8CB-7DFA-486E-BDC6-0D22FF4B5484}" destId="{7666B458-6D9D-4709-A35E-73445FABFCDD}" srcOrd="3" destOrd="0" presId="urn:microsoft.com/office/officeart/2018/2/layout/IconVerticalSolidList"/>
    <dgm:cxn modelId="{5219EB0A-64BC-46E1-BC64-4556D10D8B68}" type="presParOf" srcId="{8F34C31C-22F3-4275-9A27-1073F03F2E47}" destId="{6B05CBD4-A752-41BA-8DBA-E87AF209DF48}" srcOrd="7" destOrd="0" presId="urn:microsoft.com/office/officeart/2018/2/layout/IconVerticalSolidList"/>
    <dgm:cxn modelId="{4E68FF8F-FC5F-48E6-8380-6DFE0A2255FA}" type="presParOf" srcId="{8F34C31C-22F3-4275-9A27-1073F03F2E47}" destId="{80441AEF-A967-4539-B602-D9903166AAF6}" srcOrd="8" destOrd="0" presId="urn:microsoft.com/office/officeart/2018/2/layout/IconVerticalSolidList"/>
    <dgm:cxn modelId="{05A3E3BE-6C97-4FC0-A47E-FF18162EC506}" type="presParOf" srcId="{80441AEF-A967-4539-B602-D9903166AAF6}" destId="{43911CCA-2827-4F9F-853D-88273C6A64D6}" srcOrd="0" destOrd="0" presId="urn:microsoft.com/office/officeart/2018/2/layout/IconVerticalSolidList"/>
    <dgm:cxn modelId="{A75079BD-DA4B-4D39-A6FA-162D388942E6}" type="presParOf" srcId="{80441AEF-A967-4539-B602-D9903166AAF6}" destId="{95360800-95CE-44AE-91DD-05B6345893E1}" srcOrd="1" destOrd="0" presId="urn:microsoft.com/office/officeart/2018/2/layout/IconVerticalSolidList"/>
    <dgm:cxn modelId="{C755BBEF-ECC1-4626-A35C-43A0533C46EE}" type="presParOf" srcId="{80441AEF-A967-4539-B602-D9903166AAF6}" destId="{85B500BB-9D0A-4034-A57A-94A38867B3AC}" srcOrd="2" destOrd="0" presId="urn:microsoft.com/office/officeart/2018/2/layout/IconVerticalSolidList"/>
    <dgm:cxn modelId="{B7EC3EA2-4A62-446D-B31A-1A097799A21F}" type="presParOf" srcId="{80441AEF-A967-4539-B602-D9903166AAF6}" destId="{51D7440B-78E2-4DFA-B314-F005F230E9D6}" srcOrd="3" destOrd="0" presId="urn:microsoft.com/office/officeart/2018/2/layout/IconVerticalSolidList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3.xml><?xml version="1.0" encoding="utf-8"?>
<dgm:dataModel xmlns:dgm="http://schemas.openxmlformats.org/drawingml/2006/diagram" xmlns:a="http://schemas.openxmlformats.org/drawingml/2006/main">
  <dgm:ptLst>
    <dgm:pt modelId="{AAA8816A-D64C-4DF9-9967-7EFB509C26C4}" type="doc">
      <dgm:prSet loTypeId="urn:microsoft.com/office/officeart/2018/2/layout/IconVerticalSolidList" loCatId="icon" qsTypeId="urn:microsoft.com/office/officeart/2005/8/quickstyle/simple1" qsCatId="simple" csTypeId="urn:microsoft.com/office/officeart/2018/5/colors/Iconchunking_neutralbg_colorful1" csCatId="colorful" phldr="1"/>
      <dgm:spPr/>
      <dgm:t>
        <a:bodyPr/>
        <a:lstStyle/>
        <a:p>
          <a:endParaRPr lang="en-US"/>
        </a:p>
      </dgm:t>
    </dgm:pt>
    <dgm:pt modelId="{F93BB438-53DD-4A42-97F3-4E026459CC62}">
      <dgm:prSet/>
      <dgm:spPr/>
      <dgm:t>
        <a:bodyPr/>
        <a:lstStyle/>
        <a:p>
          <a:r>
            <a:rPr lang="en-GB" b="1" dirty="0"/>
            <a:t>Pay‑as‑you‑go</a:t>
          </a:r>
          <a:r>
            <a:rPr lang="en-GB" dirty="0"/>
            <a:t>:</a:t>
          </a:r>
          <a:br>
            <a:rPr lang="en-GB" dirty="0"/>
          </a:br>
          <a:r>
            <a:rPr lang="en-GB" dirty="0"/>
            <a:t>like an electricity bill</a:t>
          </a:r>
          <a:endParaRPr lang="en-US" dirty="0"/>
        </a:p>
      </dgm:t>
    </dgm:pt>
    <dgm:pt modelId="{E95E75FD-C5A6-4FE4-A56C-4C6851F2BC93}" type="parTrans" cxnId="{F2B91BAD-1BF3-4D66-A1A1-82ED99F085E9}">
      <dgm:prSet/>
      <dgm:spPr/>
      <dgm:t>
        <a:bodyPr/>
        <a:lstStyle/>
        <a:p>
          <a:endParaRPr lang="en-US"/>
        </a:p>
      </dgm:t>
    </dgm:pt>
    <dgm:pt modelId="{9112A035-57C6-4188-B305-521EE6DF2D3F}" type="sibTrans" cxnId="{F2B91BAD-1BF3-4D66-A1A1-82ED99F085E9}">
      <dgm:prSet/>
      <dgm:spPr/>
      <dgm:t>
        <a:bodyPr/>
        <a:lstStyle/>
        <a:p>
          <a:endParaRPr lang="en-US"/>
        </a:p>
      </dgm:t>
    </dgm:pt>
    <dgm:pt modelId="{E5F98BE4-2904-4B07-9846-881605E2DFD5}">
      <dgm:prSet/>
      <dgm:spPr/>
      <dgm:t>
        <a:bodyPr/>
        <a:lstStyle/>
        <a:p>
          <a:r>
            <a:rPr lang="en-GB" b="1" dirty="0"/>
            <a:t>Reserved options</a:t>
          </a:r>
          <a:r>
            <a:rPr lang="en-GB" dirty="0"/>
            <a:t>: </a:t>
          </a:r>
          <a:br>
            <a:rPr lang="en-GB" dirty="0"/>
          </a:br>
          <a:r>
            <a:rPr lang="en-GB" dirty="0"/>
            <a:t>cheaper if you commit long‑term</a:t>
          </a:r>
          <a:endParaRPr lang="en-US" dirty="0"/>
        </a:p>
      </dgm:t>
    </dgm:pt>
    <dgm:pt modelId="{D93379D8-616C-428B-A83A-B0AD9852E8F8}" type="parTrans" cxnId="{251FA7C1-CEFD-4DDF-B79E-DB933CDF6134}">
      <dgm:prSet/>
      <dgm:spPr/>
      <dgm:t>
        <a:bodyPr/>
        <a:lstStyle/>
        <a:p>
          <a:endParaRPr lang="en-US"/>
        </a:p>
      </dgm:t>
    </dgm:pt>
    <dgm:pt modelId="{BFF8C309-6952-461E-AEB1-0E7342339D70}" type="sibTrans" cxnId="{251FA7C1-CEFD-4DDF-B79E-DB933CDF6134}">
      <dgm:prSet/>
      <dgm:spPr/>
      <dgm:t>
        <a:bodyPr/>
        <a:lstStyle/>
        <a:p>
          <a:endParaRPr lang="en-US"/>
        </a:p>
      </dgm:t>
    </dgm:pt>
    <dgm:pt modelId="{144EF902-762C-4449-AEBC-CE3A3C0EE4F1}">
      <dgm:prSet/>
      <dgm:spPr/>
      <dgm:t>
        <a:bodyPr/>
        <a:lstStyle/>
        <a:p>
          <a:r>
            <a:rPr lang="en-GB" b="1" dirty="0"/>
            <a:t>Serverless</a:t>
          </a:r>
          <a:r>
            <a:rPr lang="en-GB" dirty="0"/>
            <a:t>: </a:t>
          </a:r>
          <a:br>
            <a:rPr lang="en-GB" dirty="0"/>
          </a:br>
          <a:r>
            <a:rPr lang="en-GB" dirty="0"/>
            <a:t>pay only when your code runs</a:t>
          </a:r>
          <a:endParaRPr lang="en-US" dirty="0"/>
        </a:p>
      </dgm:t>
    </dgm:pt>
    <dgm:pt modelId="{64524FB7-A7ED-489D-82F1-46A533432485}" type="parTrans" cxnId="{7940D551-C014-4E58-96BD-BB3272251A94}">
      <dgm:prSet/>
      <dgm:spPr/>
      <dgm:t>
        <a:bodyPr/>
        <a:lstStyle/>
        <a:p>
          <a:endParaRPr lang="en-US"/>
        </a:p>
      </dgm:t>
    </dgm:pt>
    <dgm:pt modelId="{887E9407-BA75-498F-ABD7-078990AF61BB}" type="sibTrans" cxnId="{7940D551-C014-4E58-96BD-BB3272251A94}">
      <dgm:prSet/>
      <dgm:spPr/>
      <dgm:t>
        <a:bodyPr/>
        <a:lstStyle/>
        <a:p>
          <a:endParaRPr lang="en-US"/>
        </a:p>
      </dgm:t>
    </dgm:pt>
    <dgm:pt modelId="{A5F20CB3-6AD6-46D2-94D2-69BE65C645F3}">
      <dgm:prSet/>
      <dgm:spPr/>
      <dgm:t>
        <a:bodyPr/>
        <a:lstStyle/>
        <a:p>
          <a:r>
            <a:rPr lang="en-GB" b="1" dirty="0"/>
            <a:t>Turn things off </a:t>
          </a:r>
          <a:r>
            <a:rPr lang="en-GB" dirty="0"/>
            <a:t>when not needed to save money</a:t>
          </a:r>
          <a:endParaRPr lang="en-US" dirty="0"/>
        </a:p>
      </dgm:t>
    </dgm:pt>
    <dgm:pt modelId="{A8347A74-693A-4142-A32C-D9D5C4E8BEBD}" type="parTrans" cxnId="{FC59284C-9792-49A0-B875-133E548A6184}">
      <dgm:prSet/>
      <dgm:spPr/>
      <dgm:t>
        <a:bodyPr/>
        <a:lstStyle/>
        <a:p>
          <a:endParaRPr lang="en-US"/>
        </a:p>
      </dgm:t>
    </dgm:pt>
    <dgm:pt modelId="{C1F32A08-0483-404B-B8B4-1136737EAC9E}" type="sibTrans" cxnId="{FC59284C-9792-49A0-B875-133E548A6184}">
      <dgm:prSet/>
      <dgm:spPr/>
      <dgm:t>
        <a:bodyPr/>
        <a:lstStyle/>
        <a:p>
          <a:endParaRPr lang="en-US"/>
        </a:p>
      </dgm:t>
    </dgm:pt>
    <dgm:pt modelId="{DB2ADB79-1544-479D-99A2-0CC91A791691}" type="pres">
      <dgm:prSet presAssocID="{AAA8816A-D64C-4DF9-9967-7EFB509C26C4}" presName="root" presStyleCnt="0">
        <dgm:presLayoutVars>
          <dgm:dir/>
          <dgm:resizeHandles val="exact"/>
        </dgm:presLayoutVars>
      </dgm:prSet>
      <dgm:spPr/>
    </dgm:pt>
    <dgm:pt modelId="{83FDB43C-DC14-4EAC-A2AC-08D22C0EF219}" type="pres">
      <dgm:prSet presAssocID="{F93BB438-53DD-4A42-97F3-4E026459CC62}" presName="compNode" presStyleCnt="0"/>
      <dgm:spPr/>
    </dgm:pt>
    <dgm:pt modelId="{49988D69-6658-485B-8DF0-B7B642918883}" type="pres">
      <dgm:prSet presAssocID="{F93BB438-53DD-4A42-97F3-4E026459CC62}" presName="bgRect" presStyleLbl="bgShp" presStyleIdx="0" presStyleCnt="4"/>
      <dgm:spPr/>
    </dgm:pt>
    <dgm:pt modelId="{566772F5-4127-41CA-87E9-0854E6E4D830}" type="pres">
      <dgm:prSet presAssocID="{F93BB438-53DD-4A42-97F3-4E026459CC62}" presName="iconRect" presStyleLbl="node1" presStyleIdx="0" presStyleCnt="4"/>
      <dgm:spPr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Dollar"/>
        </a:ext>
      </dgm:extLst>
    </dgm:pt>
    <dgm:pt modelId="{4350C164-55C9-4398-B1A1-61E34E0DE838}" type="pres">
      <dgm:prSet presAssocID="{F93BB438-53DD-4A42-97F3-4E026459CC62}" presName="spaceRect" presStyleCnt="0"/>
      <dgm:spPr/>
    </dgm:pt>
    <dgm:pt modelId="{781BC199-E615-4C0D-9A75-B398EFF5196E}" type="pres">
      <dgm:prSet presAssocID="{F93BB438-53DD-4A42-97F3-4E026459CC62}" presName="parTx" presStyleLbl="revTx" presStyleIdx="0" presStyleCnt="4">
        <dgm:presLayoutVars>
          <dgm:chMax val="0"/>
          <dgm:chPref val="0"/>
        </dgm:presLayoutVars>
      </dgm:prSet>
      <dgm:spPr/>
    </dgm:pt>
    <dgm:pt modelId="{FE885F0F-033B-4158-B8F5-B9239E9B3390}" type="pres">
      <dgm:prSet presAssocID="{9112A035-57C6-4188-B305-521EE6DF2D3F}" presName="sibTrans" presStyleCnt="0"/>
      <dgm:spPr/>
    </dgm:pt>
    <dgm:pt modelId="{5C455437-4BAC-40AB-8369-2B3AFDE3D068}" type="pres">
      <dgm:prSet presAssocID="{E5F98BE4-2904-4B07-9846-881605E2DFD5}" presName="compNode" presStyleCnt="0"/>
      <dgm:spPr/>
    </dgm:pt>
    <dgm:pt modelId="{2F915424-478D-4B39-8EFF-D3C5D832D889}" type="pres">
      <dgm:prSet presAssocID="{E5F98BE4-2904-4B07-9846-881605E2DFD5}" presName="bgRect" presStyleLbl="bgShp" presStyleIdx="1" presStyleCnt="4"/>
      <dgm:spPr/>
    </dgm:pt>
    <dgm:pt modelId="{34B29B2F-92F2-4867-B628-97A80FFD639F}" type="pres">
      <dgm:prSet presAssocID="{E5F98BE4-2904-4B07-9846-881605E2DFD5}" presName="iconRect" presStyleLbl="node1" presStyleIdx="1" presStyleCnt="4"/>
      <dgm:spPr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Money"/>
        </a:ext>
      </dgm:extLst>
    </dgm:pt>
    <dgm:pt modelId="{817C170F-A887-44F4-8CAB-E5AF52FF251E}" type="pres">
      <dgm:prSet presAssocID="{E5F98BE4-2904-4B07-9846-881605E2DFD5}" presName="spaceRect" presStyleCnt="0"/>
      <dgm:spPr/>
    </dgm:pt>
    <dgm:pt modelId="{EB88D003-AEC0-4669-AE68-37C8BDD18B0C}" type="pres">
      <dgm:prSet presAssocID="{E5F98BE4-2904-4B07-9846-881605E2DFD5}" presName="parTx" presStyleLbl="revTx" presStyleIdx="1" presStyleCnt="4">
        <dgm:presLayoutVars>
          <dgm:chMax val="0"/>
          <dgm:chPref val="0"/>
        </dgm:presLayoutVars>
      </dgm:prSet>
      <dgm:spPr/>
    </dgm:pt>
    <dgm:pt modelId="{D1F279E7-8C6D-488F-8598-D9CA39302131}" type="pres">
      <dgm:prSet presAssocID="{BFF8C309-6952-461E-AEB1-0E7342339D70}" presName="sibTrans" presStyleCnt="0"/>
      <dgm:spPr/>
    </dgm:pt>
    <dgm:pt modelId="{98D65A92-BA20-4448-B53A-C25BE8BDE0BC}" type="pres">
      <dgm:prSet presAssocID="{144EF902-762C-4449-AEBC-CE3A3C0EE4F1}" presName="compNode" presStyleCnt="0"/>
      <dgm:spPr/>
    </dgm:pt>
    <dgm:pt modelId="{6FBA35E4-FFFF-4CD6-8DFF-D4F50F4465E5}" type="pres">
      <dgm:prSet presAssocID="{144EF902-762C-4449-AEBC-CE3A3C0EE4F1}" presName="bgRect" presStyleLbl="bgShp" presStyleIdx="2" presStyleCnt="4"/>
      <dgm:spPr/>
    </dgm:pt>
    <dgm:pt modelId="{A1322B35-5917-496D-B4CC-0D0D44317196}" type="pres">
      <dgm:prSet presAssocID="{144EF902-762C-4449-AEBC-CE3A3C0EE4F1}" presName="iconRect" presStyleLbl="node1" presStyleIdx="2" presStyleCnt="4"/>
      <dgm:spPr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Processor"/>
        </a:ext>
      </dgm:extLst>
    </dgm:pt>
    <dgm:pt modelId="{38FE9E86-0A25-439C-A694-B277C9F269EF}" type="pres">
      <dgm:prSet presAssocID="{144EF902-762C-4449-AEBC-CE3A3C0EE4F1}" presName="spaceRect" presStyleCnt="0"/>
      <dgm:spPr/>
    </dgm:pt>
    <dgm:pt modelId="{98A9399A-53FD-449E-88B1-A60C46AA3CF0}" type="pres">
      <dgm:prSet presAssocID="{144EF902-762C-4449-AEBC-CE3A3C0EE4F1}" presName="parTx" presStyleLbl="revTx" presStyleIdx="2" presStyleCnt="4">
        <dgm:presLayoutVars>
          <dgm:chMax val="0"/>
          <dgm:chPref val="0"/>
        </dgm:presLayoutVars>
      </dgm:prSet>
      <dgm:spPr/>
    </dgm:pt>
    <dgm:pt modelId="{48BD5120-247A-4CCD-9CA5-60B7426B4064}" type="pres">
      <dgm:prSet presAssocID="{887E9407-BA75-498F-ABD7-078990AF61BB}" presName="sibTrans" presStyleCnt="0"/>
      <dgm:spPr/>
    </dgm:pt>
    <dgm:pt modelId="{2B9E8387-E0FC-4B2F-BAF6-2DF8C5898E87}" type="pres">
      <dgm:prSet presAssocID="{A5F20CB3-6AD6-46D2-94D2-69BE65C645F3}" presName="compNode" presStyleCnt="0"/>
      <dgm:spPr/>
    </dgm:pt>
    <dgm:pt modelId="{439F9BB1-2B9A-413E-9376-78F507BCCA8E}" type="pres">
      <dgm:prSet presAssocID="{A5F20CB3-6AD6-46D2-94D2-69BE65C645F3}" presName="bgRect" presStyleLbl="bgShp" presStyleIdx="3" presStyleCnt="4"/>
      <dgm:spPr/>
    </dgm:pt>
    <dgm:pt modelId="{68D25B75-142E-4868-B9E6-BF5BC56C50E6}" type="pres">
      <dgm:prSet presAssocID="{A5F20CB3-6AD6-46D2-94D2-69BE65C645F3}" presName="iconRect" presStyleLbl="node1" presStyleIdx="3" presStyleCnt="4"/>
      <dgm:spPr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Piggy Bank"/>
        </a:ext>
      </dgm:extLst>
    </dgm:pt>
    <dgm:pt modelId="{402AF48B-2ADB-40F7-8344-CBED16815F47}" type="pres">
      <dgm:prSet presAssocID="{A5F20CB3-6AD6-46D2-94D2-69BE65C645F3}" presName="spaceRect" presStyleCnt="0"/>
      <dgm:spPr/>
    </dgm:pt>
    <dgm:pt modelId="{DF66FEEF-8128-4AAA-ABC7-915CF46D6BBF}" type="pres">
      <dgm:prSet presAssocID="{A5F20CB3-6AD6-46D2-94D2-69BE65C645F3}" presName="parTx" presStyleLbl="revTx" presStyleIdx="3" presStyleCnt="4">
        <dgm:presLayoutVars>
          <dgm:chMax val="0"/>
          <dgm:chPref val="0"/>
        </dgm:presLayoutVars>
      </dgm:prSet>
      <dgm:spPr/>
    </dgm:pt>
  </dgm:ptLst>
  <dgm:cxnLst>
    <dgm:cxn modelId="{DB90A405-34EA-40A5-B316-74BB954BC9A4}" type="presOf" srcId="{AAA8816A-D64C-4DF9-9967-7EFB509C26C4}" destId="{DB2ADB79-1544-479D-99A2-0CC91A791691}" srcOrd="0" destOrd="0" presId="urn:microsoft.com/office/officeart/2018/2/layout/IconVerticalSolidList"/>
    <dgm:cxn modelId="{208ED011-4EB0-437D-912F-FA11DE424914}" type="presOf" srcId="{E5F98BE4-2904-4B07-9846-881605E2DFD5}" destId="{EB88D003-AEC0-4669-AE68-37C8BDD18B0C}" srcOrd="0" destOrd="0" presId="urn:microsoft.com/office/officeart/2018/2/layout/IconVerticalSolidList"/>
    <dgm:cxn modelId="{2140CF63-FEFD-481E-BBDD-AFCE8302B7B2}" type="presOf" srcId="{144EF902-762C-4449-AEBC-CE3A3C0EE4F1}" destId="{98A9399A-53FD-449E-88B1-A60C46AA3CF0}" srcOrd="0" destOrd="0" presId="urn:microsoft.com/office/officeart/2018/2/layout/IconVerticalSolidList"/>
    <dgm:cxn modelId="{FC59284C-9792-49A0-B875-133E548A6184}" srcId="{AAA8816A-D64C-4DF9-9967-7EFB509C26C4}" destId="{A5F20CB3-6AD6-46D2-94D2-69BE65C645F3}" srcOrd="3" destOrd="0" parTransId="{A8347A74-693A-4142-A32C-D9D5C4E8BEBD}" sibTransId="{C1F32A08-0483-404B-B8B4-1136737EAC9E}"/>
    <dgm:cxn modelId="{7940D551-C014-4E58-96BD-BB3272251A94}" srcId="{AAA8816A-D64C-4DF9-9967-7EFB509C26C4}" destId="{144EF902-762C-4449-AEBC-CE3A3C0EE4F1}" srcOrd="2" destOrd="0" parTransId="{64524FB7-A7ED-489D-82F1-46A533432485}" sibTransId="{887E9407-BA75-498F-ABD7-078990AF61BB}"/>
    <dgm:cxn modelId="{F2B91BAD-1BF3-4D66-A1A1-82ED99F085E9}" srcId="{AAA8816A-D64C-4DF9-9967-7EFB509C26C4}" destId="{F93BB438-53DD-4A42-97F3-4E026459CC62}" srcOrd="0" destOrd="0" parTransId="{E95E75FD-C5A6-4FE4-A56C-4C6851F2BC93}" sibTransId="{9112A035-57C6-4188-B305-521EE6DF2D3F}"/>
    <dgm:cxn modelId="{251FA7C1-CEFD-4DDF-B79E-DB933CDF6134}" srcId="{AAA8816A-D64C-4DF9-9967-7EFB509C26C4}" destId="{E5F98BE4-2904-4B07-9846-881605E2DFD5}" srcOrd="1" destOrd="0" parTransId="{D93379D8-616C-428B-A83A-B0AD9852E8F8}" sibTransId="{BFF8C309-6952-461E-AEB1-0E7342339D70}"/>
    <dgm:cxn modelId="{0B5F01E8-EFB7-4C9F-8ED6-B931388EA826}" type="presOf" srcId="{A5F20CB3-6AD6-46D2-94D2-69BE65C645F3}" destId="{DF66FEEF-8128-4AAA-ABC7-915CF46D6BBF}" srcOrd="0" destOrd="0" presId="urn:microsoft.com/office/officeart/2018/2/layout/IconVerticalSolidList"/>
    <dgm:cxn modelId="{9B88D4F2-0BAF-47C4-BDD5-301AC7D328B3}" type="presOf" srcId="{F93BB438-53DD-4A42-97F3-4E026459CC62}" destId="{781BC199-E615-4C0D-9A75-B398EFF5196E}" srcOrd="0" destOrd="0" presId="urn:microsoft.com/office/officeart/2018/2/layout/IconVerticalSolidList"/>
    <dgm:cxn modelId="{17BF4EB6-82A3-49E0-A0DA-F11536DCF993}" type="presParOf" srcId="{DB2ADB79-1544-479D-99A2-0CC91A791691}" destId="{83FDB43C-DC14-4EAC-A2AC-08D22C0EF219}" srcOrd="0" destOrd="0" presId="urn:microsoft.com/office/officeart/2018/2/layout/IconVerticalSolidList"/>
    <dgm:cxn modelId="{6DFF5F20-071E-4E3E-8C1F-84DAAD202985}" type="presParOf" srcId="{83FDB43C-DC14-4EAC-A2AC-08D22C0EF219}" destId="{49988D69-6658-485B-8DF0-B7B642918883}" srcOrd="0" destOrd="0" presId="urn:microsoft.com/office/officeart/2018/2/layout/IconVerticalSolidList"/>
    <dgm:cxn modelId="{5FDEA10D-85F7-42CF-B56E-B095C3D1B1D7}" type="presParOf" srcId="{83FDB43C-DC14-4EAC-A2AC-08D22C0EF219}" destId="{566772F5-4127-41CA-87E9-0854E6E4D830}" srcOrd="1" destOrd="0" presId="urn:microsoft.com/office/officeart/2018/2/layout/IconVerticalSolidList"/>
    <dgm:cxn modelId="{9D1B6DA9-3865-4DDC-93F3-53006418FC77}" type="presParOf" srcId="{83FDB43C-DC14-4EAC-A2AC-08D22C0EF219}" destId="{4350C164-55C9-4398-B1A1-61E34E0DE838}" srcOrd="2" destOrd="0" presId="urn:microsoft.com/office/officeart/2018/2/layout/IconVerticalSolidList"/>
    <dgm:cxn modelId="{92ED3053-A017-413B-9FDE-8C6DEB3B787F}" type="presParOf" srcId="{83FDB43C-DC14-4EAC-A2AC-08D22C0EF219}" destId="{781BC199-E615-4C0D-9A75-B398EFF5196E}" srcOrd="3" destOrd="0" presId="urn:microsoft.com/office/officeart/2018/2/layout/IconVerticalSolidList"/>
    <dgm:cxn modelId="{2D220BF1-9F60-43E6-96C5-3A854D60F648}" type="presParOf" srcId="{DB2ADB79-1544-479D-99A2-0CC91A791691}" destId="{FE885F0F-033B-4158-B8F5-B9239E9B3390}" srcOrd="1" destOrd="0" presId="urn:microsoft.com/office/officeart/2018/2/layout/IconVerticalSolidList"/>
    <dgm:cxn modelId="{8CCD9854-DF13-4134-A027-71674B446245}" type="presParOf" srcId="{DB2ADB79-1544-479D-99A2-0CC91A791691}" destId="{5C455437-4BAC-40AB-8369-2B3AFDE3D068}" srcOrd="2" destOrd="0" presId="urn:microsoft.com/office/officeart/2018/2/layout/IconVerticalSolidList"/>
    <dgm:cxn modelId="{5C5BD73E-E791-4E1E-8F9E-F6108F85087A}" type="presParOf" srcId="{5C455437-4BAC-40AB-8369-2B3AFDE3D068}" destId="{2F915424-478D-4B39-8EFF-D3C5D832D889}" srcOrd="0" destOrd="0" presId="urn:microsoft.com/office/officeart/2018/2/layout/IconVerticalSolidList"/>
    <dgm:cxn modelId="{EAB8629F-71DE-48B0-8664-F2EA7F37ACAD}" type="presParOf" srcId="{5C455437-4BAC-40AB-8369-2B3AFDE3D068}" destId="{34B29B2F-92F2-4867-B628-97A80FFD639F}" srcOrd="1" destOrd="0" presId="urn:microsoft.com/office/officeart/2018/2/layout/IconVerticalSolidList"/>
    <dgm:cxn modelId="{1E6861BA-99BA-431D-BCED-DB82126C9C23}" type="presParOf" srcId="{5C455437-4BAC-40AB-8369-2B3AFDE3D068}" destId="{817C170F-A887-44F4-8CAB-E5AF52FF251E}" srcOrd="2" destOrd="0" presId="urn:microsoft.com/office/officeart/2018/2/layout/IconVerticalSolidList"/>
    <dgm:cxn modelId="{68332F31-069B-4A3B-A723-81684AEDA79A}" type="presParOf" srcId="{5C455437-4BAC-40AB-8369-2B3AFDE3D068}" destId="{EB88D003-AEC0-4669-AE68-37C8BDD18B0C}" srcOrd="3" destOrd="0" presId="urn:microsoft.com/office/officeart/2018/2/layout/IconVerticalSolidList"/>
    <dgm:cxn modelId="{AB83D412-627D-4769-9BB3-FFD87810542E}" type="presParOf" srcId="{DB2ADB79-1544-479D-99A2-0CC91A791691}" destId="{D1F279E7-8C6D-488F-8598-D9CA39302131}" srcOrd="3" destOrd="0" presId="urn:microsoft.com/office/officeart/2018/2/layout/IconVerticalSolidList"/>
    <dgm:cxn modelId="{4D221A38-7C09-4C6F-A889-2A3FEA399281}" type="presParOf" srcId="{DB2ADB79-1544-479D-99A2-0CC91A791691}" destId="{98D65A92-BA20-4448-B53A-C25BE8BDE0BC}" srcOrd="4" destOrd="0" presId="urn:microsoft.com/office/officeart/2018/2/layout/IconVerticalSolidList"/>
    <dgm:cxn modelId="{8B293F75-4248-4EE1-934D-72E56478C407}" type="presParOf" srcId="{98D65A92-BA20-4448-B53A-C25BE8BDE0BC}" destId="{6FBA35E4-FFFF-4CD6-8DFF-D4F50F4465E5}" srcOrd="0" destOrd="0" presId="urn:microsoft.com/office/officeart/2018/2/layout/IconVerticalSolidList"/>
    <dgm:cxn modelId="{6037FBA2-9F36-4A41-8163-A5294B4BDBE4}" type="presParOf" srcId="{98D65A92-BA20-4448-B53A-C25BE8BDE0BC}" destId="{A1322B35-5917-496D-B4CC-0D0D44317196}" srcOrd="1" destOrd="0" presId="urn:microsoft.com/office/officeart/2018/2/layout/IconVerticalSolidList"/>
    <dgm:cxn modelId="{C67437A4-837E-4524-B9AB-DAD1CA67CAA9}" type="presParOf" srcId="{98D65A92-BA20-4448-B53A-C25BE8BDE0BC}" destId="{38FE9E86-0A25-439C-A694-B277C9F269EF}" srcOrd="2" destOrd="0" presId="urn:microsoft.com/office/officeart/2018/2/layout/IconVerticalSolidList"/>
    <dgm:cxn modelId="{38A3C9B7-16EB-4CB2-AA32-9332CCD6BCA0}" type="presParOf" srcId="{98D65A92-BA20-4448-B53A-C25BE8BDE0BC}" destId="{98A9399A-53FD-449E-88B1-A60C46AA3CF0}" srcOrd="3" destOrd="0" presId="urn:microsoft.com/office/officeart/2018/2/layout/IconVerticalSolidList"/>
    <dgm:cxn modelId="{E6B19D9E-D5B4-4CFE-A125-004699AEA474}" type="presParOf" srcId="{DB2ADB79-1544-479D-99A2-0CC91A791691}" destId="{48BD5120-247A-4CCD-9CA5-60B7426B4064}" srcOrd="5" destOrd="0" presId="urn:microsoft.com/office/officeart/2018/2/layout/IconVerticalSolidList"/>
    <dgm:cxn modelId="{54034881-A817-49FA-A6B5-1FD5AC2B4F84}" type="presParOf" srcId="{DB2ADB79-1544-479D-99A2-0CC91A791691}" destId="{2B9E8387-E0FC-4B2F-BAF6-2DF8C5898E87}" srcOrd="6" destOrd="0" presId="urn:microsoft.com/office/officeart/2018/2/layout/IconVerticalSolidList"/>
    <dgm:cxn modelId="{7B34A82D-A73B-4D6A-95DA-5D667E835CCD}" type="presParOf" srcId="{2B9E8387-E0FC-4B2F-BAF6-2DF8C5898E87}" destId="{439F9BB1-2B9A-413E-9376-78F507BCCA8E}" srcOrd="0" destOrd="0" presId="urn:microsoft.com/office/officeart/2018/2/layout/IconVerticalSolidList"/>
    <dgm:cxn modelId="{314F9FD3-15C0-439F-BCA2-DE8BF5FAD218}" type="presParOf" srcId="{2B9E8387-E0FC-4B2F-BAF6-2DF8C5898E87}" destId="{68D25B75-142E-4868-B9E6-BF5BC56C50E6}" srcOrd="1" destOrd="0" presId="urn:microsoft.com/office/officeart/2018/2/layout/IconVerticalSolidList"/>
    <dgm:cxn modelId="{69464ADE-4356-425B-9A61-37D064D24D66}" type="presParOf" srcId="{2B9E8387-E0FC-4B2F-BAF6-2DF8C5898E87}" destId="{402AF48B-2ADB-40F7-8344-CBED16815F47}" srcOrd="2" destOrd="0" presId="urn:microsoft.com/office/officeart/2018/2/layout/IconVerticalSolidList"/>
    <dgm:cxn modelId="{018A724C-C6BB-4469-A9C7-07CC2ECA3AE5}" type="presParOf" srcId="{2B9E8387-E0FC-4B2F-BAF6-2DF8C5898E87}" destId="{DF66FEEF-8128-4AAA-ABC7-915CF46D6BBF}" srcOrd="3" destOrd="0" presId="urn:microsoft.com/office/officeart/2018/2/layout/IconVerticalSolidList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4.xml><?xml version="1.0" encoding="utf-8"?>
<dgm:dataModel xmlns:dgm="http://schemas.openxmlformats.org/drawingml/2006/diagram" xmlns:a="http://schemas.openxmlformats.org/drawingml/2006/main">
  <dgm:ptLst>
    <dgm:pt modelId="{B76E423A-5298-4AE0-B254-3F6F7743D805}" type="doc">
      <dgm:prSet loTypeId="urn:microsoft.com/office/officeart/2005/8/layout/vList2" loCatId="list" qsTypeId="urn:microsoft.com/office/officeart/2005/8/quickstyle/simple1" qsCatId="simple" csTypeId="urn:microsoft.com/office/officeart/2005/8/colors/colorful3" csCatId="colorful" phldr="1"/>
      <dgm:spPr/>
      <dgm:t>
        <a:bodyPr/>
        <a:lstStyle/>
        <a:p>
          <a:endParaRPr lang="en-US"/>
        </a:p>
      </dgm:t>
    </dgm:pt>
    <dgm:pt modelId="{B68F1E0E-0173-4222-95B6-885AD52ABA6A}">
      <dgm:prSet custT="1"/>
      <dgm:spPr/>
      <dgm:t>
        <a:bodyPr/>
        <a:lstStyle/>
        <a:p>
          <a:r>
            <a:rPr lang="en-GB" sz="3200" dirty="0"/>
            <a:t>Create a server in minutes</a:t>
          </a:r>
          <a:endParaRPr lang="en-US" sz="3200" dirty="0"/>
        </a:p>
      </dgm:t>
    </dgm:pt>
    <dgm:pt modelId="{CC74A049-1706-4FF8-A806-0B1535228990}" type="parTrans" cxnId="{D2526F39-1EF4-4EB3-AB40-94B8C8D0AA2D}">
      <dgm:prSet/>
      <dgm:spPr/>
      <dgm:t>
        <a:bodyPr/>
        <a:lstStyle/>
        <a:p>
          <a:endParaRPr lang="en-US"/>
        </a:p>
      </dgm:t>
    </dgm:pt>
    <dgm:pt modelId="{CD64762A-DB9E-4463-9E0C-932A2EC24D2B}" type="sibTrans" cxnId="{D2526F39-1EF4-4EB3-AB40-94B8C8D0AA2D}">
      <dgm:prSet/>
      <dgm:spPr/>
      <dgm:t>
        <a:bodyPr/>
        <a:lstStyle/>
        <a:p>
          <a:endParaRPr lang="en-US"/>
        </a:p>
      </dgm:t>
    </dgm:pt>
    <dgm:pt modelId="{BB9FBB5E-14D3-467F-830E-64386C29DBCA}">
      <dgm:prSet custT="1"/>
      <dgm:spPr/>
      <dgm:t>
        <a:bodyPr/>
        <a:lstStyle/>
        <a:p>
          <a:r>
            <a:rPr lang="en-GB" sz="3200" dirty="0"/>
            <a:t>Choose CPU, RAM, storage, and region</a:t>
          </a:r>
          <a:endParaRPr lang="en-US" sz="3200" dirty="0"/>
        </a:p>
      </dgm:t>
    </dgm:pt>
    <dgm:pt modelId="{09FCFDA7-ADE6-43F2-B406-5F75C08ACA35}" type="parTrans" cxnId="{772C5273-2436-4642-A32F-4A46218E5BF7}">
      <dgm:prSet/>
      <dgm:spPr/>
      <dgm:t>
        <a:bodyPr/>
        <a:lstStyle/>
        <a:p>
          <a:endParaRPr lang="en-US"/>
        </a:p>
      </dgm:t>
    </dgm:pt>
    <dgm:pt modelId="{62F8E891-19FE-44FF-B398-942E66718E0F}" type="sibTrans" cxnId="{772C5273-2436-4642-A32F-4A46218E5BF7}">
      <dgm:prSet/>
      <dgm:spPr/>
      <dgm:t>
        <a:bodyPr/>
        <a:lstStyle/>
        <a:p>
          <a:endParaRPr lang="en-US"/>
        </a:p>
      </dgm:t>
    </dgm:pt>
    <dgm:pt modelId="{7105CEB2-C0BF-4154-8E50-9025F39B27CD}">
      <dgm:prSet custT="1"/>
      <dgm:spPr/>
      <dgm:t>
        <a:bodyPr/>
        <a:lstStyle/>
        <a:p>
          <a:r>
            <a:rPr lang="en-GB" sz="3200" dirty="0"/>
            <a:t>Scale up for busy periods, </a:t>
          </a:r>
          <a:br>
            <a:rPr lang="en-GB" sz="3200" dirty="0"/>
          </a:br>
          <a:r>
            <a:rPr lang="en-GB" sz="3200" dirty="0"/>
            <a:t>scale down when quiet</a:t>
          </a:r>
          <a:endParaRPr lang="en-US" sz="3200" dirty="0"/>
        </a:p>
      </dgm:t>
    </dgm:pt>
    <dgm:pt modelId="{CFD31B5C-0D91-4D54-9CFC-764FBF2AF377}" type="parTrans" cxnId="{09483527-B147-4395-A161-FF5CF16FDD2B}">
      <dgm:prSet/>
      <dgm:spPr/>
      <dgm:t>
        <a:bodyPr/>
        <a:lstStyle/>
        <a:p>
          <a:endParaRPr lang="en-US"/>
        </a:p>
      </dgm:t>
    </dgm:pt>
    <dgm:pt modelId="{B9BC4F02-6CF6-4406-8BC5-4242D40591A9}" type="sibTrans" cxnId="{09483527-B147-4395-A161-FF5CF16FDD2B}">
      <dgm:prSet/>
      <dgm:spPr/>
      <dgm:t>
        <a:bodyPr/>
        <a:lstStyle/>
        <a:p>
          <a:endParaRPr lang="en-US"/>
        </a:p>
      </dgm:t>
    </dgm:pt>
    <dgm:pt modelId="{C437AE07-E186-40F3-B3FD-6262913538EB}">
      <dgm:prSet custT="1"/>
      <dgm:spPr/>
      <dgm:t>
        <a:bodyPr/>
        <a:lstStyle/>
        <a:p>
          <a:r>
            <a:rPr lang="en-GB" sz="3200" dirty="0"/>
            <a:t>Great for dev, test, and production environments</a:t>
          </a:r>
          <a:endParaRPr lang="en-US" sz="3200" dirty="0"/>
        </a:p>
      </dgm:t>
    </dgm:pt>
    <dgm:pt modelId="{8819E882-C2C7-4B1F-B8D1-E630C84C080D}" type="parTrans" cxnId="{BA917142-FC9D-4763-9BA1-F193EBFCD374}">
      <dgm:prSet/>
      <dgm:spPr/>
      <dgm:t>
        <a:bodyPr/>
        <a:lstStyle/>
        <a:p>
          <a:endParaRPr lang="en-US"/>
        </a:p>
      </dgm:t>
    </dgm:pt>
    <dgm:pt modelId="{28E38084-18BB-40CF-9155-0CDC97676E54}" type="sibTrans" cxnId="{BA917142-FC9D-4763-9BA1-F193EBFCD374}">
      <dgm:prSet/>
      <dgm:spPr/>
      <dgm:t>
        <a:bodyPr/>
        <a:lstStyle/>
        <a:p>
          <a:endParaRPr lang="en-US"/>
        </a:p>
      </dgm:t>
    </dgm:pt>
    <dgm:pt modelId="{DB43E88F-88CC-466F-BC47-557CAC11A7B0}" type="pres">
      <dgm:prSet presAssocID="{B76E423A-5298-4AE0-B254-3F6F7743D805}" presName="linear" presStyleCnt="0">
        <dgm:presLayoutVars>
          <dgm:animLvl val="lvl"/>
          <dgm:resizeHandles val="exact"/>
        </dgm:presLayoutVars>
      </dgm:prSet>
      <dgm:spPr/>
    </dgm:pt>
    <dgm:pt modelId="{D0668815-0E94-4A6D-8910-F00D2D187E1D}" type="pres">
      <dgm:prSet presAssocID="{B68F1E0E-0173-4222-95B6-885AD52ABA6A}" presName="parentText" presStyleLbl="node1" presStyleIdx="0" presStyleCnt="4">
        <dgm:presLayoutVars>
          <dgm:chMax val="0"/>
          <dgm:bulletEnabled val="1"/>
        </dgm:presLayoutVars>
      </dgm:prSet>
      <dgm:spPr/>
    </dgm:pt>
    <dgm:pt modelId="{11B3A168-1D9F-4799-BA15-F40250C8D874}" type="pres">
      <dgm:prSet presAssocID="{CD64762A-DB9E-4463-9E0C-932A2EC24D2B}" presName="spacer" presStyleCnt="0"/>
      <dgm:spPr/>
    </dgm:pt>
    <dgm:pt modelId="{06CDE4A0-6955-4ED5-A087-A3018B1CD111}" type="pres">
      <dgm:prSet presAssocID="{BB9FBB5E-14D3-467F-830E-64386C29DBCA}" presName="parentText" presStyleLbl="node1" presStyleIdx="1" presStyleCnt="4">
        <dgm:presLayoutVars>
          <dgm:chMax val="0"/>
          <dgm:bulletEnabled val="1"/>
        </dgm:presLayoutVars>
      </dgm:prSet>
      <dgm:spPr/>
    </dgm:pt>
    <dgm:pt modelId="{CA5136E3-811A-40C0-96E0-F08B4F47EA8B}" type="pres">
      <dgm:prSet presAssocID="{62F8E891-19FE-44FF-B398-942E66718E0F}" presName="spacer" presStyleCnt="0"/>
      <dgm:spPr/>
    </dgm:pt>
    <dgm:pt modelId="{9036D769-BB76-49D4-AB01-22B61BB5E9F2}" type="pres">
      <dgm:prSet presAssocID="{7105CEB2-C0BF-4154-8E50-9025F39B27CD}" presName="parentText" presStyleLbl="node1" presStyleIdx="2" presStyleCnt="4">
        <dgm:presLayoutVars>
          <dgm:chMax val="0"/>
          <dgm:bulletEnabled val="1"/>
        </dgm:presLayoutVars>
      </dgm:prSet>
      <dgm:spPr/>
    </dgm:pt>
    <dgm:pt modelId="{67072DF4-7269-41A5-89A2-40592D036978}" type="pres">
      <dgm:prSet presAssocID="{B9BC4F02-6CF6-4406-8BC5-4242D40591A9}" presName="spacer" presStyleCnt="0"/>
      <dgm:spPr/>
    </dgm:pt>
    <dgm:pt modelId="{6AFC99CA-704C-417C-86D7-413D6866DD59}" type="pres">
      <dgm:prSet presAssocID="{C437AE07-E186-40F3-B3FD-6262913538EB}" presName="parentText" presStyleLbl="node1" presStyleIdx="3" presStyleCnt="4">
        <dgm:presLayoutVars>
          <dgm:chMax val="0"/>
          <dgm:bulletEnabled val="1"/>
        </dgm:presLayoutVars>
      </dgm:prSet>
      <dgm:spPr/>
    </dgm:pt>
  </dgm:ptLst>
  <dgm:cxnLst>
    <dgm:cxn modelId="{9D0F4A21-2C97-4303-B62D-F3B33817FE74}" type="presOf" srcId="{C437AE07-E186-40F3-B3FD-6262913538EB}" destId="{6AFC99CA-704C-417C-86D7-413D6866DD59}" srcOrd="0" destOrd="0" presId="urn:microsoft.com/office/officeart/2005/8/layout/vList2"/>
    <dgm:cxn modelId="{09483527-B147-4395-A161-FF5CF16FDD2B}" srcId="{B76E423A-5298-4AE0-B254-3F6F7743D805}" destId="{7105CEB2-C0BF-4154-8E50-9025F39B27CD}" srcOrd="2" destOrd="0" parTransId="{CFD31B5C-0D91-4D54-9CFC-764FBF2AF377}" sibTransId="{B9BC4F02-6CF6-4406-8BC5-4242D40591A9}"/>
    <dgm:cxn modelId="{D2526F39-1EF4-4EB3-AB40-94B8C8D0AA2D}" srcId="{B76E423A-5298-4AE0-B254-3F6F7743D805}" destId="{B68F1E0E-0173-4222-95B6-885AD52ABA6A}" srcOrd="0" destOrd="0" parTransId="{CC74A049-1706-4FF8-A806-0B1535228990}" sibTransId="{CD64762A-DB9E-4463-9E0C-932A2EC24D2B}"/>
    <dgm:cxn modelId="{BA917142-FC9D-4763-9BA1-F193EBFCD374}" srcId="{B76E423A-5298-4AE0-B254-3F6F7743D805}" destId="{C437AE07-E186-40F3-B3FD-6262913538EB}" srcOrd="3" destOrd="0" parTransId="{8819E882-C2C7-4B1F-B8D1-E630C84C080D}" sibTransId="{28E38084-18BB-40CF-9155-0CDC97676E54}"/>
    <dgm:cxn modelId="{772C5273-2436-4642-A32F-4A46218E5BF7}" srcId="{B76E423A-5298-4AE0-B254-3F6F7743D805}" destId="{BB9FBB5E-14D3-467F-830E-64386C29DBCA}" srcOrd="1" destOrd="0" parTransId="{09FCFDA7-ADE6-43F2-B406-5F75C08ACA35}" sibTransId="{62F8E891-19FE-44FF-B398-942E66718E0F}"/>
    <dgm:cxn modelId="{5E3FEF9D-992B-4943-95E6-D00E68835C91}" type="presOf" srcId="{B76E423A-5298-4AE0-B254-3F6F7743D805}" destId="{DB43E88F-88CC-466F-BC47-557CAC11A7B0}" srcOrd="0" destOrd="0" presId="urn:microsoft.com/office/officeart/2005/8/layout/vList2"/>
    <dgm:cxn modelId="{BE7271B4-4C6F-4F5E-ABC0-B57D035545CF}" type="presOf" srcId="{B68F1E0E-0173-4222-95B6-885AD52ABA6A}" destId="{D0668815-0E94-4A6D-8910-F00D2D187E1D}" srcOrd="0" destOrd="0" presId="urn:microsoft.com/office/officeart/2005/8/layout/vList2"/>
    <dgm:cxn modelId="{882A24B9-D207-41A0-88A5-DB9CE6031461}" type="presOf" srcId="{BB9FBB5E-14D3-467F-830E-64386C29DBCA}" destId="{06CDE4A0-6955-4ED5-A087-A3018B1CD111}" srcOrd="0" destOrd="0" presId="urn:microsoft.com/office/officeart/2005/8/layout/vList2"/>
    <dgm:cxn modelId="{A94EA9CD-CA0A-40EE-AD47-A306306E4AF5}" type="presOf" srcId="{7105CEB2-C0BF-4154-8E50-9025F39B27CD}" destId="{9036D769-BB76-49D4-AB01-22B61BB5E9F2}" srcOrd="0" destOrd="0" presId="urn:microsoft.com/office/officeart/2005/8/layout/vList2"/>
    <dgm:cxn modelId="{6168DFE8-C0A1-483D-9239-97B25E3B6897}" type="presParOf" srcId="{DB43E88F-88CC-466F-BC47-557CAC11A7B0}" destId="{D0668815-0E94-4A6D-8910-F00D2D187E1D}" srcOrd="0" destOrd="0" presId="urn:microsoft.com/office/officeart/2005/8/layout/vList2"/>
    <dgm:cxn modelId="{B26C2E9F-4F1E-445B-8F4D-66510B6C8A9F}" type="presParOf" srcId="{DB43E88F-88CC-466F-BC47-557CAC11A7B0}" destId="{11B3A168-1D9F-4799-BA15-F40250C8D874}" srcOrd="1" destOrd="0" presId="urn:microsoft.com/office/officeart/2005/8/layout/vList2"/>
    <dgm:cxn modelId="{3AA5952B-C604-4CDB-947B-C09F828A7174}" type="presParOf" srcId="{DB43E88F-88CC-466F-BC47-557CAC11A7B0}" destId="{06CDE4A0-6955-4ED5-A087-A3018B1CD111}" srcOrd="2" destOrd="0" presId="urn:microsoft.com/office/officeart/2005/8/layout/vList2"/>
    <dgm:cxn modelId="{71BA3D3A-AC3B-4F3C-A806-3E8C22277E2A}" type="presParOf" srcId="{DB43E88F-88CC-466F-BC47-557CAC11A7B0}" destId="{CA5136E3-811A-40C0-96E0-F08B4F47EA8B}" srcOrd="3" destOrd="0" presId="urn:microsoft.com/office/officeart/2005/8/layout/vList2"/>
    <dgm:cxn modelId="{1115003C-8157-43A7-84E5-6791960ED6B3}" type="presParOf" srcId="{DB43E88F-88CC-466F-BC47-557CAC11A7B0}" destId="{9036D769-BB76-49D4-AB01-22B61BB5E9F2}" srcOrd="4" destOrd="0" presId="urn:microsoft.com/office/officeart/2005/8/layout/vList2"/>
    <dgm:cxn modelId="{23530EE5-D66B-438B-9074-FA5151C487E4}" type="presParOf" srcId="{DB43E88F-88CC-466F-BC47-557CAC11A7B0}" destId="{67072DF4-7269-41A5-89A2-40592D036978}" srcOrd="5" destOrd="0" presId="urn:microsoft.com/office/officeart/2005/8/layout/vList2"/>
    <dgm:cxn modelId="{2061948C-82B6-4C28-80FA-ECAD4027B63D}" type="presParOf" srcId="{DB43E88F-88CC-466F-BC47-557CAC11A7B0}" destId="{6AFC99CA-704C-417C-86D7-413D6866DD59}" srcOrd="6" destOrd="0" presId="urn:microsoft.com/office/officeart/2005/8/layout/vList2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5.xml><?xml version="1.0" encoding="utf-8"?>
<dgm:dataModel xmlns:dgm="http://schemas.openxmlformats.org/drawingml/2006/diagram" xmlns:a="http://schemas.openxmlformats.org/drawingml/2006/main">
  <dgm:ptLst>
    <dgm:pt modelId="{166E23D4-713C-4542-AFDD-D24AFDC95485}" type="doc">
      <dgm:prSet loTypeId="urn:microsoft.com/office/officeart/2008/layout/LinedList" loCatId="list" qsTypeId="urn:microsoft.com/office/officeart/2005/8/quickstyle/simple1" qsCatId="simple" csTypeId="urn:microsoft.com/office/officeart/2005/8/colors/colorful2" csCatId="colorful" phldr="1"/>
      <dgm:spPr/>
      <dgm:t>
        <a:bodyPr/>
        <a:lstStyle/>
        <a:p>
          <a:endParaRPr lang="en-US"/>
        </a:p>
      </dgm:t>
    </dgm:pt>
    <dgm:pt modelId="{C0F1B85F-FFBF-4FC2-B823-2C06605D6856}">
      <dgm:prSet custT="1"/>
      <dgm:spPr/>
      <dgm:t>
        <a:bodyPr/>
        <a:lstStyle/>
        <a:p>
          <a:r>
            <a:rPr lang="en-GB" sz="2800" dirty="0"/>
            <a:t>Shares traffic across multiple servers</a:t>
          </a:r>
          <a:endParaRPr lang="en-US" sz="2800" dirty="0"/>
        </a:p>
      </dgm:t>
    </dgm:pt>
    <dgm:pt modelId="{7B486314-15F7-46BC-86FB-A1A42A982515}" type="parTrans" cxnId="{8B2FFBAF-E1B1-44BA-BB0F-F15DA32C6EE6}">
      <dgm:prSet/>
      <dgm:spPr/>
      <dgm:t>
        <a:bodyPr/>
        <a:lstStyle/>
        <a:p>
          <a:endParaRPr lang="en-US" sz="1400"/>
        </a:p>
      </dgm:t>
    </dgm:pt>
    <dgm:pt modelId="{3954F505-266A-4616-B988-29D42406D16A}" type="sibTrans" cxnId="{8B2FFBAF-E1B1-44BA-BB0F-F15DA32C6EE6}">
      <dgm:prSet/>
      <dgm:spPr/>
      <dgm:t>
        <a:bodyPr/>
        <a:lstStyle/>
        <a:p>
          <a:endParaRPr lang="en-US" sz="1400"/>
        </a:p>
      </dgm:t>
    </dgm:pt>
    <dgm:pt modelId="{BB203061-4151-4468-A197-DDF39BA32437}">
      <dgm:prSet custT="1"/>
      <dgm:spPr/>
      <dgm:t>
        <a:bodyPr/>
        <a:lstStyle/>
        <a:p>
          <a:r>
            <a:rPr lang="en-GB" sz="2800" dirty="0"/>
            <a:t>Prevents a server from overloading</a:t>
          </a:r>
          <a:endParaRPr lang="en-US" sz="2800" dirty="0"/>
        </a:p>
      </dgm:t>
    </dgm:pt>
    <dgm:pt modelId="{8DF1EF6E-EE18-467B-A9E9-23B4223B5F0D}" type="parTrans" cxnId="{707588DE-0840-4FDF-8B11-12C08D22AA74}">
      <dgm:prSet/>
      <dgm:spPr/>
      <dgm:t>
        <a:bodyPr/>
        <a:lstStyle/>
        <a:p>
          <a:endParaRPr lang="en-US" sz="1400"/>
        </a:p>
      </dgm:t>
    </dgm:pt>
    <dgm:pt modelId="{75A430EF-5C32-42EF-B595-2E20A804321F}" type="sibTrans" cxnId="{707588DE-0840-4FDF-8B11-12C08D22AA74}">
      <dgm:prSet/>
      <dgm:spPr/>
      <dgm:t>
        <a:bodyPr/>
        <a:lstStyle/>
        <a:p>
          <a:endParaRPr lang="en-US" sz="1400"/>
        </a:p>
      </dgm:t>
    </dgm:pt>
    <dgm:pt modelId="{C6066738-887A-41FB-B6F9-7EB74E33DA75}">
      <dgm:prSet custT="1"/>
      <dgm:spPr/>
      <dgm:t>
        <a:bodyPr/>
        <a:lstStyle/>
        <a:p>
          <a:r>
            <a:rPr lang="en-GB" sz="2800" dirty="0"/>
            <a:t>Helps apps stay fast and reliable</a:t>
          </a:r>
          <a:endParaRPr lang="en-US" sz="2800" dirty="0"/>
        </a:p>
      </dgm:t>
    </dgm:pt>
    <dgm:pt modelId="{E295DF2D-DB7E-4DAC-AC33-3CBB3AA68F63}" type="parTrans" cxnId="{A6C444DF-F9F1-4117-A562-8FF3110B58A7}">
      <dgm:prSet/>
      <dgm:spPr/>
      <dgm:t>
        <a:bodyPr/>
        <a:lstStyle/>
        <a:p>
          <a:endParaRPr lang="en-US" sz="1400"/>
        </a:p>
      </dgm:t>
    </dgm:pt>
    <dgm:pt modelId="{0150385D-4502-4114-B77E-B392EE3984FD}" type="sibTrans" cxnId="{A6C444DF-F9F1-4117-A562-8FF3110B58A7}">
      <dgm:prSet/>
      <dgm:spPr/>
      <dgm:t>
        <a:bodyPr/>
        <a:lstStyle/>
        <a:p>
          <a:endParaRPr lang="en-US" sz="1400"/>
        </a:p>
      </dgm:t>
    </dgm:pt>
    <dgm:pt modelId="{660DD38E-A9CD-4612-B262-2BE00F963CD7}">
      <dgm:prSet custT="1"/>
      <dgm:spPr/>
      <dgm:t>
        <a:bodyPr/>
        <a:lstStyle/>
        <a:p>
          <a:r>
            <a:rPr lang="en-GB" sz="2800" dirty="0"/>
            <a:t>Automatically sends traffic to other healthy servers if one fails</a:t>
          </a:r>
          <a:endParaRPr lang="en-US" sz="2800" dirty="0"/>
        </a:p>
      </dgm:t>
    </dgm:pt>
    <dgm:pt modelId="{C1EB1578-5755-4D68-800C-1E9FBE8205E2}" type="parTrans" cxnId="{391447DA-05FC-459A-A4BC-359429ED4E32}">
      <dgm:prSet/>
      <dgm:spPr/>
      <dgm:t>
        <a:bodyPr/>
        <a:lstStyle/>
        <a:p>
          <a:endParaRPr lang="en-US" sz="1400"/>
        </a:p>
      </dgm:t>
    </dgm:pt>
    <dgm:pt modelId="{74208DC7-438E-4762-8D76-7DCB5EEF8AA3}" type="sibTrans" cxnId="{391447DA-05FC-459A-A4BC-359429ED4E32}">
      <dgm:prSet/>
      <dgm:spPr/>
      <dgm:t>
        <a:bodyPr/>
        <a:lstStyle/>
        <a:p>
          <a:endParaRPr lang="en-US" sz="1400"/>
        </a:p>
      </dgm:t>
    </dgm:pt>
    <dgm:pt modelId="{2C182727-72C4-43B7-9CD9-B3383680CCC3}" type="pres">
      <dgm:prSet presAssocID="{166E23D4-713C-4542-AFDD-D24AFDC95485}" presName="vert0" presStyleCnt="0">
        <dgm:presLayoutVars>
          <dgm:dir/>
          <dgm:animOne val="branch"/>
          <dgm:animLvl val="lvl"/>
        </dgm:presLayoutVars>
      </dgm:prSet>
      <dgm:spPr/>
    </dgm:pt>
    <dgm:pt modelId="{99F39492-A071-4020-A84D-7D3641E96083}" type="pres">
      <dgm:prSet presAssocID="{C0F1B85F-FFBF-4FC2-B823-2C06605D6856}" presName="thickLine" presStyleLbl="alignNode1" presStyleIdx="0" presStyleCnt="4"/>
      <dgm:spPr/>
    </dgm:pt>
    <dgm:pt modelId="{01913681-A208-4804-AFAF-BF6FC2A328A8}" type="pres">
      <dgm:prSet presAssocID="{C0F1B85F-FFBF-4FC2-B823-2C06605D6856}" presName="horz1" presStyleCnt="0"/>
      <dgm:spPr/>
    </dgm:pt>
    <dgm:pt modelId="{161AF48C-A1F7-495F-880C-23866322AD85}" type="pres">
      <dgm:prSet presAssocID="{C0F1B85F-FFBF-4FC2-B823-2C06605D6856}" presName="tx1" presStyleLbl="revTx" presStyleIdx="0" presStyleCnt="4"/>
      <dgm:spPr/>
    </dgm:pt>
    <dgm:pt modelId="{B155A63E-A1D7-4D96-A726-9F49FF5115DA}" type="pres">
      <dgm:prSet presAssocID="{C0F1B85F-FFBF-4FC2-B823-2C06605D6856}" presName="vert1" presStyleCnt="0"/>
      <dgm:spPr/>
    </dgm:pt>
    <dgm:pt modelId="{0EFD3D82-35E0-4CC5-9B0F-C6BE0750BAD5}" type="pres">
      <dgm:prSet presAssocID="{BB203061-4151-4468-A197-DDF39BA32437}" presName="thickLine" presStyleLbl="alignNode1" presStyleIdx="1" presStyleCnt="4"/>
      <dgm:spPr/>
    </dgm:pt>
    <dgm:pt modelId="{3D9DA23B-4A56-46DE-A94D-54A4D9CE3F5F}" type="pres">
      <dgm:prSet presAssocID="{BB203061-4151-4468-A197-DDF39BA32437}" presName="horz1" presStyleCnt="0"/>
      <dgm:spPr/>
    </dgm:pt>
    <dgm:pt modelId="{E279D6E5-2156-458A-90EE-238C0BEE46D2}" type="pres">
      <dgm:prSet presAssocID="{BB203061-4151-4468-A197-DDF39BA32437}" presName="tx1" presStyleLbl="revTx" presStyleIdx="1" presStyleCnt="4"/>
      <dgm:spPr/>
    </dgm:pt>
    <dgm:pt modelId="{188455DA-D213-4EFC-9DD1-1A431324330B}" type="pres">
      <dgm:prSet presAssocID="{BB203061-4151-4468-A197-DDF39BA32437}" presName="vert1" presStyleCnt="0"/>
      <dgm:spPr/>
    </dgm:pt>
    <dgm:pt modelId="{C4DA6C23-9B54-4ACE-969A-6B942EEE3DA5}" type="pres">
      <dgm:prSet presAssocID="{C6066738-887A-41FB-B6F9-7EB74E33DA75}" presName="thickLine" presStyleLbl="alignNode1" presStyleIdx="2" presStyleCnt="4"/>
      <dgm:spPr/>
    </dgm:pt>
    <dgm:pt modelId="{C7C39701-3AE3-404D-8649-FDA25E021525}" type="pres">
      <dgm:prSet presAssocID="{C6066738-887A-41FB-B6F9-7EB74E33DA75}" presName="horz1" presStyleCnt="0"/>
      <dgm:spPr/>
    </dgm:pt>
    <dgm:pt modelId="{750CFBAB-F184-4C1C-9EF1-B81EC15954C8}" type="pres">
      <dgm:prSet presAssocID="{C6066738-887A-41FB-B6F9-7EB74E33DA75}" presName="tx1" presStyleLbl="revTx" presStyleIdx="2" presStyleCnt="4"/>
      <dgm:spPr/>
    </dgm:pt>
    <dgm:pt modelId="{54C082AF-0C71-4648-A860-A34107416254}" type="pres">
      <dgm:prSet presAssocID="{C6066738-887A-41FB-B6F9-7EB74E33DA75}" presName="vert1" presStyleCnt="0"/>
      <dgm:spPr/>
    </dgm:pt>
    <dgm:pt modelId="{412E215E-CCB1-4A7C-A327-E5B6C8CCAFE7}" type="pres">
      <dgm:prSet presAssocID="{660DD38E-A9CD-4612-B262-2BE00F963CD7}" presName="thickLine" presStyleLbl="alignNode1" presStyleIdx="3" presStyleCnt="4"/>
      <dgm:spPr/>
    </dgm:pt>
    <dgm:pt modelId="{C5FF771D-2C4D-4916-A400-6F792E9E9D00}" type="pres">
      <dgm:prSet presAssocID="{660DD38E-A9CD-4612-B262-2BE00F963CD7}" presName="horz1" presStyleCnt="0"/>
      <dgm:spPr/>
    </dgm:pt>
    <dgm:pt modelId="{9F7254BC-9A43-4A91-AD62-F675547F1179}" type="pres">
      <dgm:prSet presAssocID="{660DD38E-A9CD-4612-B262-2BE00F963CD7}" presName="tx1" presStyleLbl="revTx" presStyleIdx="3" presStyleCnt="4"/>
      <dgm:spPr/>
    </dgm:pt>
    <dgm:pt modelId="{E713FCC1-B5C1-49EF-8DDB-86BA28BD7D0A}" type="pres">
      <dgm:prSet presAssocID="{660DD38E-A9CD-4612-B262-2BE00F963CD7}" presName="vert1" presStyleCnt="0"/>
      <dgm:spPr/>
    </dgm:pt>
  </dgm:ptLst>
  <dgm:cxnLst>
    <dgm:cxn modelId="{D2068508-FED1-49B9-A3E9-61D71A1FA842}" type="presOf" srcId="{C6066738-887A-41FB-B6F9-7EB74E33DA75}" destId="{750CFBAB-F184-4C1C-9EF1-B81EC15954C8}" srcOrd="0" destOrd="0" presId="urn:microsoft.com/office/officeart/2008/layout/LinedList"/>
    <dgm:cxn modelId="{DA4F525B-C48D-4EA0-88FF-A57D73D92949}" type="presOf" srcId="{BB203061-4151-4468-A197-DDF39BA32437}" destId="{E279D6E5-2156-458A-90EE-238C0BEE46D2}" srcOrd="0" destOrd="0" presId="urn:microsoft.com/office/officeart/2008/layout/LinedList"/>
    <dgm:cxn modelId="{8B2FFBAF-E1B1-44BA-BB0F-F15DA32C6EE6}" srcId="{166E23D4-713C-4542-AFDD-D24AFDC95485}" destId="{C0F1B85F-FFBF-4FC2-B823-2C06605D6856}" srcOrd="0" destOrd="0" parTransId="{7B486314-15F7-46BC-86FB-A1A42A982515}" sibTransId="{3954F505-266A-4616-B988-29D42406D16A}"/>
    <dgm:cxn modelId="{3DE652B0-89AF-4DFF-8D59-2DEA8F0B65D7}" type="presOf" srcId="{166E23D4-713C-4542-AFDD-D24AFDC95485}" destId="{2C182727-72C4-43B7-9CD9-B3383680CCC3}" srcOrd="0" destOrd="0" presId="urn:microsoft.com/office/officeart/2008/layout/LinedList"/>
    <dgm:cxn modelId="{DF951AC6-5CB1-4285-8A56-ADCC575FBA4D}" type="presOf" srcId="{660DD38E-A9CD-4612-B262-2BE00F963CD7}" destId="{9F7254BC-9A43-4A91-AD62-F675547F1179}" srcOrd="0" destOrd="0" presId="urn:microsoft.com/office/officeart/2008/layout/LinedList"/>
    <dgm:cxn modelId="{391447DA-05FC-459A-A4BC-359429ED4E32}" srcId="{166E23D4-713C-4542-AFDD-D24AFDC95485}" destId="{660DD38E-A9CD-4612-B262-2BE00F963CD7}" srcOrd="3" destOrd="0" parTransId="{C1EB1578-5755-4D68-800C-1E9FBE8205E2}" sibTransId="{74208DC7-438E-4762-8D76-7DCB5EEF8AA3}"/>
    <dgm:cxn modelId="{707588DE-0840-4FDF-8B11-12C08D22AA74}" srcId="{166E23D4-713C-4542-AFDD-D24AFDC95485}" destId="{BB203061-4151-4468-A197-DDF39BA32437}" srcOrd="1" destOrd="0" parTransId="{8DF1EF6E-EE18-467B-A9E9-23B4223B5F0D}" sibTransId="{75A430EF-5C32-42EF-B595-2E20A804321F}"/>
    <dgm:cxn modelId="{A6C444DF-F9F1-4117-A562-8FF3110B58A7}" srcId="{166E23D4-713C-4542-AFDD-D24AFDC95485}" destId="{C6066738-887A-41FB-B6F9-7EB74E33DA75}" srcOrd="2" destOrd="0" parTransId="{E295DF2D-DB7E-4DAC-AC33-3CBB3AA68F63}" sibTransId="{0150385D-4502-4114-B77E-B392EE3984FD}"/>
    <dgm:cxn modelId="{933A6AE4-04AA-44F3-BC04-4FE8BF9EA0C1}" type="presOf" srcId="{C0F1B85F-FFBF-4FC2-B823-2C06605D6856}" destId="{161AF48C-A1F7-495F-880C-23866322AD85}" srcOrd="0" destOrd="0" presId="urn:microsoft.com/office/officeart/2008/layout/LinedList"/>
    <dgm:cxn modelId="{9DC54114-0C61-4F84-B09E-6D9161F85C1E}" type="presParOf" srcId="{2C182727-72C4-43B7-9CD9-B3383680CCC3}" destId="{99F39492-A071-4020-A84D-7D3641E96083}" srcOrd="0" destOrd="0" presId="urn:microsoft.com/office/officeart/2008/layout/LinedList"/>
    <dgm:cxn modelId="{DE805E77-C999-4319-B46C-550DCBD31282}" type="presParOf" srcId="{2C182727-72C4-43B7-9CD9-B3383680CCC3}" destId="{01913681-A208-4804-AFAF-BF6FC2A328A8}" srcOrd="1" destOrd="0" presId="urn:microsoft.com/office/officeart/2008/layout/LinedList"/>
    <dgm:cxn modelId="{A6F4242C-24EB-4F02-9B46-44841D072833}" type="presParOf" srcId="{01913681-A208-4804-AFAF-BF6FC2A328A8}" destId="{161AF48C-A1F7-495F-880C-23866322AD85}" srcOrd="0" destOrd="0" presId="urn:microsoft.com/office/officeart/2008/layout/LinedList"/>
    <dgm:cxn modelId="{A58D2125-EEB4-4151-B2FF-A52AC7488CAF}" type="presParOf" srcId="{01913681-A208-4804-AFAF-BF6FC2A328A8}" destId="{B155A63E-A1D7-4D96-A726-9F49FF5115DA}" srcOrd="1" destOrd="0" presId="urn:microsoft.com/office/officeart/2008/layout/LinedList"/>
    <dgm:cxn modelId="{1BF92650-88E2-4B53-928F-4A5484473666}" type="presParOf" srcId="{2C182727-72C4-43B7-9CD9-B3383680CCC3}" destId="{0EFD3D82-35E0-4CC5-9B0F-C6BE0750BAD5}" srcOrd="2" destOrd="0" presId="urn:microsoft.com/office/officeart/2008/layout/LinedList"/>
    <dgm:cxn modelId="{6E0F52AC-36C9-4F64-AA66-A257C06DAC18}" type="presParOf" srcId="{2C182727-72C4-43B7-9CD9-B3383680CCC3}" destId="{3D9DA23B-4A56-46DE-A94D-54A4D9CE3F5F}" srcOrd="3" destOrd="0" presId="urn:microsoft.com/office/officeart/2008/layout/LinedList"/>
    <dgm:cxn modelId="{429891D2-62B4-4F82-962F-AB39B6E799F9}" type="presParOf" srcId="{3D9DA23B-4A56-46DE-A94D-54A4D9CE3F5F}" destId="{E279D6E5-2156-458A-90EE-238C0BEE46D2}" srcOrd="0" destOrd="0" presId="urn:microsoft.com/office/officeart/2008/layout/LinedList"/>
    <dgm:cxn modelId="{2B820990-390A-4180-A37B-25113668DAA2}" type="presParOf" srcId="{3D9DA23B-4A56-46DE-A94D-54A4D9CE3F5F}" destId="{188455DA-D213-4EFC-9DD1-1A431324330B}" srcOrd="1" destOrd="0" presId="urn:microsoft.com/office/officeart/2008/layout/LinedList"/>
    <dgm:cxn modelId="{7CF47D95-3154-4B23-9345-E6A529F29066}" type="presParOf" srcId="{2C182727-72C4-43B7-9CD9-B3383680CCC3}" destId="{C4DA6C23-9B54-4ACE-969A-6B942EEE3DA5}" srcOrd="4" destOrd="0" presId="urn:microsoft.com/office/officeart/2008/layout/LinedList"/>
    <dgm:cxn modelId="{35EC613F-5DBB-4AEC-A7E6-8D53015BD4FA}" type="presParOf" srcId="{2C182727-72C4-43B7-9CD9-B3383680CCC3}" destId="{C7C39701-3AE3-404D-8649-FDA25E021525}" srcOrd="5" destOrd="0" presId="urn:microsoft.com/office/officeart/2008/layout/LinedList"/>
    <dgm:cxn modelId="{810D7402-76CF-4747-924D-604A74FA55FA}" type="presParOf" srcId="{C7C39701-3AE3-404D-8649-FDA25E021525}" destId="{750CFBAB-F184-4C1C-9EF1-B81EC15954C8}" srcOrd="0" destOrd="0" presId="urn:microsoft.com/office/officeart/2008/layout/LinedList"/>
    <dgm:cxn modelId="{D0DA7401-8C57-4993-BE2D-E690377E64BD}" type="presParOf" srcId="{C7C39701-3AE3-404D-8649-FDA25E021525}" destId="{54C082AF-0C71-4648-A860-A34107416254}" srcOrd="1" destOrd="0" presId="urn:microsoft.com/office/officeart/2008/layout/LinedList"/>
    <dgm:cxn modelId="{E469C254-61F0-448C-A000-CB7396E2739A}" type="presParOf" srcId="{2C182727-72C4-43B7-9CD9-B3383680CCC3}" destId="{412E215E-CCB1-4A7C-A327-E5B6C8CCAFE7}" srcOrd="6" destOrd="0" presId="urn:microsoft.com/office/officeart/2008/layout/LinedList"/>
    <dgm:cxn modelId="{B4F6395C-6BBD-42F9-B3A4-2475DB724D6B}" type="presParOf" srcId="{2C182727-72C4-43B7-9CD9-B3383680CCC3}" destId="{C5FF771D-2C4D-4916-A400-6F792E9E9D00}" srcOrd="7" destOrd="0" presId="urn:microsoft.com/office/officeart/2008/layout/LinedList"/>
    <dgm:cxn modelId="{4CD7F898-C393-46A8-B4A8-99AE4756960F}" type="presParOf" srcId="{C5FF771D-2C4D-4916-A400-6F792E9E9D00}" destId="{9F7254BC-9A43-4A91-AD62-F675547F1179}" srcOrd="0" destOrd="0" presId="urn:microsoft.com/office/officeart/2008/layout/LinedList"/>
    <dgm:cxn modelId="{2D69CE50-04BE-4F30-BA10-6EF867D690A2}" type="presParOf" srcId="{C5FF771D-2C4D-4916-A400-6F792E9E9D00}" destId="{E713FCC1-B5C1-49EF-8DDB-86BA28BD7D0A}" srcOrd="1" destOrd="0" presId="urn:microsoft.com/office/officeart/2008/layout/LinedList"/>
  </dgm:cxnLst>
  <dgm:bg/>
  <dgm:whole/>
  <dgm:extLst>
    <a:ext uri="http://schemas.microsoft.com/office/drawing/2008/diagram">
      <dsp:dataModelExt xmlns:dsp="http://schemas.microsoft.com/office/drawing/2008/diagram" relId="rId7" minVer="http://schemas.openxmlformats.org/drawingml/2006/diagram"/>
    </a:ext>
  </dgm:extLst>
</dgm:dataModel>
</file>

<file path=ppt/diagrams/data6.xml><?xml version="1.0" encoding="utf-8"?>
<dgm:dataModel xmlns:dgm="http://schemas.openxmlformats.org/drawingml/2006/diagram" xmlns:a="http://schemas.openxmlformats.org/drawingml/2006/main">
  <dgm:ptLst>
    <dgm:pt modelId="{063BE100-4AB0-464E-91F5-06F8D776EDB5}" type="doc">
      <dgm:prSet loTypeId="urn:microsoft.com/office/officeart/2018/2/layout/IconVerticalSolidList" loCatId="icon" qsTypeId="urn:microsoft.com/office/officeart/2005/8/quickstyle/simple1" qsCatId="simple" csTypeId="urn:microsoft.com/office/officeart/2018/5/colors/Iconchunking_neutralbg_colorful1" csCatId="colorful" phldr="1"/>
      <dgm:spPr/>
      <dgm:t>
        <a:bodyPr/>
        <a:lstStyle/>
        <a:p>
          <a:endParaRPr lang="en-US"/>
        </a:p>
      </dgm:t>
    </dgm:pt>
    <dgm:pt modelId="{B6162EC1-6DB2-4A1F-B2D9-80C2179F1C60}">
      <dgm:prSet/>
      <dgm:spPr/>
      <dgm:t>
        <a:bodyPr/>
        <a:lstStyle/>
        <a:p>
          <a:r>
            <a:rPr lang="en-GB"/>
            <a:t>Track CPU, memory, network, and errors</a:t>
          </a:r>
          <a:endParaRPr lang="en-US"/>
        </a:p>
      </dgm:t>
    </dgm:pt>
    <dgm:pt modelId="{33F38D38-2E64-4BCE-932F-EA43D60D5D8B}" type="parTrans" cxnId="{D431CD3A-27F1-42B6-86E9-0A69C3228943}">
      <dgm:prSet/>
      <dgm:spPr/>
      <dgm:t>
        <a:bodyPr/>
        <a:lstStyle/>
        <a:p>
          <a:endParaRPr lang="en-US"/>
        </a:p>
      </dgm:t>
    </dgm:pt>
    <dgm:pt modelId="{E17B29B3-FC9D-4FB6-9BD5-19DF6E0E6953}" type="sibTrans" cxnId="{D431CD3A-27F1-42B6-86E9-0A69C3228943}">
      <dgm:prSet/>
      <dgm:spPr/>
      <dgm:t>
        <a:bodyPr/>
        <a:lstStyle/>
        <a:p>
          <a:endParaRPr lang="en-US"/>
        </a:p>
      </dgm:t>
    </dgm:pt>
    <dgm:pt modelId="{1A9576B6-FB8C-4895-8693-38DC9CB210DD}">
      <dgm:prSet/>
      <dgm:spPr/>
      <dgm:t>
        <a:bodyPr/>
        <a:lstStyle/>
        <a:p>
          <a:r>
            <a:rPr lang="en-GB"/>
            <a:t>View logs to understand what happened</a:t>
          </a:r>
          <a:endParaRPr lang="en-US"/>
        </a:p>
      </dgm:t>
    </dgm:pt>
    <dgm:pt modelId="{B664BE21-34B9-4539-A777-0D27CCF0662F}" type="parTrans" cxnId="{EBD95170-0F9D-4ED1-A7E7-67819D81805D}">
      <dgm:prSet/>
      <dgm:spPr/>
      <dgm:t>
        <a:bodyPr/>
        <a:lstStyle/>
        <a:p>
          <a:endParaRPr lang="en-US"/>
        </a:p>
      </dgm:t>
    </dgm:pt>
    <dgm:pt modelId="{6981C320-7D47-4BEA-984F-FEC82A3A2749}" type="sibTrans" cxnId="{EBD95170-0F9D-4ED1-A7E7-67819D81805D}">
      <dgm:prSet/>
      <dgm:spPr/>
      <dgm:t>
        <a:bodyPr/>
        <a:lstStyle/>
        <a:p>
          <a:endParaRPr lang="en-US"/>
        </a:p>
      </dgm:t>
    </dgm:pt>
    <dgm:pt modelId="{5C921281-8885-4BD2-9A4C-D0CBAF382733}">
      <dgm:prSet/>
      <dgm:spPr/>
      <dgm:t>
        <a:bodyPr/>
        <a:lstStyle/>
        <a:p>
          <a:r>
            <a:rPr lang="en-GB"/>
            <a:t>Set alerts when something goes wrong</a:t>
          </a:r>
          <a:endParaRPr lang="en-US"/>
        </a:p>
      </dgm:t>
    </dgm:pt>
    <dgm:pt modelId="{4BE91079-DC87-44EF-9DC5-E16DC4587181}" type="parTrans" cxnId="{4078C606-6B95-4383-97BE-9CA0470E3711}">
      <dgm:prSet/>
      <dgm:spPr/>
      <dgm:t>
        <a:bodyPr/>
        <a:lstStyle/>
        <a:p>
          <a:endParaRPr lang="en-US"/>
        </a:p>
      </dgm:t>
    </dgm:pt>
    <dgm:pt modelId="{3C8E423D-AD9F-46E2-8BA7-9CA781508528}" type="sibTrans" cxnId="{4078C606-6B95-4383-97BE-9CA0470E3711}">
      <dgm:prSet/>
      <dgm:spPr/>
      <dgm:t>
        <a:bodyPr/>
        <a:lstStyle/>
        <a:p>
          <a:endParaRPr lang="en-US"/>
        </a:p>
      </dgm:t>
    </dgm:pt>
    <dgm:pt modelId="{010383EE-352E-4855-B5F9-05D029AC6669}">
      <dgm:prSet/>
      <dgm:spPr/>
      <dgm:t>
        <a:bodyPr/>
        <a:lstStyle/>
        <a:p>
          <a:r>
            <a:rPr lang="en-GB"/>
            <a:t>Helps keep apps stable and secure</a:t>
          </a:r>
          <a:endParaRPr lang="en-US"/>
        </a:p>
      </dgm:t>
    </dgm:pt>
    <dgm:pt modelId="{7A902DF0-D712-43FB-A54D-49AE761B8E4C}" type="parTrans" cxnId="{F3725508-3CD8-41B4-B583-6403CC94D7C0}">
      <dgm:prSet/>
      <dgm:spPr/>
      <dgm:t>
        <a:bodyPr/>
        <a:lstStyle/>
        <a:p>
          <a:endParaRPr lang="en-US"/>
        </a:p>
      </dgm:t>
    </dgm:pt>
    <dgm:pt modelId="{22051ECA-7983-4EBB-9A85-03C8E0FC6F56}" type="sibTrans" cxnId="{F3725508-3CD8-41B4-B583-6403CC94D7C0}">
      <dgm:prSet/>
      <dgm:spPr/>
      <dgm:t>
        <a:bodyPr/>
        <a:lstStyle/>
        <a:p>
          <a:endParaRPr lang="en-US"/>
        </a:p>
      </dgm:t>
    </dgm:pt>
    <dgm:pt modelId="{62F06D8F-F866-468E-9B11-3E4AD2180716}" type="pres">
      <dgm:prSet presAssocID="{063BE100-4AB0-464E-91F5-06F8D776EDB5}" presName="root" presStyleCnt="0">
        <dgm:presLayoutVars>
          <dgm:dir/>
          <dgm:resizeHandles val="exact"/>
        </dgm:presLayoutVars>
      </dgm:prSet>
      <dgm:spPr/>
    </dgm:pt>
    <dgm:pt modelId="{571A4776-05BB-4B8C-9577-5D219A35E150}" type="pres">
      <dgm:prSet presAssocID="{B6162EC1-6DB2-4A1F-B2D9-80C2179F1C60}" presName="compNode" presStyleCnt="0"/>
      <dgm:spPr/>
    </dgm:pt>
    <dgm:pt modelId="{4B63AC94-3F7F-4CB7-A709-EF5F0DBAE0D9}" type="pres">
      <dgm:prSet presAssocID="{B6162EC1-6DB2-4A1F-B2D9-80C2179F1C60}" presName="bgRect" presStyleLbl="bgShp" presStyleIdx="0" presStyleCnt="4"/>
      <dgm:spPr/>
    </dgm:pt>
    <dgm:pt modelId="{8144D233-4927-4DF1-A906-E6AA7D384A41}" type="pres">
      <dgm:prSet presAssocID="{B6162EC1-6DB2-4A1F-B2D9-80C2179F1C60}" presName="iconRect" presStyleLbl="node1" presStyleIdx="0" presStyleCnt="4"/>
      <dgm:spPr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Processor"/>
        </a:ext>
      </dgm:extLst>
    </dgm:pt>
    <dgm:pt modelId="{9AFD8347-7822-4E4B-8659-59E0F5EBEB6B}" type="pres">
      <dgm:prSet presAssocID="{B6162EC1-6DB2-4A1F-B2D9-80C2179F1C60}" presName="spaceRect" presStyleCnt="0"/>
      <dgm:spPr/>
    </dgm:pt>
    <dgm:pt modelId="{D7404756-C9B8-4F16-89EE-AD6784F936FB}" type="pres">
      <dgm:prSet presAssocID="{B6162EC1-6DB2-4A1F-B2D9-80C2179F1C60}" presName="parTx" presStyleLbl="revTx" presStyleIdx="0" presStyleCnt="4">
        <dgm:presLayoutVars>
          <dgm:chMax val="0"/>
          <dgm:chPref val="0"/>
        </dgm:presLayoutVars>
      </dgm:prSet>
      <dgm:spPr/>
    </dgm:pt>
    <dgm:pt modelId="{377B225E-54BC-46A1-98E4-DBAAE98774D7}" type="pres">
      <dgm:prSet presAssocID="{E17B29B3-FC9D-4FB6-9BD5-19DF6E0E6953}" presName="sibTrans" presStyleCnt="0"/>
      <dgm:spPr/>
    </dgm:pt>
    <dgm:pt modelId="{CD522680-D960-4B3A-9B8C-823ACEFE0FED}" type="pres">
      <dgm:prSet presAssocID="{1A9576B6-FB8C-4895-8693-38DC9CB210DD}" presName="compNode" presStyleCnt="0"/>
      <dgm:spPr/>
    </dgm:pt>
    <dgm:pt modelId="{5A68266F-C0A9-49AB-9F53-475D55F4C4E8}" type="pres">
      <dgm:prSet presAssocID="{1A9576B6-FB8C-4895-8693-38DC9CB210DD}" presName="bgRect" presStyleLbl="bgShp" presStyleIdx="1" presStyleCnt="4"/>
      <dgm:spPr/>
    </dgm:pt>
    <dgm:pt modelId="{1545201C-DF93-463B-A28D-1C9F574C0A4A}" type="pres">
      <dgm:prSet presAssocID="{1A9576B6-FB8C-4895-8693-38DC9CB210DD}" presName="iconRect" presStyleLbl="node1" presStyleIdx="1" presStyleCnt="4"/>
      <dgm:spPr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Magnifying glass"/>
        </a:ext>
      </dgm:extLst>
    </dgm:pt>
    <dgm:pt modelId="{6D26ACFA-DC31-411C-91F9-AD2821C09338}" type="pres">
      <dgm:prSet presAssocID="{1A9576B6-FB8C-4895-8693-38DC9CB210DD}" presName="spaceRect" presStyleCnt="0"/>
      <dgm:spPr/>
    </dgm:pt>
    <dgm:pt modelId="{6E2A8653-42ED-4932-844C-FF5B783E8CD5}" type="pres">
      <dgm:prSet presAssocID="{1A9576B6-FB8C-4895-8693-38DC9CB210DD}" presName="parTx" presStyleLbl="revTx" presStyleIdx="1" presStyleCnt="4">
        <dgm:presLayoutVars>
          <dgm:chMax val="0"/>
          <dgm:chPref val="0"/>
        </dgm:presLayoutVars>
      </dgm:prSet>
      <dgm:spPr/>
    </dgm:pt>
    <dgm:pt modelId="{20CCD5AD-F990-4C06-A7E0-445CA071F74A}" type="pres">
      <dgm:prSet presAssocID="{6981C320-7D47-4BEA-984F-FEC82A3A2749}" presName="sibTrans" presStyleCnt="0"/>
      <dgm:spPr/>
    </dgm:pt>
    <dgm:pt modelId="{B55D5B88-7FCB-4CC3-8093-8B0E93987E91}" type="pres">
      <dgm:prSet presAssocID="{5C921281-8885-4BD2-9A4C-D0CBAF382733}" presName="compNode" presStyleCnt="0"/>
      <dgm:spPr/>
    </dgm:pt>
    <dgm:pt modelId="{F4DE577D-D5A3-4E3F-933E-38ACD76830F7}" type="pres">
      <dgm:prSet presAssocID="{5C921281-8885-4BD2-9A4C-D0CBAF382733}" presName="bgRect" presStyleLbl="bgShp" presStyleIdx="2" presStyleCnt="4"/>
      <dgm:spPr/>
    </dgm:pt>
    <dgm:pt modelId="{9A496EE3-89F1-44A4-8183-69BAC25DFB60}" type="pres">
      <dgm:prSet presAssocID="{5C921281-8885-4BD2-9A4C-D0CBAF382733}" presName="iconRect" presStyleLbl="node1" presStyleIdx="2" presStyleCnt="4"/>
      <dgm:spPr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Warning"/>
        </a:ext>
      </dgm:extLst>
    </dgm:pt>
    <dgm:pt modelId="{64789330-2538-4BBA-BFAA-20070E671B25}" type="pres">
      <dgm:prSet presAssocID="{5C921281-8885-4BD2-9A4C-D0CBAF382733}" presName="spaceRect" presStyleCnt="0"/>
      <dgm:spPr/>
    </dgm:pt>
    <dgm:pt modelId="{EC98B08D-2460-4A1E-AA7E-4C099E47C038}" type="pres">
      <dgm:prSet presAssocID="{5C921281-8885-4BD2-9A4C-D0CBAF382733}" presName="parTx" presStyleLbl="revTx" presStyleIdx="2" presStyleCnt="4">
        <dgm:presLayoutVars>
          <dgm:chMax val="0"/>
          <dgm:chPref val="0"/>
        </dgm:presLayoutVars>
      </dgm:prSet>
      <dgm:spPr/>
    </dgm:pt>
    <dgm:pt modelId="{67890403-3FEB-4A90-9384-13741FBD4792}" type="pres">
      <dgm:prSet presAssocID="{3C8E423D-AD9F-46E2-8BA7-9CA781508528}" presName="sibTrans" presStyleCnt="0"/>
      <dgm:spPr/>
    </dgm:pt>
    <dgm:pt modelId="{004539D8-04D7-4B29-B4B3-7EB5E2BE6209}" type="pres">
      <dgm:prSet presAssocID="{010383EE-352E-4855-B5F9-05D029AC6669}" presName="compNode" presStyleCnt="0"/>
      <dgm:spPr/>
    </dgm:pt>
    <dgm:pt modelId="{45A155C0-0BD6-48EE-92A9-FE608721A9F8}" type="pres">
      <dgm:prSet presAssocID="{010383EE-352E-4855-B5F9-05D029AC6669}" presName="bgRect" presStyleLbl="bgShp" presStyleIdx="3" presStyleCnt="4"/>
      <dgm:spPr/>
    </dgm:pt>
    <dgm:pt modelId="{2DB379F0-94E5-4D28-85F9-74C92148CCC9}" type="pres">
      <dgm:prSet presAssocID="{010383EE-352E-4855-B5F9-05D029AC6669}" presName="iconRect" presStyleLbl="node1" presStyleIdx="3" presStyleCnt="4"/>
      <dgm:spPr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Thumbs Up Sign"/>
        </a:ext>
      </dgm:extLst>
    </dgm:pt>
    <dgm:pt modelId="{1A32DDB7-0A53-42BD-9A74-B970D9F2C256}" type="pres">
      <dgm:prSet presAssocID="{010383EE-352E-4855-B5F9-05D029AC6669}" presName="spaceRect" presStyleCnt="0"/>
      <dgm:spPr/>
    </dgm:pt>
    <dgm:pt modelId="{8A635EFC-AAC9-4031-A6F4-AE35FD8AB9B0}" type="pres">
      <dgm:prSet presAssocID="{010383EE-352E-4855-B5F9-05D029AC6669}" presName="parTx" presStyleLbl="revTx" presStyleIdx="3" presStyleCnt="4">
        <dgm:presLayoutVars>
          <dgm:chMax val="0"/>
          <dgm:chPref val="0"/>
        </dgm:presLayoutVars>
      </dgm:prSet>
      <dgm:spPr/>
    </dgm:pt>
  </dgm:ptLst>
  <dgm:cxnLst>
    <dgm:cxn modelId="{0D5FE600-86CE-422F-B32F-A05F3DB3F8AA}" type="presOf" srcId="{5C921281-8885-4BD2-9A4C-D0CBAF382733}" destId="{EC98B08D-2460-4A1E-AA7E-4C099E47C038}" srcOrd="0" destOrd="0" presId="urn:microsoft.com/office/officeart/2018/2/layout/IconVerticalSolidList"/>
    <dgm:cxn modelId="{4078C606-6B95-4383-97BE-9CA0470E3711}" srcId="{063BE100-4AB0-464E-91F5-06F8D776EDB5}" destId="{5C921281-8885-4BD2-9A4C-D0CBAF382733}" srcOrd="2" destOrd="0" parTransId="{4BE91079-DC87-44EF-9DC5-E16DC4587181}" sibTransId="{3C8E423D-AD9F-46E2-8BA7-9CA781508528}"/>
    <dgm:cxn modelId="{F3725508-3CD8-41B4-B583-6403CC94D7C0}" srcId="{063BE100-4AB0-464E-91F5-06F8D776EDB5}" destId="{010383EE-352E-4855-B5F9-05D029AC6669}" srcOrd="3" destOrd="0" parTransId="{7A902DF0-D712-43FB-A54D-49AE761B8E4C}" sibTransId="{22051ECA-7983-4EBB-9A85-03C8E0FC6F56}"/>
    <dgm:cxn modelId="{D431CD3A-27F1-42B6-86E9-0A69C3228943}" srcId="{063BE100-4AB0-464E-91F5-06F8D776EDB5}" destId="{B6162EC1-6DB2-4A1F-B2D9-80C2179F1C60}" srcOrd="0" destOrd="0" parTransId="{33F38D38-2E64-4BCE-932F-EA43D60D5D8B}" sibTransId="{E17B29B3-FC9D-4FB6-9BD5-19DF6E0E6953}"/>
    <dgm:cxn modelId="{F447BD5F-2629-4ED5-865E-4E1818C08AFC}" type="presOf" srcId="{010383EE-352E-4855-B5F9-05D029AC6669}" destId="{8A635EFC-AAC9-4031-A6F4-AE35FD8AB9B0}" srcOrd="0" destOrd="0" presId="urn:microsoft.com/office/officeart/2018/2/layout/IconVerticalSolidList"/>
    <dgm:cxn modelId="{B9E09C4A-3D93-4CC8-9F91-ACA9D604F863}" type="presOf" srcId="{B6162EC1-6DB2-4A1F-B2D9-80C2179F1C60}" destId="{D7404756-C9B8-4F16-89EE-AD6784F936FB}" srcOrd="0" destOrd="0" presId="urn:microsoft.com/office/officeart/2018/2/layout/IconVerticalSolidList"/>
    <dgm:cxn modelId="{EBD95170-0F9D-4ED1-A7E7-67819D81805D}" srcId="{063BE100-4AB0-464E-91F5-06F8D776EDB5}" destId="{1A9576B6-FB8C-4895-8693-38DC9CB210DD}" srcOrd="1" destOrd="0" parTransId="{B664BE21-34B9-4539-A777-0D27CCF0662F}" sibTransId="{6981C320-7D47-4BEA-984F-FEC82A3A2749}"/>
    <dgm:cxn modelId="{60B75376-DF93-46A0-AA24-807B66EFCD31}" type="presOf" srcId="{063BE100-4AB0-464E-91F5-06F8D776EDB5}" destId="{62F06D8F-F866-468E-9B11-3E4AD2180716}" srcOrd="0" destOrd="0" presId="urn:microsoft.com/office/officeart/2018/2/layout/IconVerticalSolidList"/>
    <dgm:cxn modelId="{29C590E8-DA01-479E-9254-75CF55B71A4B}" type="presOf" srcId="{1A9576B6-FB8C-4895-8693-38DC9CB210DD}" destId="{6E2A8653-42ED-4932-844C-FF5B783E8CD5}" srcOrd="0" destOrd="0" presId="urn:microsoft.com/office/officeart/2018/2/layout/IconVerticalSolidList"/>
    <dgm:cxn modelId="{239A592A-B63B-47F3-90A3-537FEC435D7B}" type="presParOf" srcId="{62F06D8F-F866-468E-9B11-3E4AD2180716}" destId="{571A4776-05BB-4B8C-9577-5D219A35E150}" srcOrd="0" destOrd="0" presId="urn:microsoft.com/office/officeart/2018/2/layout/IconVerticalSolidList"/>
    <dgm:cxn modelId="{FB130858-2101-4C71-894C-1B209757098A}" type="presParOf" srcId="{571A4776-05BB-4B8C-9577-5D219A35E150}" destId="{4B63AC94-3F7F-4CB7-A709-EF5F0DBAE0D9}" srcOrd="0" destOrd="0" presId="urn:microsoft.com/office/officeart/2018/2/layout/IconVerticalSolidList"/>
    <dgm:cxn modelId="{6D521FE6-55D2-4BD6-BAF9-A8697D5142E3}" type="presParOf" srcId="{571A4776-05BB-4B8C-9577-5D219A35E150}" destId="{8144D233-4927-4DF1-A906-E6AA7D384A41}" srcOrd="1" destOrd="0" presId="urn:microsoft.com/office/officeart/2018/2/layout/IconVerticalSolidList"/>
    <dgm:cxn modelId="{AFAE6428-7ECE-4860-8595-9CDECF00F197}" type="presParOf" srcId="{571A4776-05BB-4B8C-9577-5D219A35E150}" destId="{9AFD8347-7822-4E4B-8659-59E0F5EBEB6B}" srcOrd="2" destOrd="0" presId="urn:microsoft.com/office/officeart/2018/2/layout/IconVerticalSolidList"/>
    <dgm:cxn modelId="{D2AA2B4A-0F7C-4511-BBC1-064959A6E4A8}" type="presParOf" srcId="{571A4776-05BB-4B8C-9577-5D219A35E150}" destId="{D7404756-C9B8-4F16-89EE-AD6784F936FB}" srcOrd="3" destOrd="0" presId="urn:microsoft.com/office/officeart/2018/2/layout/IconVerticalSolidList"/>
    <dgm:cxn modelId="{E6F04B62-A545-48B1-AB99-FA0B30FBCF1D}" type="presParOf" srcId="{62F06D8F-F866-468E-9B11-3E4AD2180716}" destId="{377B225E-54BC-46A1-98E4-DBAAE98774D7}" srcOrd="1" destOrd="0" presId="urn:microsoft.com/office/officeart/2018/2/layout/IconVerticalSolidList"/>
    <dgm:cxn modelId="{B9E83174-5DB2-4254-A0CA-509EC759F26F}" type="presParOf" srcId="{62F06D8F-F866-468E-9B11-3E4AD2180716}" destId="{CD522680-D960-4B3A-9B8C-823ACEFE0FED}" srcOrd="2" destOrd="0" presId="urn:microsoft.com/office/officeart/2018/2/layout/IconVerticalSolidList"/>
    <dgm:cxn modelId="{C59EDA63-EB0B-4C35-A2AD-B53DD091707C}" type="presParOf" srcId="{CD522680-D960-4B3A-9B8C-823ACEFE0FED}" destId="{5A68266F-C0A9-49AB-9F53-475D55F4C4E8}" srcOrd="0" destOrd="0" presId="urn:microsoft.com/office/officeart/2018/2/layout/IconVerticalSolidList"/>
    <dgm:cxn modelId="{05AEC15B-EDEB-4928-9698-C72E29CE5F0E}" type="presParOf" srcId="{CD522680-D960-4B3A-9B8C-823ACEFE0FED}" destId="{1545201C-DF93-463B-A28D-1C9F574C0A4A}" srcOrd="1" destOrd="0" presId="urn:microsoft.com/office/officeart/2018/2/layout/IconVerticalSolidList"/>
    <dgm:cxn modelId="{B96E585B-B704-4676-A105-BB5A3B6C25AB}" type="presParOf" srcId="{CD522680-D960-4B3A-9B8C-823ACEFE0FED}" destId="{6D26ACFA-DC31-411C-91F9-AD2821C09338}" srcOrd="2" destOrd="0" presId="urn:microsoft.com/office/officeart/2018/2/layout/IconVerticalSolidList"/>
    <dgm:cxn modelId="{F854749C-93E3-443E-8AC8-6D2FFC598B66}" type="presParOf" srcId="{CD522680-D960-4B3A-9B8C-823ACEFE0FED}" destId="{6E2A8653-42ED-4932-844C-FF5B783E8CD5}" srcOrd="3" destOrd="0" presId="urn:microsoft.com/office/officeart/2018/2/layout/IconVerticalSolidList"/>
    <dgm:cxn modelId="{84029BAA-E033-45EB-BAAB-36611F0A7BC9}" type="presParOf" srcId="{62F06D8F-F866-468E-9B11-3E4AD2180716}" destId="{20CCD5AD-F990-4C06-A7E0-445CA071F74A}" srcOrd="3" destOrd="0" presId="urn:microsoft.com/office/officeart/2018/2/layout/IconVerticalSolidList"/>
    <dgm:cxn modelId="{BF020335-44DC-4EEB-BF03-6E9E2631F81C}" type="presParOf" srcId="{62F06D8F-F866-468E-9B11-3E4AD2180716}" destId="{B55D5B88-7FCB-4CC3-8093-8B0E93987E91}" srcOrd="4" destOrd="0" presId="urn:microsoft.com/office/officeart/2018/2/layout/IconVerticalSolidList"/>
    <dgm:cxn modelId="{C008F519-24C6-45A8-BA92-5DEAEFCA59BC}" type="presParOf" srcId="{B55D5B88-7FCB-4CC3-8093-8B0E93987E91}" destId="{F4DE577D-D5A3-4E3F-933E-38ACD76830F7}" srcOrd="0" destOrd="0" presId="urn:microsoft.com/office/officeart/2018/2/layout/IconVerticalSolidList"/>
    <dgm:cxn modelId="{8CE497E1-1F3D-4387-8600-10C52D3C7D0C}" type="presParOf" srcId="{B55D5B88-7FCB-4CC3-8093-8B0E93987E91}" destId="{9A496EE3-89F1-44A4-8183-69BAC25DFB60}" srcOrd="1" destOrd="0" presId="urn:microsoft.com/office/officeart/2018/2/layout/IconVerticalSolidList"/>
    <dgm:cxn modelId="{63C6105E-C587-4EE9-8232-1FBDE9BCC13B}" type="presParOf" srcId="{B55D5B88-7FCB-4CC3-8093-8B0E93987E91}" destId="{64789330-2538-4BBA-BFAA-20070E671B25}" srcOrd="2" destOrd="0" presId="urn:microsoft.com/office/officeart/2018/2/layout/IconVerticalSolidList"/>
    <dgm:cxn modelId="{E969882A-B32C-4E0A-B644-42574571B100}" type="presParOf" srcId="{B55D5B88-7FCB-4CC3-8093-8B0E93987E91}" destId="{EC98B08D-2460-4A1E-AA7E-4C099E47C038}" srcOrd="3" destOrd="0" presId="urn:microsoft.com/office/officeart/2018/2/layout/IconVerticalSolidList"/>
    <dgm:cxn modelId="{93156C22-9C42-474A-B890-59512E7F8816}" type="presParOf" srcId="{62F06D8F-F866-468E-9B11-3E4AD2180716}" destId="{67890403-3FEB-4A90-9384-13741FBD4792}" srcOrd="5" destOrd="0" presId="urn:microsoft.com/office/officeart/2018/2/layout/IconVerticalSolidList"/>
    <dgm:cxn modelId="{CB0404D6-5AA1-43DA-8BFD-7FACCF806AAA}" type="presParOf" srcId="{62F06D8F-F866-468E-9B11-3E4AD2180716}" destId="{004539D8-04D7-4B29-B4B3-7EB5E2BE6209}" srcOrd="6" destOrd="0" presId="urn:microsoft.com/office/officeart/2018/2/layout/IconVerticalSolidList"/>
    <dgm:cxn modelId="{806228B4-AB14-41F2-8AFA-37B80984AC4C}" type="presParOf" srcId="{004539D8-04D7-4B29-B4B3-7EB5E2BE6209}" destId="{45A155C0-0BD6-48EE-92A9-FE608721A9F8}" srcOrd="0" destOrd="0" presId="urn:microsoft.com/office/officeart/2018/2/layout/IconVerticalSolidList"/>
    <dgm:cxn modelId="{E07E0D11-1170-4DD3-A6DF-96393EE656DD}" type="presParOf" srcId="{004539D8-04D7-4B29-B4B3-7EB5E2BE6209}" destId="{2DB379F0-94E5-4D28-85F9-74C92148CCC9}" srcOrd="1" destOrd="0" presId="urn:microsoft.com/office/officeart/2018/2/layout/IconVerticalSolidList"/>
    <dgm:cxn modelId="{13AD82B1-6AFF-4BA4-ACF5-8AD612EFBEA1}" type="presParOf" srcId="{004539D8-04D7-4B29-B4B3-7EB5E2BE6209}" destId="{1A32DDB7-0A53-42BD-9A74-B970D9F2C256}" srcOrd="2" destOrd="0" presId="urn:microsoft.com/office/officeart/2018/2/layout/IconVerticalSolidList"/>
    <dgm:cxn modelId="{0B5777DF-B3F8-47EE-8276-CE62D7061C61}" type="presParOf" srcId="{004539D8-04D7-4B29-B4B3-7EB5E2BE6209}" destId="{8A635EFC-AAC9-4031-A6F4-AE35FD8AB9B0}" srcOrd="3" destOrd="0" presId="urn:microsoft.com/office/officeart/2018/2/layout/IconVerticalSolidList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7.xml><?xml version="1.0" encoding="utf-8"?>
<dgm:dataModel xmlns:dgm="http://schemas.openxmlformats.org/drawingml/2006/diagram" xmlns:a="http://schemas.openxmlformats.org/drawingml/2006/main">
  <dgm:ptLst>
    <dgm:pt modelId="{CD117DA4-8309-4BB2-9F0F-97C0861DFD18}" type="doc">
      <dgm:prSet loTypeId="urn:microsoft.com/office/officeart/2005/8/layout/vList5" loCatId="list" qsTypeId="urn:microsoft.com/office/officeart/2005/8/quickstyle/simple1" qsCatId="simple" csTypeId="urn:microsoft.com/office/officeart/2005/8/colors/accent1_2" csCatId="accent1" phldr="1"/>
      <dgm:spPr/>
      <dgm:t>
        <a:bodyPr/>
        <a:lstStyle/>
        <a:p>
          <a:endParaRPr lang="en-US"/>
        </a:p>
      </dgm:t>
    </dgm:pt>
    <dgm:pt modelId="{D0E3FDC5-B473-4A01-B0F5-9222B553ED34}">
      <dgm:prSet custT="1"/>
      <dgm:spPr/>
      <dgm:t>
        <a:bodyPr/>
        <a:lstStyle/>
        <a:p>
          <a:r>
            <a:rPr lang="en-GB" sz="2400" b="1" dirty="0"/>
            <a:t>Compute </a:t>
          </a:r>
          <a:br>
            <a:rPr lang="en-GB" sz="2400" b="1" dirty="0"/>
          </a:br>
          <a:r>
            <a:rPr lang="en-GB" sz="1800" b="1" dirty="0"/>
            <a:t>(virtual machines)</a:t>
          </a:r>
          <a:endParaRPr lang="en-US" sz="2400" dirty="0"/>
        </a:p>
      </dgm:t>
    </dgm:pt>
    <dgm:pt modelId="{9F472E1D-A030-4A19-85C7-5EF5F9BC5C15}" type="parTrans" cxnId="{6D89ED6E-CD7E-4CD1-BDA8-A7ADCB91D3F6}">
      <dgm:prSet/>
      <dgm:spPr/>
      <dgm:t>
        <a:bodyPr/>
        <a:lstStyle/>
        <a:p>
          <a:endParaRPr lang="en-US"/>
        </a:p>
      </dgm:t>
    </dgm:pt>
    <dgm:pt modelId="{57E21656-B607-4719-BC3D-7A6725BB77B3}" type="sibTrans" cxnId="{6D89ED6E-CD7E-4CD1-BDA8-A7ADCB91D3F6}">
      <dgm:prSet/>
      <dgm:spPr/>
      <dgm:t>
        <a:bodyPr/>
        <a:lstStyle/>
        <a:p>
          <a:endParaRPr lang="en-US"/>
        </a:p>
      </dgm:t>
    </dgm:pt>
    <dgm:pt modelId="{4BC045E4-F56A-4556-AAC9-07A502C846BD}">
      <dgm:prSet custT="1"/>
      <dgm:spPr/>
      <dgm:t>
        <a:bodyPr/>
        <a:lstStyle/>
        <a:p>
          <a:r>
            <a:rPr lang="en-GB" sz="2000" dirty="0"/>
            <a:t>AWS EC2, </a:t>
          </a:r>
          <a:br>
            <a:rPr lang="en-GB" sz="2000" dirty="0"/>
          </a:br>
          <a:r>
            <a:rPr lang="en-GB" sz="2000" dirty="0"/>
            <a:t>Azure Virtual Machines, </a:t>
          </a:r>
          <a:br>
            <a:rPr lang="en-GB" sz="2000" dirty="0"/>
          </a:br>
          <a:r>
            <a:rPr lang="en-GB" sz="2000" dirty="0"/>
            <a:t>Google Compute Engine</a:t>
          </a:r>
          <a:endParaRPr lang="en-US" sz="2000" dirty="0"/>
        </a:p>
      </dgm:t>
    </dgm:pt>
    <dgm:pt modelId="{872E5E81-B8B5-4DB9-872D-6B246AB20894}" type="parTrans" cxnId="{178AD7BD-01CF-46D3-BD3F-8522944038F8}">
      <dgm:prSet/>
      <dgm:spPr/>
      <dgm:t>
        <a:bodyPr/>
        <a:lstStyle/>
        <a:p>
          <a:endParaRPr lang="en-US"/>
        </a:p>
      </dgm:t>
    </dgm:pt>
    <dgm:pt modelId="{474FBB3D-003C-46E2-AFB6-20816A78D95E}" type="sibTrans" cxnId="{178AD7BD-01CF-46D3-BD3F-8522944038F8}">
      <dgm:prSet/>
      <dgm:spPr/>
      <dgm:t>
        <a:bodyPr/>
        <a:lstStyle/>
        <a:p>
          <a:endParaRPr lang="en-US"/>
        </a:p>
      </dgm:t>
    </dgm:pt>
    <dgm:pt modelId="{6253B8A5-AAFB-4515-9822-8036495DA9B3}">
      <dgm:prSet custT="1"/>
      <dgm:spPr/>
      <dgm:t>
        <a:bodyPr/>
        <a:lstStyle/>
        <a:p>
          <a:r>
            <a:rPr lang="en-GB" sz="2400" b="1" dirty="0"/>
            <a:t>Containers</a:t>
          </a:r>
          <a:endParaRPr lang="en-US" sz="2400" dirty="0"/>
        </a:p>
      </dgm:t>
    </dgm:pt>
    <dgm:pt modelId="{7AA52CB2-34A7-4724-B00A-90E121665B4E}" type="parTrans" cxnId="{94820E93-DCF7-4A2C-9118-05445BD01FFF}">
      <dgm:prSet/>
      <dgm:spPr/>
      <dgm:t>
        <a:bodyPr/>
        <a:lstStyle/>
        <a:p>
          <a:endParaRPr lang="en-US"/>
        </a:p>
      </dgm:t>
    </dgm:pt>
    <dgm:pt modelId="{6CD9ABAB-057A-4FEE-935E-D4431CEDBDE8}" type="sibTrans" cxnId="{94820E93-DCF7-4A2C-9118-05445BD01FFF}">
      <dgm:prSet/>
      <dgm:spPr/>
      <dgm:t>
        <a:bodyPr/>
        <a:lstStyle/>
        <a:p>
          <a:endParaRPr lang="en-US"/>
        </a:p>
      </dgm:t>
    </dgm:pt>
    <dgm:pt modelId="{EA41818C-3368-4AE5-8958-76AC6CB91E19}">
      <dgm:prSet custT="1"/>
      <dgm:spPr/>
      <dgm:t>
        <a:bodyPr/>
        <a:lstStyle/>
        <a:p>
          <a:r>
            <a:rPr lang="en-GB" sz="2000" dirty="0"/>
            <a:t>AWS ECS/EKS, Azure AKS, Google GKE</a:t>
          </a:r>
          <a:endParaRPr lang="en-US" sz="2000" dirty="0"/>
        </a:p>
      </dgm:t>
    </dgm:pt>
    <dgm:pt modelId="{816820DB-49D2-462E-8E99-CD0A885A866F}" type="parTrans" cxnId="{54AB5F7E-509A-461E-A7C6-4AD11566CD7E}">
      <dgm:prSet/>
      <dgm:spPr/>
      <dgm:t>
        <a:bodyPr/>
        <a:lstStyle/>
        <a:p>
          <a:endParaRPr lang="en-US"/>
        </a:p>
      </dgm:t>
    </dgm:pt>
    <dgm:pt modelId="{15469041-CF66-41AB-A1F6-DDF5048743AF}" type="sibTrans" cxnId="{54AB5F7E-509A-461E-A7C6-4AD11566CD7E}">
      <dgm:prSet/>
      <dgm:spPr/>
      <dgm:t>
        <a:bodyPr/>
        <a:lstStyle/>
        <a:p>
          <a:endParaRPr lang="en-US"/>
        </a:p>
      </dgm:t>
    </dgm:pt>
    <dgm:pt modelId="{E969495F-0FE1-4EE8-9DEB-6EBD5BE2385B}">
      <dgm:prSet custT="1"/>
      <dgm:spPr/>
      <dgm:t>
        <a:bodyPr/>
        <a:lstStyle/>
        <a:p>
          <a:r>
            <a:rPr lang="en-GB" sz="2400" b="1" dirty="0"/>
            <a:t>Serverless</a:t>
          </a:r>
          <a:endParaRPr lang="en-US" sz="2400" dirty="0"/>
        </a:p>
      </dgm:t>
    </dgm:pt>
    <dgm:pt modelId="{4BA0D16B-0FB8-4680-AF61-6DBB95EF7C70}" type="parTrans" cxnId="{9431CCA8-2847-45B8-B67E-6F1F0EECDDDF}">
      <dgm:prSet/>
      <dgm:spPr/>
      <dgm:t>
        <a:bodyPr/>
        <a:lstStyle/>
        <a:p>
          <a:endParaRPr lang="en-US"/>
        </a:p>
      </dgm:t>
    </dgm:pt>
    <dgm:pt modelId="{65CF9B58-905E-4AC6-946D-778EEB20036C}" type="sibTrans" cxnId="{9431CCA8-2847-45B8-B67E-6F1F0EECDDDF}">
      <dgm:prSet/>
      <dgm:spPr/>
      <dgm:t>
        <a:bodyPr/>
        <a:lstStyle/>
        <a:p>
          <a:endParaRPr lang="en-US"/>
        </a:p>
      </dgm:t>
    </dgm:pt>
    <dgm:pt modelId="{62462B01-1FC8-4F04-ABA0-6B301B0F2180}">
      <dgm:prSet custT="1"/>
      <dgm:spPr/>
      <dgm:t>
        <a:bodyPr/>
        <a:lstStyle/>
        <a:p>
          <a:r>
            <a:rPr lang="en-GB" sz="2000" dirty="0"/>
            <a:t>AWS Lambda, Azure Functions, </a:t>
          </a:r>
          <a:br>
            <a:rPr lang="en-GB" sz="2000" dirty="0"/>
          </a:br>
          <a:r>
            <a:rPr lang="en-GB" sz="2000" dirty="0"/>
            <a:t>Google Cloud Functions</a:t>
          </a:r>
          <a:endParaRPr lang="en-US" sz="2000" dirty="0"/>
        </a:p>
      </dgm:t>
    </dgm:pt>
    <dgm:pt modelId="{0A796A41-1B54-4EAB-A0D5-E12D05BA593E}" type="parTrans" cxnId="{8FECF2B7-7808-4C2D-BAD3-EFE3F8FAB35B}">
      <dgm:prSet/>
      <dgm:spPr/>
      <dgm:t>
        <a:bodyPr/>
        <a:lstStyle/>
        <a:p>
          <a:endParaRPr lang="en-US"/>
        </a:p>
      </dgm:t>
    </dgm:pt>
    <dgm:pt modelId="{165B4313-6477-443D-9C39-5F1C98FB8A2A}" type="sibTrans" cxnId="{8FECF2B7-7808-4C2D-BAD3-EFE3F8FAB35B}">
      <dgm:prSet/>
      <dgm:spPr/>
      <dgm:t>
        <a:bodyPr/>
        <a:lstStyle/>
        <a:p>
          <a:endParaRPr lang="en-US"/>
        </a:p>
      </dgm:t>
    </dgm:pt>
    <dgm:pt modelId="{A92F3FCC-B632-4C8B-B990-EDD81B775EEE}">
      <dgm:prSet custT="1"/>
      <dgm:spPr/>
      <dgm:t>
        <a:bodyPr/>
        <a:lstStyle/>
        <a:p>
          <a:r>
            <a:rPr lang="en-GB" sz="2400" b="1" dirty="0"/>
            <a:t>App Hosting</a:t>
          </a:r>
          <a:endParaRPr lang="en-US" sz="2400" dirty="0"/>
        </a:p>
      </dgm:t>
    </dgm:pt>
    <dgm:pt modelId="{7328A939-8BA9-4D66-9DC2-21292054E0BA}" type="parTrans" cxnId="{D8AB4742-AF4C-4C4E-ABEF-A37A7958743A}">
      <dgm:prSet/>
      <dgm:spPr/>
      <dgm:t>
        <a:bodyPr/>
        <a:lstStyle/>
        <a:p>
          <a:endParaRPr lang="en-US"/>
        </a:p>
      </dgm:t>
    </dgm:pt>
    <dgm:pt modelId="{0659771D-A7E2-4534-98C8-A506A766B981}" type="sibTrans" cxnId="{D8AB4742-AF4C-4C4E-ABEF-A37A7958743A}">
      <dgm:prSet/>
      <dgm:spPr/>
      <dgm:t>
        <a:bodyPr/>
        <a:lstStyle/>
        <a:p>
          <a:endParaRPr lang="en-US"/>
        </a:p>
      </dgm:t>
    </dgm:pt>
    <dgm:pt modelId="{ED44DC5D-76A8-47AD-814B-FD3E41063030}">
      <dgm:prSet custT="1"/>
      <dgm:spPr/>
      <dgm:t>
        <a:bodyPr/>
        <a:lstStyle/>
        <a:p>
          <a:r>
            <a:rPr lang="en-GB" sz="2000"/>
            <a:t>Azure App Service</a:t>
          </a:r>
          <a:endParaRPr lang="en-US" sz="2000"/>
        </a:p>
      </dgm:t>
    </dgm:pt>
    <dgm:pt modelId="{43491A97-554D-4B91-B987-22AB8EAC8E7B}" type="parTrans" cxnId="{83546BBC-8BC8-4731-AD98-87A0A4CC41FD}">
      <dgm:prSet/>
      <dgm:spPr/>
      <dgm:t>
        <a:bodyPr/>
        <a:lstStyle/>
        <a:p>
          <a:endParaRPr lang="en-US"/>
        </a:p>
      </dgm:t>
    </dgm:pt>
    <dgm:pt modelId="{D627DE1F-94CD-4D6C-AF94-C11506BB3B95}" type="sibTrans" cxnId="{83546BBC-8BC8-4731-AD98-87A0A4CC41FD}">
      <dgm:prSet/>
      <dgm:spPr/>
      <dgm:t>
        <a:bodyPr/>
        <a:lstStyle/>
        <a:p>
          <a:endParaRPr lang="en-US"/>
        </a:p>
      </dgm:t>
    </dgm:pt>
    <dgm:pt modelId="{94E1143A-B475-4A2E-A2F9-88A6A9E5054D}">
      <dgm:prSet custT="1"/>
      <dgm:spPr/>
      <dgm:t>
        <a:bodyPr/>
        <a:lstStyle/>
        <a:p>
          <a:r>
            <a:rPr lang="en-GB" sz="2000" dirty="0"/>
            <a:t>AWS Elastic Beanstalk	</a:t>
          </a:r>
          <a:endParaRPr lang="en-US" sz="2000" dirty="0"/>
        </a:p>
      </dgm:t>
    </dgm:pt>
    <dgm:pt modelId="{435D8E1A-A78F-4666-9251-E0CCFFF05546}" type="parTrans" cxnId="{A749698D-827F-4672-9DDD-601B3E007BD8}">
      <dgm:prSet/>
      <dgm:spPr/>
      <dgm:t>
        <a:bodyPr/>
        <a:lstStyle/>
        <a:p>
          <a:endParaRPr lang="en-US"/>
        </a:p>
      </dgm:t>
    </dgm:pt>
    <dgm:pt modelId="{9127C158-2C3D-4856-965E-CD7621206FFB}" type="sibTrans" cxnId="{A749698D-827F-4672-9DDD-601B3E007BD8}">
      <dgm:prSet/>
      <dgm:spPr/>
      <dgm:t>
        <a:bodyPr/>
        <a:lstStyle/>
        <a:p>
          <a:endParaRPr lang="en-US"/>
        </a:p>
      </dgm:t>
    </dgm:pt>
    <dgm:pt modelId="{5A699E1C-B3DE-44F1-8B29-8553B850B8AE}">
      <dgm:prSet custT="1"/>
      <dgm:spPr/>
      <dgm:t>
        <a:bodyPr/>
        <a:lstStyle/>
        <a:p>
          <a:r>
            <a:rPr lang="en-GB" sz="2000" dirty="0"/>
            <a:t>Google App Engine</a:t>
          </a:r>
          <a:endParaRPr lang="en-US" sz="2000" dirty="0"/>
        </a:p>
      </dgm:t>
    </dgm:pt>
    <dgm:pt modelId="{74D9894B-92EC-4C91-A24D-EC2E6CDCB083}" type="parTrans" cxnId="{668567D4-9EA4-491C-B24B-D9A19F7EEDA5}">
      <dgm:prSet/>
      <dgm:spPr/>
      <dgm:t>
        <a:bodyPr/>
        <a:lstStyle/>
        <a:p>
          <a:endParaRPr lang="en-US"/>
        </a:p>
      </dgm:t>
    </dgm:pt>
    <dgm:pt modelId="{D65E0B62-9894-44DB-94FA-F7C0ADE9FC0C}" type="sibTrans" cxnId="{668567D4-9EA4-491C-B24B-D9A19F7EEDA5}">
      <dgm:prSet/>
      <dgm:spPr/>
      <dgm:t>
        <a:bodyPr/>
        <a:lstStyle/>
        <a:p>
          <a:endParaRPr lang="en-US"/>
        </a:p>
      </dgm:t>
    </dgm:pt>
    <dgm:pt modelId="{3CCF1CCA-7172-44CC-9B35-CFEE4EC760A4}" type="pres">
      <dgm:prSet presAssocID="{CD117DA4-8309-4BB2-9F0F-97C0861DFD18}" presName="Name0" presStyleCnt="0">
        <dgm:presLayoutVars>
          <dgm:dir/>
          <dgm:animLvl val="lvl"/>
          <dgm:resizeHandles val="exact"/>
        </dgm:presLayoutVars>
      </dgm:prSet>
      <dgm:spPr/>
    </dgm:pt>
    <dgm:pt modelId="{ED196A85-843D-432C-AC6C-FD4B2CB219AD}" type="pres">
      <dgm:prSet presAssocID="{D0E3FDC5-B473-4A01-B0F5-9222B553ED34}" presName="linNode" presStyleCnt="0"/>
      <dgm:spPr/>
    </dgm:pt>
    <dgm:pt modelId="{EEEC2AD9-C46F-4327-B1A8-104AE7A09D53}" type="pres">
      <dgm:prSet presAssocID="{D0E3FDC5-B473-4A01-B0F5-9222B553ED34}" presName="parentText" presStyleLbl="node1" presStyleIdx="0" presStyleCnt="4">
        <dgm:presLayoutVars>
          <dgm:chMax val="1"/>
          <dgm:bulletEnabled val="1"/>
        </dgm:presLayoutVars>
      </dgm:prSet>
      <dgm:spPr/>
    </dgm:pt>
    <dgm:pt modelId="{37B901E6-3A7F-4619-8D83-9441CA61079E}" type="pres">
      <dgm:prSet presAssocID="{D0E3FDC5-B473-4A01-B0F5-9222B553ED34}" presName="descendantText" presStyleLbl="alignAccFollowNode1" presStyleIdx="0" presStyleCnt="4">
        <dgm:presLayoutVars>
          <dgm:bulletEnabled val="1"/>
        </dgm:presLayoutVars>
      </dgm:prSet>
      <dgm:spPr/>
    </dgm:pt>
    <dgm:pt modelId="{2A35D3D4-34D0-420F-B663-F01C36BAE88E}" type="pres">
      <dgm:prSet presAssocID="{57E21656-B607-4719-BC3D-7A6725BB77B3}" presName="sp" presStyleCnt="0"/>
      <dgm:spPr/>
    </dgm:pt>
    <dgm:pt modelId="{58F98663-F79B-4656-9DFF-820AACF4982E}" type="pres">
      <dgm:prSet presAssocID="{6253B8A5-AAFB-4515-9822-8036495DA9B3}" presName="linNode" presStyleCnt="0"/>
      <dgm:spPr/>
    </dgm:pt>
    <dgm:pt modelId="{0C2A9034-C937-4C43-8C9B-0F8273C96EF9}" type="pres">
      <dgm:prSet presAssocID="{6253B8A5-AAFB-4515-9822-8036495DA9B3}" presName="parentText" presStyleLbl="node1" presStyleIdx="1" presStyleCnt="4">
        <dgm:presLayoutVars>
          <dgm:chMax val="1"/>
          <dgm:bulletEnabled val="1"/>
        </dgm:presLayoutVars>
      </dgm:prSet>
      <dgm:spPr/>
    </dgm:pt>
    <dgm:pt modelId="{C3360742-E495-4B38-859A-F475865DF724}" type="pres">
      <dgm:prSet presAssocID="{6253B8A5-AAFB-4515-9822-8036495DA9B3}" presName="descendantText" presStyleLbl="alignAccFollowNode1" presStyleIdx="1" presStyleCnt="4">
        <dgm:presLayoutVars>
          <dgm:bulletEnabled val="1"/>
        </dgm:presLayoutVars>
      </dgm:prSet>
      <dgm:spPr/>
    </dgm:pt>
    <dgm:pt modelId="{E941227F-F877-4656-A04D-56AD579A9D36}" type="pres">
      <dgm:prSet presAssocID="{6CD9ABAB-057A-4FEE-935E-D4431CEDBDE8}" presName="sp" presStyleCnt="0"/>
      <dgm:spPr/>
    </dgm:pt>
    <dgm:pt modelId="{4147C97D-50AA-4053-8D85-6F08D6A28128}" type="pres">
      <dgm:prSet presAssocID="{E969495F-0FE1-4EE8-9DEB-6EBD5BE2385B}" presName="linNode" presStyleCnt="0"/>
      <dgm:spPr/>
    </dgm:pt>
    <dgm:pt modelId="{CC25637D-94AD-4E9D-BC0D-25119632D5F9}" type="pres">
      <dgm:prSet presAssocID="{E969495F-0FE1-4EE8-9DEB-6EBD5BE2385B}" presName="parentText" presStyleLbl="node1" presStyleIdx="2" presStyleCnt="4">
        <dgm:presLayoutVars>
          <dgm:chMax val="1"/>
          <dgm:bulletEnabled val="1"/>
        </dgm:presLayoutVars>
      </dgm:prSet>
      <dgm:spPr/>
    </dgm:pt>
    <dgm:pt modelId="{AD4E5A4A-3023-421F-AD93-D04695EA43B5}" type="pres">
      <dgm:prSet presAssocID="{E969495F-0FE1-4EE8-9DEB-6EBD5BE2385B}" presName="descendantText" presStyleLbl="alignAccFollowNode1" presStyleIdx="2" presStyleCnt="4">
        <dgm:presLayoutVars>
          <dgm:bulletEnabled val="1"/>
        </dgm:presLayoutVars>
      </dgm:prSet>
      <dgm:spPr/>
    </dgm:pt>
    <dgm:pt modelId="{C668000B-DA1D-47AF-B373-10F56ACEDAD9}" type="pres">
      <dgm:prSet presAssocID="{65CF9B58-905E-4AC6-946D-778EEB20036C}" presName="sp" presStyleCnt="0"/>
      <dgm:spPr/>
    </dgm:pt>
    <dgm:pt modelId="{ACC74A7C-6CD3-4AB9-8ABA-C0C561F2540D}" type="pres">
      <dgm:prSet presAssocID="{A92F3FCC-B632-4C8B-B990-EDD81B775EEE}" presName="linNode" presStyleCnt="0"/>
      <dgm:spPr/>
    </dgm:pt>
    <dgm:pt modelId="{D1C1C4BB-379A-407D-A092-169BD2B3E390}" type="pres">
      <dgm:prSet presAssocID="{A92F3FCC-B632-4C8B-B990-EDD81B775EEE}" presName="parentText" presStyleLbl="node1" presStyleIdx="3" presStyleCnt="4">
        <dgm:presLayoutVars>
          <dgm:chMax val="1"/>
          <dgm:bulletEnabled val="1"/>
        </dgm:presLayoutVars>
      </dgm:prSet>
      <dgm:spPr/>
    </dgm:pt>
    <dgm:pt modelId="{7F9D7105-BF22-47BB-ADB6-5780A96F28B0}" type="pres">
      <dgm:prSet presAssocID="{A92F3FCC-B632-4C8B-B990-EDD81B775EEE}" presName="descendantText" presStyleLbl="alignAccFollowNode1" presStyleIdx="3" presStyleCnt="4">
        <dgm:presLayoutVars>
          <dgm:bulletEnabled val="1"/>
        </dgm:presLayoutVars>
      </dgm:prSet>
      <dgm:spPr/>
    </dgm:pt>
  </dgm:ptLst>
  <dgm:cxnLst>
    <dgm:cxn modelId="{04B84A12-6DC1-4269-A6D2-3A96A82B23AA}" type="presOf" srcId="{CD117DA4-8309-4BB2-9F0F-97C0861DFD18}" destId="{3CCF1CCA-7172-44CC-9B35-CFEE4EC760A4}" srcOrd="0" destOrd="0" presId="urn:microsoft.com/office/officeart/2005/8/layout/vList5"/>
    <dgm:cxn modelId="{A0ABCB35-54FA-441B-8BBD-8862E85E5C04}" type="presOf" srcId="{A92F3FCC-B632-4C8B-B990-EDD81B775EEE}" destId="{D1C1C4BB-379A-407D-A092-169BD2B3E390}" srcOrd="0" destOrd="0" presId="urn:microsoft.com/office/officeart/2005/8/layout/vList5"/>
    <dgm:cxn modelId="{FE18D05C-29ED-49AE-BDF5-524E3A61A872}" type="presOf" srcId="{62462B01-1FC8-4F04-ABA0-6B301B0F2180}" destId="{AD4E5A4A-3023-421F-AD93-D04695EA43B5}" srcOrd="0" destOrd="0" presId="urn:microsoft.com/office/officeart/2005/8/layout/vList5"/>
    <dgm:cxn modelId="{D8AB4742-AF4C-4C4E-ABEF-A37A7958743A}" srcId="{CD117DA4-8309-4BB2-9F0F-97C0861DFD18}" destId="{A92F3FCC-B632-4C8B-B990-EDD81B775EEE}" srcOrd="3" destOrd="0" parTransId="{7328A939-8BA9-4D66-9DC2-21292054E0BA}" sibTransId="{0659771D-A7E2-4534-98C8-A506A766B981}"/>
    <dgm:cxn modelId="{6D89ED6E-CD7E-4CD1-BDA8-A7ADCB91D3F6}" srcId="{CD117DA4-8309-4BB2-9F0F-97C0861DFD18}" destId="{D0E3FDC5-B473-4A01-B0F5-9222B553ED34}" srcOrd="0" destOrd="0" parTransId="{9F472E1D-A030-4A19-85C7-5EF5F9BC5C15}" sibTransId="{57E21656-B607-4719-BC3D-7A6725BB77B3}"/>
    <dgm:cxn modelId="{792E0770-D19C-4EDC-8B5D-00D97484FD06}" type="presOf" srcId="{4BC045E4-F56A-4556-AAC9-07A502C846BD}" destId="{37B901E6-3A7F-4619-8D83-9441CA61079E}" srcOrd="0" destOrd="0" presId="urn:microsoft.com/office/officeart/2005/8/layout/vList5"/>
    <dgm:cxn modelId="{B92A9277-93CD-4788-A615-EAA585680B75}" type="presOf" srcId="{D0E3FDC5-B473-4A01-B0F5-9222B553ED34}" destId="{EEEC2AD9-C46F-4327-B1A8-104AE7A09D53}" srcOrd="0" destOrd="0" presId="urn:microsoft.com/office/officeart/2005/8/layout/vList5"/>
    <dgm:cxn modelId="{54AB5F7E-509A-461E-A7C6-4AD11566CD7E}" srcId="{6253B8A5-AAFB-4515-9822-8036495DA9B3}" destId="{EA41818C-3368-4AE5-8958-76AC6CB91E19}" srcOrd="0" destOrd="0" parTransId="{816820DB-49D2-462E-8E99-CD0A885A866F}" sibTransId="{15469041-CF66-41AB-A1F6-DDF5048743AF}"/>
    <dgm:cxn modelId="{D22AE87F-8D7D-4273-A69D-2CA18BEF22C3}" type="presOf" srcId="{94E1143A-B475-4A2E-A2F9-88A6A9E5054D}" destId="{7F9D7105-BF22-47BB-ADB6-5780A96F28B0}" srcOrd="0" destOrd="1" presId="urn:microsoft.com/office/officeart/2005/8/layout/vList5"/>
    <dgm:cxn modelId="{ABAAD283-7583-423F-9E30-9C5D8A8E6241}" type="presOf" srcId="{ED44DC5D-76A8-47AD-814B-FD3E41063030}" destId="{7F9D7105-BF22-47BB-ADB6-5780A96F28B0}" srcOrd="0" destOrd="0" presId="urn:microsoft.com/office/officeart/2005/8/layout/vList5"/>
    <dgm:cxn modelId="{A749698D-827F-4672-9DDD-601B3E007BD8}" srcId="{A92F3FCC-B632-4C8B-B990-EDD81B775EEE}" destId="{94E1143A-B475-4A2E-A2F9-88A6A9E5054D}" srcOrd="1" destOrd="0" parTransId="{435D8E1A-A78F-4666-9251-E0CCFFF05546}" sibTransId="{9127C158-2C3D-4856-965E-CD7621206FFB}"/>
    <dgm:cxn modelId="{94820E93-DCF7-4A2C-9118-05445BD01FFF}" srcId="{CD117DA4-8309-4BB2-9F0F-97C0861DFD18}" destId="{6253B8A5-AAFB-4515-9822-8036495DA9B3}" srcOrd="1" destOrd="0" parTransId="{7AA52CB2-34A7-4724-B00A-90E121665B4E}" sibTransId="{6CD9ABAB-057A-4FEE-935E-D4431CEDBDE8}"/>
    <dgm:cxn modelId="{8504C2A3-ABA4-4DF7-AC01-D2792465FCD8}" type="presOf" srcId="{5A699E1C-B3DE-44F1-8B29-8553B850B8AE}" destId="{7F9D7105-BF22-47BB-ADB6-5780A96F28B0}" srcOrd="0" destOrd="2" presId="urn:microsoft.com/office/officeart/2005/8/layout/vList5"/>
    <dgm:cxn modelId="{9431CCA8-2847-45B8-B67E-6F1F0EECDDDF}" srcId="{CD117DA4-8309-4BB2-9F0F-97C0861DFD18}" destId="{E969495F-0FE1-4EE8-9DEB-6EBD5BE2385B}" srcOrd="2" destOrd="0" parTransId="{4BA0D16B-0FB8-4680-AF61-6DBB95EF7C70}" sibTransId="{65CF9B58-905E-4AC6-946D-778EEB20036C}"/>
    <dgm:cxn modelId="{2522C6AB-5071-451D-A209-592DCAB208CF}" type="presOf" srcId="{E969495F-0FE1-4EE8-9DEB-6EBD5BE2385B}" destId="{CC25637D-94AD-4E9D-BC0D-25119632D5F9}" srcOrd="0" destOrd="0" presId="urn:microsoft.com/office/officeart/2005/8/layout/vList5"/>
    <dgm:cxn modelId="{8FECF2B7-7808-4C2D-BAD3-EFE3F8FAB35B}" srcId="{E969495F-0FE1-4EE8-9DEB-6EBD5BE2385B}" destId="{62462B01-1FC8-4F04-ABA0-6B301B0F2180}" srcOrd="0" destOrd="0" parTransId="{0A796A41-1B54-4EAB-A0D5-E12D05BA593E}" sibTransId="{165B4313-6477-443D-9C39-5F1C98FB8A2A}"/>
    <dgm:cxn modelId="{83546BBC-8BC8-4731-AD98-87A0A4CC41FD}" srcId="{A92F3FCC-B632-4C8B-B990-EDD81B775EEE}" destId="{ED44DC5D-76A8-47AD-814B-FD3E41063030}" srcOrd="0" destOrd="0" parTransId="{43491A97-554D-4B91-B987-22AB8EAC8E7B}" sibTransId="{D627DE1F-94CD-4D6C-AF94-C11506BB3B95}"/>
    <dgm:cxn modelId="{178AD7BD-01CF-46D3-BD3F-8522944038F8}" srcId="{D0E3FDC5-B473-4A01-B0F5-9222B553ED34}" destId="{4BC045E4-F56A-4556-AAC9-07A502C846BD}" srcOrd="0" destOrd="0" parTransId="{872E5E81-B8B5-4DB9-872D-6B246AB20894}" sibTransId="{474FBB3D-003C-46E2-AFB6-20816A78D95E}"/>
    <dgm:cxn modelId="{9D31A9BE-0FE0-4B20-8D93-DF51302F27F0}" type="presOf" srcId="{6253B8A5-AAFB-4515-9822-8036495DA9B3}" destId="{0C2A9034-C937-4C43-8C9B-0F8273C96EF9}" srcOrd="0" destOrd="0" presId="urn:microsoft.com/office/officeart/2005/8/layout/vList5"/>
    <dgm:cxn modelId="{668567D4-9EA4-491C-B24B-D9A19F7EEDA5}" srcId="{A92F3FCC-B632-4C8B-B990-EDD81B775EEE}" destId="{5A699E1C-B3DE-44F1-8B29-8553B850B8AE}" srcOrd="2" destOrd="0" parTransId="{74D9894B-92EC-4C91-A24D-EC2E6CDCB083}" sibTransId="{D65E0B62-9894-44DB-94FA-F7C0ADE9FC0C}"/>
    <dgm:cxn modelId="{9DF254F4-1995-4BBB-9791-F613F5CB8286}" type="presOf" srcId="{EA41818C-3368-4AE5-8958-76AC6CB91E19}" destId="{C3360742-E495-4B38-859A-F475865DF724}" srcOrd="0" destOrd="0" presId="urn:microsoft.com/office/officeart/2005/8/layout/vList5"/>
    <dgm:cxn modelId="{753963C3-1DB8-4FAD-BF8E-E9D695959CC6}" type="presParOf" srcId="{3CCF1CCA-7172-44CC-9B35-CFEE4EC760A4}" destId="{ED196A85-843D-432C-AC6C-FD4B2CB219AD}" srcOrd="0" destOrd="0" presId="urn:microsoft.com/office/officeart/2005/8/layout/vList5"/>
    <dgm:cxn modelId="{ED06209F-478A-4BEF-ABD1-9A81EB8C87BA}" type="presParOf" srcId="{ED196A85-843D-432C-AC6C-FD4B2CB219AD}" destId="{EEEC2AD9-C46F-4327-B1A8-104AE7A09D53}" srcOrd="0" destOrd="0" presId="urn:microsoft.com/office/officeart/2005/8/layout/vList5"/>
    <dgm:cxn modelId="{1F64E7DB-1B58-441B-B2A6-98C8BC2F0CBB}" type="presParOf" srcId="{ED196A85-843D-432C-AC6C-FD4B2CB219AD}" destId="{37B901E6-3A7F-4619-8D83-9441CA61079E}" srcOrd="1" destOrd="0" presId="urn:microsoft.com/office/officeart/2005/8/layout/vList5"/>
    <dgm:cxn modelId="{3F3FE482-6A9C-4763-9FED-DA9A87A58EB9}" type="presParOf" srcId="{3CCF1CCA-7172-44CC-9B35-CFEE4EC760A4}" destId="{2A35D3D4-34D0-420F-B663-F01C36BAE88E}" srcOrd="1" destOrd="0" presId="urn:microsoft.com/office/officeart/2005/8/layout/vList5"/>
    <dgm:cxn modelId="{FEED0D0A-B1DF-4A57-ABF2-B2FE7E681B27}" type="presParOf" srcId="{3CCF1CCA-7172-44CC-9B35-CFEE4EC760A4}" destId="{58F98663-F79B-4656-9DFF-820AACF4982E}" srcOrd="2" destOrd="0" presId="urn:microsoft.com/office/officeart/2005/8/layout/vList5"/>
    <dgm:cxn modelId="{AE47D475-CA19-4FB7-8A4B-5BDCC7AAA5A1}" type="presParOf" srcId="{58F98663-F79B-4656-9DFF-820AACF4982E}" destId="{0C2A9034-C937-4C43-8C9B-0F8273C96EF9}" srcOrd="0" destOrd="0" presId="urn:microsoft.com/office/officeart/2005/8/layout/vList5"/>
    <dgm:cxn modelId="{6F9E5501-BF65-4CC8-9A1C-7A6CFD51B591}" type="presParOf" srcId="{58F98663-F79B-4656-9DFF-820AACF4982E}" destId="{C3360742-E495-4B38-859A-F475865DF724}" srcOrd="1" destOrd="0" presId="urn:microsoft.com/office/officeart/2005/8/layout/vList5"/>
    <dgm:cxn modelId="{1C2B06C3-0961-442A-91F3-3C05F8D44D88}" type="presParOf" srcId="{3CCF1CCA-7172-44CC-9B35-CFEE4EC760A4}" destId="{E941227F-F877-4656-A04D-56AD579A9D36}" srcOrd="3" destOrd="0" presId="urn:microsoft.com/office/officeart/2005/8/layout/vList5"/>
    <dgm:cxn modelId="{5F845D4B-2655-49C1-9EC5-13371DB02352}" type="presParOf" srcId="{3CCF1CCA-7172-44CC-9B35-CFEE4EC760A4}" destId="{4147C97D-50AA-4053-8D85-6F08D6A28128}" srcOrd="4" destOrd="0" presId="urn:microsoft.com/office/officeart/2005/8/layout/vList5"/>
    <dgm:cxn modelId="{64A4DECE-D7CB-4626-BDE5-1507F06081A4}" type="presParOf" srcId="{4147C97D-50AA-4053-8D85-6F08D6A28128}" destId="{CC25637D-94AD-4E9D-BC0D-25119632D5F9}" srcOrd="0" destOrd="0" presId="urn:microsoft.com/office/officeart/2005/8/layout/vList5"/>
    <dgm:cxn modelId="{55F60A72-ED4A-4469-A50A-ACB476C603DB}" type="presParOf" srcId="{4147C97D-50AA-4053-8D85-6F08D6A28128}" destId="{AD4E5A4A-3023-421F-AD93-D04695EA43B5}" srcOrd="1" destOrd="0" presId="urn:microsoft.com/office/officeart/2005/8/layout/vList5"/>
    <dgm:cxn modelId="{00C846F4-0F06-4AAC-A635-70E8EF94AB92}" type="presParOf" srcId="{3CCF1CCA-7172-44CC-9B35-CFEE4EC760A4}" destId="{C668000B-DA1D-47AF-B373-10F56ACEDAD9}" srcOrd="5" destOrd="0" presId="urn:microsoft.com/office/officeart/2005/8/layout/vList5"/>
    <dgm:cxn modelId="{01A8E2D1-3604-475D-8A7B-4C9CD9878DBD}" type="presParOf" srcId="{3CCF1CCA-7172-44CC-9B35-CFEE4EC760A4}" destId="{ACC74A7C-6CD3-4AB9-8ABA-C0C561F2540D}" srcOrd="6" destOrd="0" presId="urn:microsoft.com/office/officeart/2005/8/layout/vList5"/>
    <dgm:cxn modelId="{F0DCFFB5-71A9-4BB8-AAFA-10C82F91BDD2}" type="presParOf" srcId="{ACC74A7C-6CD3-4AB9-8ABA-C0C561F2540D}" destId="{D1C1C4BB-379A-407D-A092-169BD2B3E390}" srcOrd="0" destOrd="0" presId="urn:microsoft.com/office/officeart/2005/8/layout/vList5"/>
    <dgm:cxn modelId="{FF47395A-7C1C-4F23-8194-F1B31389027D}" type="presParOf" srcId="{ACC74A7C-6CD3-4AB9-8ABA-C0C561F2540D}" destId="{7F9D7105-BF22-47BB-ADB6-5780A96F28B0}" srcOrd="1" destOrd="0" presId="urn:microsoft.com/office/officeart/2005/8/layout/vList5"/>
  </dgm:cxnLst>
  <dgm:bg/>
  <dgm:whole/>
  <dgm:extLst>
    <a:ext uri="http://schemas.microsoft.com/office/drawing/2008/diagram">
      <dsp:dataModelExt xmlns:dsp="http://schemas.microsoft.com/office/drawing/2008/diagram" relId="rId7" minVer="http://schemas.openxmlformats.org/drawingml/2006/diagram"/>
    </a:ext>
  </dgm:extLst>
</dgm:dataModel>
</file>

<file path=ppt/diagrams/data8.xml><?xml version="1.0" encoding="utf-8"?>
<dgm:dataModel xmlns:dgm="http://schemas.openxmlformats.org/drawingml/2006/diagram" xmlns:a="http://schemas.openxmlformats.org/drawingml/2006/main">
  <dgm:ptLst>
    <dgm:pt modelId="{C9EBC804-ABAC-4828-8A8A-5CE8F1EBFCCB}" type="doc">
      <dgm:prSet loTypeId="urn:microsoft.com/office/officeart/2008/layout/LinedList" loCatId="list" qsTypeId="urn:microsoft.com/office/officeart/2005/8/quickstyle/simple1" qsCatId="simple" csTypeId="urn:microsoft.com/office/officeart/2005/8/colors/colorful2" csCatId="colorful"/>
      <dgm:spPr/>
      <dgm:t>
        <a:bodyPr/>
        <a:lstStyle/>
        <a:p>
          <a:endParaRPr lang="en-US"/>
        </a:p>
      </dgm:t>
    </dgm:pt>
    <dgm:pt modelId="{98D88C95-37C6-421F-AAF4-B1B38EA04580}">
      <dgm:prSet custT="1"/>
      <dgm:spPr/>
      <dgm:t>
        <a:bodyPr/>
        <a:lstStyle/>
        <a:p>
          <a:r>
            <a:rPr lang="en-GB" sz="2400" dirty="0"/>
            <a:t>Cloud providers run multiple data centres</a:t>
          </a:r>
          <a:endParaRPr lang="en-US" sz="2400" dirty="0"/>
        </a:p>
      </dgm:t>
    </dgm:pt>
    <dgm:pt modelId="{B1B84DCB-BF32-4A4F-90E2-3729246EE29E}" type="parTrans" cxnId="{8914B508-98D9-4106-9B8E-19E542558680}">
      <dgm:prSet/>
      <dgm:spPr/>
      <dgm:t>
        <a:bodyPr/>
        <a:lstStyle/>
        <a:p>
          <a:endParaRPr lang="en-US"/>
        </a:p>
      </dgm:t>
    </dgm:pt>
    <dgm:pt modelId="{E0CE51B8-D1FD-4A55-873D-278F0FF884D5}" type="sibTrans" cxnId="{8914B508-98D9-4106-9B8E-19E542558680}">
      <dgm:prSet/>
      <dgm:spPr/>
      <dgm:t>
        <a:bodyPr/>
        <a:lstStyle/>
        <a:p>
          <a:endParaRPr lang="en-US"/>
        </a:p>
      </dgm:t>
    </dgm:pt>
    <dgm:pt modelId="{C1B5DAF7-C576-4F49-944E-DA6BD65E0957}">
      <dgm:prSet custT="1"/>
      <dgm:spPr/>
      <dgm:t>
        <a:bodyPr/>
        <a:lstStyle/>
        <a:p>
          <a:r>
            <a:rPr lang="en-GB" sz="2400" dirty="0"/>
            <a:t>Automatic failover if something breaks</a:t>
          </a:r>
          <a:endParaRPr lang="en-US" sz="2400" dirty="0"/>
        </a:p>
      </dgm:t>
    </dgm:pt>
    <dgm:pt modelId="{A485FA43-D4F8-4CAB-9A62-ED06C60487CB}" type="parTrans" cxnId="{C1CC756D-5B17-4DCD-AB7B-A4A27EC8D40C}">
      <dgm:prSet/>
      <dgm:spPr/>
      <dgm:t>
        <a:bodyPr/>
        <a:lstStyle/>
        <a:p>
          <a:endParaRPr lang="en-US"/>
        </a:p>
      </dgm:t>
    </dgm:pt>
    <dgm:pt modelId="{12A7DE99-1C43-4AA5-A1D7-A6ACDF171BA9}" type="sibTrans" cxnId="{C1CC756D-5B17-4DCD-AB7B-A4A27EC8D40C}">
      <dgm:prSet/>
      <dgm:spPr/>
      <dgm:t>
        <a:bodyPr/>
        <a:lstStyle/>
        <a:p>
          <a:endParaRPr lang="en-US"/>
        </a:p>
      </dgm:t>
    </dgm:pt>
    <dgm:pt modelId="{293B1DA7-2C58-4082-9B21-C1AA538EC861}">
      <dgm:prSet custT="1"/>
      <dgm:spPr/>
      <dgm:t>
        <a:bodyPr/>
        <a:lstStyle/>
        <a:p>
          <a:r>
            <a:rPr lang="en-GB" sz="2400" dirty="0"/>
            <a:t>SLAs often 99.9% or higher</a:t>
          </a:r>
          <a:endParaRPr lang="en-US" sz="2400" dirty="0"/>
        </a:p>
      </dgm:t>
    </dgm:pt>
    <dgm:pt modelId="{99B1346F-9006-465F-A1FF-39DB62AFD5F1}" type="parTrans" cxnId="{A788B331-818D-4B01-AA62-E2089465F4A5}">
      <dgm:prSet/>
      <dgm:spPr/>
      <dgm:t>
        <a:bodyPr/>
        <a:lstStyle/>
        <a:p>
          <a:endParaRPr lang="en-US"/>
        </a:p>
      </dgm:t>
    </dgm:pt>
    <dgm:pt modelId="{2F0A007D-D765-47CA-A4A8-6ECD56DAADC6}" type="sibTrans" cxnId="{A788B331-818D-4B01-AA62-E2089465F4A5}">
      <dgm:prSet/>
      <dgm:spPr/>
      <dgm:t>
        <a:bodyPr/>
        <a:lstStyle/>
        <a:p>
          <a:endParaRPr lang="en-US"/>
        </a:p>
      </dgm:t>
    </dgm:pt>
    <dgm:pt modelId="{26FD7A8F-ECD1-4D03-B7B7-590F2B7828F2}">
      <dgm:prSet custT="1"/>
      <dgm:spPr/>
      <dgm:t>
        <a:bodyPr/>
        <a:lstStyle/>
        <a:p>
          <a:r>
            <a:rPr lang="en-GB" sz="2400" dirty="0"/>
            <a:t>Multi‑region setups for global reliability</a:t>
          </a:r>
          <a:endParaRPr lang="en-US" sz="2400" dirty="0"/>
        </a:p>
      </dgm:t>
    </dgm:pt>
    <dgm:pt modelId="{968676BC-AB84-4667-B050-2ED390A8BEF8}" type="parTrans" cxnId="{C0B9A6A1-8CD1-4A09-8A9F-4F8ACC97231C}">
      <dgm:prSet/>
      <dgm:spPr/>
      <dgm:t>
        <a:bodyPr/>
        <a:lstStyle/>
        <a:p>
          <a:endParaRPr lang="en-US"/>
        </a:p>
      </dgm:t>
    </dgm:pt>
    <dgm:pt modelId="{8216410A-3023-47EA-837D-A9A14707806B}" type="sibTrans" cxnId="{C0B9A6A1-8CD1-4A09-8A9F-4F8ACC97231C}">
      <dgm:prSet/>
      <dgm:spPr/>
      <dgm:t>
        <a:bodyPr/>
        <a:lstStyle/>
        <a:p>
          <a:endParaRPr lang="en-US"/>
        </a:p>
      </dgm:t>
    </dgm:pt>
    <dgm:pt modelId="{677838DA-DC7D-47FB-A2E3-2289731A300C}" type="pres">
      <dgm:prSet presAssocID="{C9EBC804-ABAC-4828-8A8A-5CE8F1EBFCCB}" presName="vert0" presStyleCnt="0">
        <dgm:presLayoutVars>
          <dgm:dir/>
          <dgm:animOne val="branch"/>
          <dgm:animLvl val="lvl"/>
        </dgm:presLayoutVars>
      </dgm:prSet>
      <dgm:spPr/>
    </dgm:pt>
    <dgm:pt modelId="{B3F64E87-29A5-4499-B0FF-9C4C3083093D}" type="pres">
      <dgm:prSet presAssocID="{98D88C95-37C6-421F-AAF4-B1B38EA04580}" presName="thickLine" presStyleLbl="alignNode1" presStyleIdx="0" presStyleCnt="4"/>
      <dgm:spPr/>
    </dgm:pt>
    <dgm:pt modelId="{6FFBC512-D80C-43A6-8E1B-5FB0CAE27494}" type="pres">
      <dgm:prSet presAssocID="{98D88C95-37C6-421F-AAF4-B1B38EA04580}" presName="horz1" presStyleCnt="0"/>
      <dgm:spPr/>
    </dgm:pt>
    <dgm:pt modelId="{32B33386-C3E4-4770-B21B-620221A72501}" type="pres">
      <dgm:prSet presAssocID="{98D88C95-37C6-421F-AAF4-B1B38EA04580}" presName="tx1" presStyleLbl="revTx" presStyleIdx="0" presStyleCnt="4"/>
      <dgm:spPr/>
    </dgm:pt>
    <dgm:pt modelId="{045921BB-461C-4A3A-8B22-B8EA49012390}" type="pres">
      <dgm:prSet presAssocID="{98D88C95-37C6-421F-AAF4-B1B38EA04580}" presName="vert1" presStyleCnt="0"/>
      <dgm:spPr/>
    </dgm:pt>
    <dgm:pt modelId="{DB843EF4-8ECA-4C89-AFCC-570BCB1104B7}" type="pres">
      <dgm:prSet presAssocID="{C1B5DAF7-C576-4F49-944E-DA6BD65E0957}" presName="thickLine" presStyleLbl="alignNode1" presStyleIdx="1" presStyleCnt="4"/>
      <dgm:spPr/>
    </dgm:pt>
    <dgm:pt modelId="{8D43321B-C5DD-4A6A-A3E6-DAE2C063857F}" type="pres">
      <dgm:prSet presAssocID="{C1B5DAF7-C576-4F49-944E-DA6BD65E0957}" presName="horz1" presStyleCnt="0"/>
      <dgm:spPr/>
    </dgm:pt>
    <dgm:pt modelId="{CF0937A6-5E2C-4D1D-8E9C-718CC0E94A2C}" type="pres">
      <dgm:prSet presAssocID="{C1B5DAF7-C576-4F49-944E-DA6BD65E0957}" presName="tx1" presStyleLbl="revTx" presStyleIdx="1" presStyleCnt="4"/>
      <dgm:spPr/>
    </dgm:pt>
    <dgm:pt modelId="{779C4A59-9B00-41CB-B9D3-61986892BE06}" type="pres">
      <dgm:prSet presAssocID="{C1B5DAF7-C576-4F49-944E-DA6BD65E0957}" presName="vert1" presStyleCnt="0"/>
      <dgm:spPr/>
    </dgm:pt>
    <dgm:pt modelId="{4A2001B4-B35A-4052-BF21-F962C15F76B6}" type="pres">
      <dgm:prSet presAssocID="{293B1DA7-2C58-4082-9B21-C1AA538EC861}" presName="thickLine" presStyleLbl="alignNode1" presStyleIdx="2" presStyleCnt="4"/>
      <dgm:spPr/>
    </dgm:pt>
    <dgm:pt modelId="{3625045F-4D4A-4521-B458-071AF9FA64EE}" type="pres">
      <dgm:prSet presAssocID="{293B1DA7-2C58-4082-9B21-C1AA538EC861}" presName="horz1" presStyleCnt="0"/>
      <dgm:spPr/>
    </dgm:pt>
    <dgm:pt modelId="{F4856B97-B379-4FA0-B053-05B91A502351}" type="pres">
      <dgm:prSet presAssocID="{293B1DA7-2C58-4082-9B21-C1AA538EC861}" presName="tx1" presStyleLbl="revTx" presStyleIdx="2" presStyleCnt="4"/>
      <dgm:spPr/>
    </dgm:pt>
    <dgm:pt modelId="{99D32841-E3D7-4546-B422-6B88113E47A2}" type="pres">
      <dgm:prSet presAssocID="{293B1DA7-2C58-4082-9B21-C1AA538EC861}" presName="vert1" presStyleCnt="0"/>
      <dgm:spPr/>
    </dgm:pt>
    <dgm:pt modelId="{E3FB05A5-3AC1-41BD-956B-4E341DCF9342}" type="pres">
      <dgm:prSet presAssocID="{26FD7A8F-ECD1-4D03-B7B7-590F2B7828F2}" presName="thickLine" presStyleLbl="alignNode1" presStyleIdx="3" presStyleCnt="4"/>
      <dgm:spPr/>
    </dgm:pt>
    <dgm:pt modelId="{AF5037F1-5EAF-4CC8-96B2-8FEC876EFEB4}" type="pres">
      <dgm:prSet presAssocID="{26FD7A8F-ECD1-4D03-B7B7-590F2B7828F2}" presName="horz1" presStyleCnt="0"/>
      <dgm:spPr/>
    </dgm:pt>
    <dgm:pt modelId="{FDCD7B27-0A32-4231-94D0-477A0A0A58F8}" type="pres">
      <dgm:prSet presAssocID="{26FD7A8F-ECD1-4D03-B7B7-590F2B7828F2}" presName="tx1" presStyleLbl="revTx" presStyleIdx="3" presStyleCnt="4"/>
      <dgm:spPr/>
    </dgm:pt>
    <dgm:pt modelId="{889D3EAB-81E0-4F9D-8FE1-3FFD55CCC919}" type="pres">
      <dgm:prSet presAssocID="{26FD7A8F-ECD1-4D03-B7B7-590F2B7828F2}" presName="vert1" presStyleCnt="0"/>
      <dgm:spPr/>
    </dgm:pt>
  </dgm:ptLst>
  <dgm:cxnLst>
    <dgm:cxn modelId="{8914B508-98D9-4106-9B8E-19E542558680}" srcId="{C9EBC804-ABAC-4828-8A8A-5CE8F1EBFCCB}" destId="{98D88C95-37C6-421F-AAF4-B1B38EA04580}" srcOrd="0" destOrd="0" parTransId="{B1B84DCB-BF32-4A4F-90E2-3729246EE29E}" sibTransId="{E0CE51B8-D1FD-4A55-873D-278F0FF884D5}"/>
    <dgm:cxn modelId="{92FB471C-C738-46AD-89F5-3ECE679E4C8F}" type="presOf" srcId="{26FD7A8F-ECD1-4D03-B7B7-590F2B7828F2}" destId="{FDCD7B27-0A32-4231-94D0-477A0A0A58F8}" srcOrd="0" destOrd="0" presId="urn:microsoft.com/office/officeart/2008/layout/LinedList"/>
    <dgm:cxn modelId="{A788B331-818D-4B01-AA62-E2089465F4A5}" srcId="{C9EBC804-ABAC-4828-8A8A-5CE8F1EBFCCB}" destId="{293B1DA7-2C58-4082-9B21-C1AA538EC861}" srcOrd="2" destOrd="0" parTransId="{99B1346F-9006-465F-A1FF-39DB62AFD5F1}" sibTransId="{2F0A007D-D765-47CA-A4A8-6ECD56DAADC6}"/>
    <dgm:cxn modelId="{269FA549-4132-42E2-9B23-2856E5120A86}" type="presOf" srcId="{C9EBC804-ABAC-4828-8A8A-5CE8F1EBFCCB}" destId="{677838DA-DC7D-47FB-A2E3-2289731A300C}" srcOrd="0" destOrd="0" presId="urn:microsoft.com/office/officeart/2008/layout/LinedList"/>
    <dgm:cxn modelId="{C1CC756D-5B17-4DCD-AB7B-A4A27EC8D40C}" srcId="{C9EBC804-ABAC-4828-8A8A-5CE8F1EBFCCB}" destId="{C1B5DAF7-C576-4F49-944E-DA6BD65E0957}" srcOrd="1" destOrd="0" parTransId="{A485FA43-D4F8-4CAB-9A62-ED06C60487CB}" sibTransId="{12A7DE99-1C43-4AA5-A1D7-A6ACDF171BA9}"/>
    <dgm:cxn modelId="{15FBE88D-95CA-4AC2-9588-95D7F440BBB6}" type="presOf" srcId="{98D88C95-37C6-421F-AAF4-B1B38EA04580}" destId="{32B33386-C3E4-4770-B21B-620221A72501}" srcOrd="0" destOrd="0" presId="urn:microsoft.com/office/officeart/2008/layout/LinedList"/>
    <dgm:cxn modelId="{C0B9A6A1-8CD1-4A09-8A9F-4F8ACC97231C}" srcId="{C9EBC804-ABAC-4828-8A8A-5CE8F1EBFCCB}" destId="{26FD7A8F-ECD1-4D03-B7B7-590F2B7828F2}" srcOrd="3" destOrd="0" parTransId="{968676BC-AB84-4667-B050-2ED390A8BEF8}" sibTransId="{8216410A-3023-47EA-837D-A9A14707806B}"/>
    <dgm:cxn modelId="{2792E9A7-8176-4568-B6EB-AADE139BB61C}" type="presOf" srcId="{293B1DA7-2C58-4082-9B21-C1AA538EC861}" destId="{F4856B97-B379-4FA0-B053-05B91A502351}" srcOrd="0" destOrd="0" presId="urn:microsoft.com/office/officeart/2008/layout/LinedList"/>
    <dgm:cxn modelId="{492495C1-CE1A-4854-BF7B-F245B225A1BD}" type="presOf" srcId="{C1B5DAF7-C576-4F49-944E-DA6BD65E0957}" destId="{CF0937A6-5E2C-4D1D-8E9C-718CC0E94A2C}" srcOrd="0" destOrd="0" presId="urn:microsoft.com/office/officeart/2008/layout/LinedList"/>
    <dgm:cxn modelId="{0F34C727-7CEC-4D2A-A55A-B00A223002D6}" type="presParOf" srcId="{677838DA-DC7D-47FB-A2E3-2289731A300C}" destId="{B3F64E87-29A5-4499-B0FF-9C4C3083093D}" srcOrd="0" destOrd="0" presId="urn:microsoft.com/office/officeart/2008/layout/LinedList"/>
    <dgm:cxn modelId="{7EEA9A39-8D53-4857-83AF-AD205E68546D}" type="presParOf" srcId="{677838DA-DC7D-47FB-A2E3-2289731A300C}" destId="{6FFBC512-D80C-43A6-8E1B-5FB0CAE27494}" srcOrd="1" destOrd="0" presId="urn:microsoft.com/office/officeart/2008/layout/LinedList"/>
    <dgm:cxn modelId="{5044E595-9C1D-4232-87D0-08BF7D70747B}" type="presParOf" srcId="{6FFBC512-D80C-43A6-8E1B-5FB0CAE27494}" destId="{32B33386-C3E4-4770-B21B-620221A72501}" srcOrd="0" destOrd="0" presId="urn:microsoft.com/office/officeart/2008/layout/LinedList"/>
    <dgm:cxn modelId="{A059451B-6E6A-455A-AA94-FD0F8634B741}" type="presParOf" srcId="{6FFBC512-D80C-43A6-8E1B-5FB0CAE27494}" destId="{045921BB-461C-4A3A-8B22-B8EA49012390}" srcOrd="1" destOrd="0" presId="urn:microsoft.com/office/officeart/2008/layout/LinedList"/>
    <dgm:cxn modelId="{0097E055-D187-40A0-B4CB-03C566B9DDE4}" type="presParOf" srcId="{677838DA-DC7D-47FB-A2E3-2289731A300C}" destId="{DB843EF4-8ECA-4C89-AFCC-570BCB1104B7}" srcOrd="2" destOrd="0" presId="urn:microsoft.com/office/officeart/2008/layout/LinedList"/>
    <dgm:cxn modelId="{C3B013DE-B2BA-446D-8097-A7E1CF06C271}" type="presParOf" srcId="{677838DA-DC7D-47FB-A2E3-2289731A300C}" destId="{8D43321B-C5DD-4A6A-A3E6-DAE2C063857F}" srcOrd="3" destOrd="0" presId="urn:microsoft.com/office/officeart/2008/layout/LinedList"/>
    <dgm:cxn modelId="{7CEA8ED5-4909-4E27-87E0-C2D31527690C}" type="presParOf" srcId="{8D43321B-C5DD-4A6A-A3E6-DAE2C063857F}" destId="{CF0937A6-5E2C-4D1D-8E9C-718CC0E94A2C}" srcOrd="0" destOrd="0" presId="urn:microsoft.com/office/officeart/2008/layout/LinedList"/>
    <dgm:cxn modelId="{129BCE16-7FDC-4FC0-825A-B28870C07C84}" type="presParOf" srcId="{8D43321B-C5DD-4A6A-A3E6-DAE2C063857F}" destId="{779C4A59-9B00-41CB-B9D3-61986892BE06}" srcOrd="1" destOrd="0" presId="urn:microsoft.com/office/officeart/2008/layout/LinedList"/>
    <dgm:cxn modelId="{1BFFFBAA-6C80-438E-9093-4B186398C76D}" type="presParOf" srcId="{677838DA-DC7D-47FB-A2E3-2289731A300C}" destId="{4A2001B4-B35A-4052-BF21-F962C15F76B6}" srcOrd="4" destOrd="0" presId="urn:microsoft.com/office/officeart/2008/layout/LinedList"/>
    <dgm:cxn modelId="{B1F6CFE1-C5AB-4CA6-A83A-00226A73CBB0}" type="presParOf" srcId="{677838DA-DC7D-47FB-A2E3-2289731A300C}" destId="{3625045F-4D4A-4521-B458-071AF9FA64EE}" srcOrd="5" destOrd="0" presId="urn:microsoft.com/office/officeart/2008/layout/LinedList"/>
    <dgm:cxn modelId="{87EBB239-F805-482B-B5D4-B5DEC519433B}" type="presParOf" srcId="{3625045F-4D4A-4521-B458-071AF9FA64EE}" destId="{F4856B97-B379-4FA0-B053-05B91A502351}" srcOrd="0" destOrd="0" presId="urn:microsoft.com/office/officeart/2008/layout/LinedList"/>
    <dgm:cxn modelId="{48506703-F32E-46E6-A2DD-498CFBDE54F4}" type="presParOf" srcId="{3625045F-4D4A-4521-B458-071AF9FA64EE}" destId="{99D32841-E3D7-4546-B422-6B88113E47A2}" srcOrd="1" destOrd="0" presId="urn:microsoft.com/office/officeart/2008/layout/LinedList"/>
    <dgm:cxn modelId="{443F25D2-F72E-49FB-B5C3-E3B0ADA75B16}" type="presParOf" srcId="{677838DA-DC7D-47FB-A2E3-2289731A300C}" destId="{E3FB05A5-3AC1-41BD-956B-4E341DCF9342}" srcOrd="6" destOrd="0" presId="urn:microsoft.com/office/officeart/2008/layout/LinedList"/>
    <dgm:cxn modelId="{0A7ABA30-6C20-456F-89B8-7DE3D9942C4B}" type="presParOf" srcId="{677838DA-DC7D-47FB-A2E3-2289731A300C}" destId="{AF5037F1-5EAF-4CC8-96B2-8FEC876EFEB4}" srcOrd="7" destOrd="0" presId="urn:microsoft.com/office/officeart/2008/layout/LinedList"/>
    <dgm:cxn modelId="{94A2A1D7-0ADC-4CFB-B621-12ED57C75E1D}" type="presParOf" srcId="{AF5037F1-5EAF-4CC8-96B2-8FEC876EFEB4}" destId="{FDCD7B27-0A32-4231-94D0-477A0A0A58F8}" srcOrd="0" destOrd="0" presId="urn:microsoft.com/office/officeart/2008/layout/LinedList"/>
    <dgm:cxn modelId="{F73F5297-5084-4AD8-B111-C2914B81526A}" type="presParOf" srcId="{AF5037F1-5EAF-4CC8-96B2-8FEC876EFEB4}" destId="{889D3EAB-81E0-4F9D-8FE1-3FFD55CCC919}" srcOrd="1" destOrd="0" presId="urn:microsoft.com/office/officeart/2008/layout/LinedList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9.xml><?xml version="1.0" encoding="utf-8"?>
<dgm:dataModel xmlns:dgm="http://schemas.openxmlformats.org/drawingml/2006/diagram" xmlns:a="http://schemas.openxmlformats.org/drawingml/2006/main">
  <dgm:ptLst>
    <dgm:pt modelId="{F8E0FA56-7E13-4B67-A6E3-47B1048930D2}" type="doc">
      <dgm:prSet loTypeId="urn:microsoft.com/office/officeart/2018/2/layout/IconVerticalSolidList" loCatId="icon" qsTypeId="urn:microsoft.com/office/officeart/2005/8/quickstyle/simple1" qsCatId="simple" csTypeId="urn:microsoft.com/office/officeart/2018/5/colors/Iconchunking_neutralbg_colorful5" csCatId="colorful" phldr="1"/>
      <dgm:spPr/>
      <dgm:t>
        <a:bodyPr/>
        <a:lstStyle/>
        <a:p>
          <a:endParaRPr lang="en-US"/>
        </a:p>
      </dgm:t>
    </dgm:pt>
    <dgm:pt modelId="{F49BAF87-E86C-45C4-A17D-711DD7EBF4BC}">
      <dgm:prSet/>
      <dgm:spPr/>
      <dgm:t>
        <a:bodyPr/>
        <a:lstStyle/>
        <a:p>
          <a:r>
            <a:rPr lang="en-GB"/>
            <a:t>Cloud = flexible, scalable, cost‑efficient computing</a:t>
          </a:r>
          <a:endParaRPr lang="en-US"/>
        </a:p>
      </dgm:t>
    </dgm:pt>
    <dgm:pt modelId="{6EF8939E-F8E4-4D60-9728-9C8F24554F8A}" type="parTrans" cxnId="{BB0D6D1A-23DA-4AF1-B137-F33B004BBAF6}">
      <dgm:prSet/>
      <dgm:spPr/>
      <dgm:t>
        <a:bodyPr/>
        <a:lstStyle/>
        <a:p>
          <a:endParaRPr lang="en-US"/>
        </a:p>
      </dgm:t>
    </dgm:pt>
    <dgm:pt modelId="{BCDB162F-1729-43B6-839B-F81ACB845AF8}" type="sibTrans" cxnId="{BB0D6D1A-23DA-4AF1-B137-F33B004BBAF6}">
      <dgm:prSet/>
      <dgm:spPr/>
      <dgm:t>
        <a:bodyPr/>
        <a:lstStyle/>
        <a:p>
          <a:endParaRPr lang="en-US"/>
        </a:p>
      </dgm:t>
    </dgm:pt>
    <dgm:pt modelId="{03002B09-C877-4D25-A696-5FED00AB26CD}">
      <dgm:prSet/>
      <dgm:spPr/>
      <dgm:t>
        <a:bodyPr/>
        <a:lstStyle/>
        <a:p>
          <a:r>
            <a:rPr lang="en-GB"/>
            <a:t>Makes development faster and easier</a:t>
          </a:r>
          <a:endParaRPr lang="en-US"/>
        </a:p>
      </dgm:t>
    </dgm:pt>
    <dgm:pt modelId="{6F8AE861-E435-400A-ACE4-651BCC1D4AD3}" type="parTrans" cxnId="{B896A98A-AD5B-4FB1-BB03-D2674FE4D0C9}">
      <dgm:prSet/>
      <dgm:spPr/>
      <dgm:t>
        <a:bodyPr/>
        <a:lstStyle/>
        <a:p>
          <a:endParaRPr lang="en-US"/>
        </a:p>
      </dgm:t>
    </dgm:pt>
    <dgm:pt modelId="{64769999-819E-4DFC-84E2-4B9D9C6B877A}" type="sibTrans" cxnId="{B896A98A-AD5B-4FB1-BB03-D2674FE4D0C9}">
      <dgm:prSet/>
      <dgm:spPr/>
      <dgm:t>
        <a:bodyPr/>
        <a:lstStyle/>
        <a:p>
          <a:endParaRPr lang="en-US"/>
        </a:p>
      </dgm:t>
    </dgm:pt>
    <dgm:pt modelId="{37536446-0692-4047-96B5-E03AFBFC8697}">
      <dgm:prSet/>
      <dgm:spPr/>
      <dgm:t>
        <a:bodyPr/>
        <a:lstStyle/>
        <a:p>
          <a:r>
            <a:rPr lang="en-GB"/>
            <a:t>Includes tools for deployment, monitoring, and scaling</a:t>
          </a:r>
          <a:endParaRPr lang="en-US"/>
        </a:p>
      </dgm:t>
    </dgm:pt>
    <dgm:pt modelId="{12A7F166-D573-4BC5-80AC-EFE4DD55527F}" type="parTrans" cxnId="{A6D5499F-7EF5-4D66-84A3-CF6E7B82020E}">
      <dgm:prSet/>
      <dgm:spPr/>
      <dgm:t>
        <a:bodyPr/>
        <a:lstStyle/>
        <a:p>
          <a:endParaRPr lang="en-US"/>
        </a:p>
      </dgm:t>
    </dgm:pt>
    <dgm:pt modelId="{6DAB7E3C-F2F7-4E2C-AB84-59BD48928199}" type="sibTrans" cxnId="{A6D5499F-7EF5-4D66-84A3-CF6E7B82020E}">
      <dgm:prSet/>
      <dgm:spPr/>
      <dgm:t>
        <a:bodyPr/>
        <a:lstStyle/>
        <a:p>
          <a:endParaRPr lang="en-US"/>
        </a:p>
      </dgm:t>
    </dgm:pt>
    <dgm:pt modelId="{4A7EC2E4-9B86-4DCC-9809-365ECC6BACAE}">
      <dgm:prSet/>
      <dgm:spPr/>
      <dgm:t>
        <a:bodyPr/>
        <a:lstStyle/>
        <a:p>
          <a:r>
            <a:rPr lang="en-GB"/>
            <a:t>Strong availability and security features</a:t>
          </a:r>
          <a:endParaRPr lang="en-US"/>
        </a:p>
      </dgm:t>
    </dgm:pt>
    <dgm:pt modelId="{8AB75FD1-98C2-4623-BDE2-644C1DEDDCA7}" type="parTrans" cxnId="{4CEDB652-544E-4C47-B1A6-515B965875D5}">
      <dgm:prSet/>
      <dgm:spPr/>
      <dgm:t>
        <a:bodyPr/>
        <a:lstStyle/>
        <a:p>
          <a:endParaRPr lang="en-US"/>
        </a:p>
      </dgm:t>
    </dgm:pt>
    <dgm:pt modelId="{4FBD6592-49A3-4A2D-8477-2D88B44B4AE2}" type="sibTrans" cxnId="{4CEDB652-544E-4C47-B1A6-515B965875D5}">
      <dgm:prSet/>
      <dgm:spPr/>
      <dgm:t>
        <a:bodyPr/>
        <a:lstStyle/>
        <a:p>
          <a:endParaRPr lang="en-US"/>
        </a:p>
      </dgm:t>
    </dgm:pt>
    <dgm:pt modelId="{FD1C7456-EA53-4E6D-A371-C5A3DE5A6BEE}">
      <dgm:prSet/>
      <dgm:spPr/>
      <dgm:t>
        <a:bodyPr/>
        <a:lstStyle/>
        <a:p>
          <a:r>
            <a:rPr lang="en-GB"/>
            <a:t>Ideal for modern software development teams</a:t>
          </a:r>
          <a:endParaRPr lang="en-US"/>
        </a:p>
      </dgm:t>
    </dgm:pt>
    <dgm:pt modelId="{C9172810-08EF-4160-8629-C1B30F468BA4}" type="parTrans" cxnId="{E880FB88-5288-4E8D-BC4C-EC52B0A7DD2E}">
      <dgm:prSet/>
      <dgm:spPr/>
      <dgm:t>
        <a:bodyPr/>
        <a:lstStyle/>
        <a:p>
          <a:endParaRPr lang="en-US"/>
        </a:p>
      </dgm:t>
    </dgm:pt>
    <dgm:pt modelId="{E2C0D6BB-2EFC-47D8-9AF4-31D04FDF8D1D}" type="sibTrans" cxnId="{E880FB88-5288-4E8D-BC4C-EC52B0A7DD2E}">
      <dgm:prSet/>
      <dgm:spPr/>
      <dgm:t>
        <a:bodyPr/>
        <a:lstStyle/>
        <a:p>
          <a:endParaRPr lang="en-US"/>
        </a:p>
      </dgm:t>
    </dgm:pt>
    <dgm:pt modelId="{BF054947-D9C9-4ACD-91A6-92EA397014AE}" type="pres">
      <dgm:prSet presAssocID="{F8E0FA56-7E13-4B67-A6E3-47B1048930D2}" presName="root" presStyleCnt="0">
        <dgm:presLayoutVars>
          <dgm:dir/>
          <dgm:resizeHandles val="exact"/>
        </dgm:presLayoutVars>
      </dgm:prSet>
      <dgm:spPr/>
    </dgm:pt>
    <dgm:pt modelId="{79403142-A418-419A-A201-8D6ADCE57CB1}" type="pres">
      <dgm:prSet presAssocID="{F49BAF87-E86C-45C4-A17D-711DD7EBF4BC}" presName="compNode" presStyleCnt="0"/>
      <dgm:spPr/>
    </dgm:pt>
    <dgm:pt modelId="{B5E2F962-25AC-4BD3-8031-5D324FE3C3C9}" type="pres">
      <dgm:prSet presAssocID="{F49BAF87-E86C-45C4-A17D-711DD7EBF4BC}" presName="bgRect" presStyleLbl="bgShp" presStyleIdx="0" presStyleCnt="5"/>
      <dgm:spPr/>
    </dgm:pt>
    <dgm:pt modelId="{257E8802-6D45-4C73-8F98-37BFD43444C4}" type="pres">
      <dgm:prSet presAssocID="{F49BAF87-E86C-45C4-A17D-711DD7EBF4BC}" presName="iconRect" presStyleLbl="node1" presStyleIdx="0" presStyleCnt="5"/>
      <dgm:spPr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Cloud Computing"/>
        </a:ext>
      </dgm:extLst>
    </dgm:pt>
    <dgm:pt modelId="{D95C5AD2-EB18-4781-A3EF-C0CE08FC5376}" type="pres">
      <dgm:prSet presAssocID="{F49BAF87-E86C-45C4-A17D-711DD7EBF4BC}" presName="spaceRect" presStyleCnt="0"/>
      <dgm:spPr/>
    </dgm:pt>
    <dgm:pt modelId="{72A6A2C4-117C-476E-A300-8D26C1652161}" type="pres">
      <dgm:prSet presAssocID="{F49BAF87-E86C-45C4-A17D-711DD7EBF4BC}" presName="parTx" presStyleLbl="revTx" presStyleIdx="0" presStyleCnt="5">
        <dgm:presLayoutVars>
          <dgm:chMax val="0"/>
          <dgm:chPref val="0"/>
        </dgm:presLayoutVars>
      </dgm:prSet>
      <dgm:spPr/>
    </dgm:pt>
    <dgm:pt modelId="{B93043C4-8D80-49D3-B3D8-D81219EDBA2D}" type="pres">
      <dgm:prSet presAssocID="{BCDB162F-1729-43B6-839B-F81ACB845AF8}" presName="sibTrans" presStyleCnt="0"/>
      <dgm:spPr/>
    </dgm:pt>
    <dgm:pt modelId="{3257C296-E461-4FAF-8105-AFCFA3E64A26}" type="pres">
      <dgm:prSet presAssocID="{03002B09-C877-4D25-A696-5FED00AB26CD}" presName="compNode" presStyleCnt="0"/>
      <dgm:spPr/>
    </dgm:pt>
    <dgm:pt modelId="{61EF378C-796B-4943-889B-A21B24F2D91D}" type="pres">
      <dgm:prSet presAssocID="{03002B09-C877-4D25-A696-5FED00AB26CD}" presName="bgRect" presStyleLbl="bgShp" presStyleIdx="1" presStyleCnt="5"/>
      <dgm:spPr/>
    </dgm:pt>
    <dgm:pt modelId="{C343C39C-8212-4644-ADB9-81A0774101B4}" type="pres">
      <dgm:prSet presAssocID="{03002B09-C877-4D25-A696-5FED00AB26CD}" presName="iconRect" presStyleLbl="node1" presStyleIdx="1" presStyleCnt="5"/>
      <dgm:spPr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Upward trend"/>
        </a:ext>
      </dgm:extLst>
    </dgm:pt>
    <dgm:pt modelId="{C5C1310D-01CE-4CD5-B9A2-3063C13EB2CA}" type="pres">
      <dgm:prSet presAssocID="{03002B09-C877-4D25-A696-5FED00AB26CD}" presName="spaceRect" presStyleCnt="0"/>
      <dgm:spPr/>
    </dgm:pt>
    <dgm:pt modelId="{E9E9869B-E809-4F7F-8129-313ADFBDB133}" type="pres">
      <dgm:prSet presAssocID="{03002B09-C877-4D25-A696-5FED00AB26CD}" presName="parTx" presStyleLbl="revTx" presStyleIdx="1" presStyleCnt="5">
        <dgm:presLayoutVars>
          <dgm:chMax val="0"/>
          <dgm:chPref val="0"/>
        </dgm:presLayoutVars>
      </dgm:prSet>
      <dgm:spPr/>
    </dgm:pt>
    <dgm:pt modelId="{5F38C1D8-2B63-4ECF-B827-515FD9FADB54}" type="pres">
      <dgm:prSet presAssocID="{64769999-819E-4DFC-84E2-4B9D9C6B877A}" presName="sibTrans" presStyleCnt="0"/>
      <dgm:spPr/>
    </dgm:pt>
    <dgm:pt modelId="{D86BF471-1B7B-43FB-AB01-E1C2BC98A185}" type="pres">
      <dgm:prSet presAssocID="{37536446-0692-4047-96B5-E03AFBFC8697}" presName="compNode" presStyleCnt="0"/>
      <dgm:spPr/>
    </dgm:pt>
    <dgm:pt modelId="{B53702FB-3915-424C-ABB2-9C8964C531D6}" type="pres">
      <dgm:prSet presAssocID="{37536446-0692-4047-96B5-E03AFBFC8697}" presName="bgRect" presStyleLbl="bgShp" presStyleIdx="2" presStyleCnt="5"/>
      <dgm:spPr/>
    </dgm:pt>
    <dgm:pt modelId="{5C909FAE-3F46-4FE0-9887-291145FA3BA0}" type="pres">
      <dgm:prSet presAssocID="{37536446-0692-4047-96B5-E03AFBFC8697}" presName="iconRect" presStyleLbl="node1" presStyleIdx="2" presStyleCnt="5"/>
      <dgm:spPr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Gears"/>
        </a:ext>
      </dgm:extLst>
    </dgm:pt>
    <dgm:pt modelId="{BE680DDC-F7EB-4711-80A8-ABEE522C4262}" type="pres">
      <dgm:prSet presAssocID="{37536446-0692-4047-96B5-E03AFBFC8697}" presName="spaceRect" presStyleCnt="0"/>
      <dgm:spPr/>
    </dgm:pt>
    <dgm:pt modelId="{542DD115-5856-4C98-A78C-C74C10328EDA}" type="pres">
      <dgm:prSet presAssocID="{37536446-0692-4047-96B5-E03AFBFC8697}" presName="parTx" presStyleLbl="revTx" presStyleIdx="2" presStyleCnt="5">
        <dgm:presLayoutVars>
          <dgm:chMax val="0"/>
          <dgm:chPref val="0"/>
        </dgm:presLayoutVars>
      </dgm:prSet>
      <dgm:spPr/>
    </dgm:pt>
    <dgm:pt modelId="{9142AD1B-7814-46D5-B081-81F523639E1F}" type="pres">
      <dgm:prSet presAssocID="{6DAB7E3C-F2F7-4E2C-AB84-59BD48928199}" presName="sibTrans" presStyleCnt="0"/>
      <dgm:spPr/>
    </dgm:pt>
    <dgm:pt modelId="{65CA4DD9-A903-4D72-AFA6-4A3E089594B5}" type="pres">
      <dgm:prSet presAssocID="{4A7EC2E4-9B86-4DCC-9809-365ECC6BACAE}" presName="compNode" presStyleCnt="0"/>
      <dgm:spPr/>
    </dgm:pt>
    <dgm:pt modelId="{443A3065-BB02-46C3-9CE3-7549DD21984E}" type="pres">
      <dgm:prSet presAssocID="{4A7EC2E4-9B86-4DCC-9809-365ECC6BACAE}" presName="bgRect" presStyleLbl="bgShp" presStyleIdx="3" presStyleCnt="5"/>
      <dgm:spPr/>
    </dgm:pt>
    <dgm:pt modelId="{AA8E7D40-757E-459A-857C-94376387091B}" type="pres">
      <dgm:prSet presAssocID="{4A7EC2E4-9B86-4DCC-9809-365ECC6BACAE}" presName="iconRect" presStyleLbl="node1" presStyleIdx="3" presStyleCnt="5"/>
      <dgm:spPr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Lock"/>
        </a:ext>
      </dgm:extLst>
    </dgm:pt>
    <dgm:pt modelId="{81258446-A7A0-4A8A-B5F1-B45E62FD6E30}" type="pres">
      <dgm:prSet presAssocID="{4A7EC2E4-9B86-4DCC-9809-365ECC6BACAE}" presName="spaceRect" presStyleCnt="0"/>
      <dgm:spPr/>
    </dgm:pt>
    <dgm:pt modelId="{656BB695-36EE-49B4-AE2B-E869F45AD8B8}" type="pres">
      <dgm:prSet presAssocID="{4A7EC2E4-9B86-4DCC-9809-365ECC6BACAE}" presName="parTx" presStyleLbl="revTx" presStyleIdx="3" presStyleCnt="5">
        <dgm:presLayoutVars>
          <dgm:chMax val="0"/>
          <dgm:chPref val="0"/>
        </dgm:presLayoutVars>
      </dgm:prSet>
      <dgm:spPr/>
    </dgm:pt>
    <dgm:pt modelId="{628E9928-1D83-4418-8D60-6D7899A17493}" type="pres">
      <dgm:prSet presAssocID="{4FBD6592-49A3-4A2D-8477-2D88B44B4AE2}" presName="sibTrans" presStyleCnt="0"/>
      <dgm:spPr/>
    </dgm:pt>
    <dgm:pt modelId="{D715066B-41F2-49F3-8E10-E4B0E4539078}" type="pres">
      <dgm:prSet presAssocID="{FD1C7456-EA53-4E6D-A371-C5A3DE5A6BEE}" presName="compNode" presStyleCnt="0"/>
      <dgm:spPr/>
    </dgm:pt>
    <dgm:pt modelId="{E66750C1-B5AB-4998-88AE-9235EF930659}" type="pres">
      <dgm:prSet presAssocID="{FD1C7456-EA53-4E6D-A371-C5A3DE5A6BEE}" presName="bgRect" presStyleLbl="bgShp" presStyleIdx="4" presStyleCnt="5"/>
      <dgm:spPr/>
    </dgm:pt>
    <dgm:pt modelId="{D0BB823E-E89C-4F0D-B8B7-2318925996EE}" type="pres">
      <dgm:prSet presAssocID="{FD1C7456-EA53-4E6D-A371-C5A3DE5A6BEE}" presName="iconRect" presStyleLbl="node1" presStyleIdx="4" presStyleCnt="5"/>
      <dgm:spPr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Users"/>
        </a:ext>
      </dgm:extLst>
    </dgm:pt>
    <dgm:pt modelId="{96CB447B-0140-4AD1-A646-A3623C098DEC}" type="pres">
      <dgm:prSet presAssocID="{FD1C7456-EA53-4E6D-A371-C5A3DE5A6BEE}" presName="spaceRect" presStyleCnt="0"/>
      <dgm:spPr/>
    </dgm:pt>
    <dgm:pt modelId="{E3C636A3-60CA-4930-980A-8B4CB8E24632}" type="pres">
      <dgm:prSet presAssocID="{FD1C7456-EA53-4E6D-A371-C5A3DE5A6BEE}" presName="parTx" presStyleLbl="revTx" presStyleIdx="4" presStyleCnt="5">
        <dgm:presLayoutVars>
          <dgm:chMax val="0"/>
          <dgm:chPref val="0"/>
        </dgm:presLayoutVars>
      </dgm:prSet>
      <dgm:spPr/>
    </dgm:pt>
  </dgm:ptLst>
  <dgm:cxnLst>
    <dgm:cxn modelId="{BB0D6D1A-23DA-4AF1-B137-F33B004BBAF6}" srcId="{F8E0FA56-7E13-4B67-A6E3-47B1048930D2}" destId="{F49BAF87-E86C-45C4-A17D-711DD7EBF4BC}" srcOrd="0" destOrd="0" parTransId="{6EF8939E-F8E4-4D60-9728-9C8F24554F8A}" sibTransId="{BCDB162F-1729-43B6-839B-F81ACB845AF8}"/>
    <dgm:cxn modelId="{EFA01D21-676E-4291-B5AB-4DA522C8BB4E}" type="presOf" srcId="{03002B09-C877-4D25-A696-5FED00AB26CD}" destId="{E9E9869B-E809-4F7F-8129-313ADFBDB133}" srcOrd="0" destOrd="0" presId="urn:microsoft.com/office/officeart/2018/2/layout/IconVerticalSolidList"/>
    <dgm:cxn modelId="{05BF6729-4F0E-4DDB-A72C-A17971587C2B}" type="presOf" srcId="{37536446-0692-4047-96B5-E03AFBFC8697}" destId="{542DD115-5856-4C98-A78C-C74C10328EDA}" srcOrd="0" destOrd="0" presId="urn:microsoft.com/office/officeart/2018/2/layout/IconVerticalSolidList"/>
    <dgm:cxn modelId="{4CEDB652-544E-4C47-B1A6-515B965875D5}" srcId="{F8E0FA56-7E13-4B67-A6E3-47B1048930D2}" destId="{4A7EC2E4-9B86-4DCC-9809-365ECC6BACAE}" srcOrd="3" destOrd="0" parTransId="{8AB75FD1-98C2-4623-BDE2-644C1DEDDCA7}" sibTransId="{4FBD6592-49A3-4A2D-8477-2D88B44B4AE2}"/>
    <dgm:cxn modelId="{5EF8B358-6F88-49E9-81E7-3B9A033C68D5}" type="presOf" srcId="{F49BAF87-E86C-45C4-A17D-711DD7EBF4BC}" destId="{72A6A2C4-117C-476E-A300-8D26C1652161}" srcOrd="0" destOrd="0" presId="urn:microsoft.com/office/officeart/2018/2/layout/IconVerticalSolidList"/>
    <dgm:cxn modelId="{E880FB88-5288-4E8D-BC4C-EC52B0A7DD2E}" srcId="{F8E0FA56-7E13-4B67-A6E3-47B1048930D2}" destId="{FD1C7456-EA53-4E6D-A371-C5A3DE5A6BEE}" srcOrd="4" destOrd="0" parTransId="{C9172810-08EF-4160-8629-C1B30F468BA4}" sibTransId="{E2C0D6BB-2EFC-47D8-9AF4-31D04FDF8D1D}"/>
    <dgm:cxn modelId="{B896A98A-AD5B-4FB1-BB03-D2674FE4D0C9}" srcId="{F8E0FA56-7E13-4B67-A6E3-47B1048930D2}" destId="{03002B09-C877-4D25-A696-5FED00AB26CD}" srcOrd="1" destOrd="0" parTransId="{6F8AE861-E435-400A-ACE4-651BCC1D4AD3}" sibTransId="{64769999-819E-4DFC-84E2-4B9D9C6B877A}"/>
    <dgm:cxn modelId="{A6D5499F-7EF5-4D66-84A3-CF6E7B82020E}" srcId="{F8E0FA56-7E13-4B67-A6E3-47B1048930D2}" destId="{37536446-0692-4047-96B5-E03AFBFC8697}" srcOrd="2" destOrd="0" parTransId="{12A7F166-D573-4BC5-80AC-EFE4DD55527F}" sibTransId="{6DAB7E3C-F2F7-4E2C-AB84-59BD48928199}"/>
    <dgm:cxn modelId="{FF7371CE-9B7A-4944-A3F6-2EF42EB05242}" type="presOf" srcId="{FD1C7456-EA53-4E6D-A371-C5A3DE5A6BEE}" destId="{E3C636A3-60CA-4930-980A-8B4CB8E24632}" srcOrd="0" destOrd="0" presId="urn:microsoft.com/office/officeart/2018/2/layout/IconVerticalSolidList"/>
    <dgm:cxn modelId="{A2E39CCF-7087-4399-9C70-C4B802D4C6BB}" type="presOf" srcId="{F8E0FA56-7E13-4B67-A6E3-47B1048930D2}" destId="{BF054947-D9C9-4ACD-91A6-92EA397014AE}" srcOrd="0" destOrd="0" presId="urn:microsoft.com/office/officeart/2018/2/layout/IconVerticalSolidList"/>
    <dgm:cxn modelId="{606EE9F7-3B90-424B-B1D5-481D0FC699AD}" type="presOf" srcId="{4A7EC2E4-9B86-4DCC-9809-365ECC6BACAE}" destId="{656BB695-36EE-49B4-AE2B-E869F45AD8B8}" srcOrd="0" destOrd="0" presId="urn:microsoft.com/office/officeart/2018/2/layout/IconVerticalSolidList"/>
    <dgm:cxn modelId="{DA7158A4-6154-4144-9F60-9A870965BE1A}" type="presParOf" srcId="{BF054947-D9C9-4ACD-91A6-92EA397014AE}" destId="{79403142-A418-419A-A201-8D6ADCE57CB1}" srcOrd="0" destOrd="0" presId="urn:microsoft.com/office/officeart/2018/2/layout/IconVerticalSolidList"/>
    <dgm:cxn modelId="{2B7F4D0A-95BC-4EA6-BAD0-C0F3E2ABC078}" type="presParOf" srcId="{79403142-A418-419A-A201-8D6ADCE57CB1}" destId="{B5E2F962-25AC-4BD3-8031-5D324FE3C3C9}" srcOrd="0" destOrd="0" presId="urn:microsoft.com/office/officeart/2018/2/layout/IconVerticalSolidList"/>
    <dgm:cxn modelId="{FCD8536C-D6CB-48F1-8B9B-368A7D1A2917}" type="presParOf" srcId="{79403142-A418-419A-A201-8D6ADCE57CB1}" destId="{257E8802-6D45-4C73-8F98-37BFD43444C4}" srcOrd="1" destOrd="0" presId="urn:microsoft.com/office/officeart/2018/2/layout/IconVerticalSolidList"/>
    <dgm:cxn modelId="{B41CB65B-0DCF-4650-BDCD-8DC1C7CB371C}" type="presParOf" srcId="{79403142-A418-419A-A201-8D6ADCE57CB1}" destId="{D95C5AD2-EB18-4781-A3EF-C0CE08FC5376}" srcOrd="2" destOrd="0" presId="urn:microsoft.com/office/officeart/2018/2/layout/IconVerticalSolidList"/>
    <dgm:cxn modelId="{9AC8818A-664C-4BE7-AEF4-26FF44150117}" type="presParOf" srcId="{79403142-A418-419A-A201-8D6ADCE57CB1}" destId="{72A6A2C4-117C-476E-A300-8D26C1652161}" srcOrd="3" destOrd="0" presId="urn:microsoft.com/office/officeart/2018/2/layout/IconVerticalSolidList"/>
    <dgm:cxn modelId="{ED2789AF-FCB7-48BB-A297-134EA9240B05}" type="presParOf" srcId="{BF054947-D9C9-4ACD-91A6-92EA397014AE}" destId="{B93043C4-8D80-49D3-B3D8-D81219EDBA2D}" srcOrd="1" destOrd="0" presId="urn:microsoft.com/office/officeart/2018/2/layout/IconVerticalSolidList"/>
    <dgm:cxn modelId="{30614C4D-179B-419A-B3A8-C1EE289602B4}" type="presParOf" srcId="{BF054947-D9C9-4ACD-91A6-92EA397014AE}" destId="{3257C296-E461-4FAF-8105-AFCFA3E64A26}" srcOrd="2" destOrd="0" presId="urn:microsoft.com/office/officeart/2018/2/layout/IconVerticalSolidList"/>
    <dgm:cxn modelId="{A07C9484-AFD7-4FAC-ABA2-FC4F90C63167}" type="presParOf" srcId="{3257C296-E461-4FAF-8105-AFCFA3E64A26}" destId="{61EF378C-796B-4943-889B-A21B24F2D91D}" srcOrd="0" destOrd="0" presId="urn:microsoft.com/office/officeart/2018/2/layout/IconVerticalSolidList"/>
    <dgm:cxn modelId="{1246F9A0-FD67-4D0D-856D-D2B0C31FE9CB}" type="presParOf" srcId="{3257C296-E461-4FAF-8105-AFCFA3E64A26}" destId="{C343C39C-8212-4644-ADB9-81A0774101B4}" srcOrd="1" destOrd="0" presId="urn:microsoft.com/office/officeart/2018/2/layout/IconVerticalSolidList"/>
    <dgm:cxn modelId="{ED24BF8E-011E-4530-8FB8-8CC0F0EEC6D7}" type="presParOf" srcId="{3257C296-E461-4FAF-8105-AFCFA3E64A26}" destId="{C5C1310D-01CE-4CD5-B9A2-3063C13EB2CA}" srcOrd="2" destOrd="0" presId="urn:microsoft.com/office/officeart/2018/2/layout/IconVerticalSolidList"/>
    <dgm:cxn modelId="{AF288435-4732-4C67-9E43-AEB023C6349D}" type="presParOf" srcId="{3257C296-E461-4FAF-8105-AFCFA3E64A26}" destId="{E9E9869B-E809-4F7F-8129-313ADFBDB133}" srcOrd="3" destOrd="0" presId="urn:microsoft.com/office/officeart/2018/2/layout/IconVerticalSolidList"/>
    <dgm:cxn modelId="{549ADE0C-C8EC-4632-880A-41137F25283C}" type="presParOf" srcId="{BF054947-D9C9-4ACD-91A6-92EA397014AE}" destId="{5F38C1D8-2B63-4ECF-B827-515FD9FADB54}" srcOrd="3" destOrd="0" presId="urn:microsoft.com/office/officeart/2018/2/layout/IconVerticalSolidList"/>
    <dgm:cxn modelId="{A916819C-BF01-4F8F-AC1A-D375AB6C3E95}" type="presParOf" srcId="{BF054947-D9C9-4ACD-91A6-92EA397014AE}" destId="{D86BF471-1B7B-43FB-AB01-E1C2BC98A185}" srcOrd="4" destOrd="0" presId="urn:microsoft.com/office/officeart/2018/2/layout/IconVerticalSolidList"/>
    <dgm:cxn modelId="{0FEFAA49-F9C3-4967-82FE-ADCEE05BC16A}" type="presParOf" srcId="{D86BF471-1B7B-43FB-AB01-E1C2BC98A185}" destId="{B53702FB-3915-424C-ABB2-9C8964C531D6}" srcOrd="0" destOrd="0" presId="urn:microsoft.com/office/officeart/2018/2/layout/IconVerticalSolidList"/>
    <dgm:cxn modelId="{AEC7598B-D932-4ED1-A708-F561A5260AB4}" type="presParOf" srcId="{D86BF471-1B7B-43FB-AB01-E1C2BC98A185}" destId="{5C909FAE-3F46-4FE0-9887-291145FA3BA0}" srcOrd="1" destOrd="0" presId="urn:microsoft.com/office/officeart/2018/2/layout/IconVerticalSolidList"/>
    <dgm:cxn modelId="{962853DB-CB2D-4AC9-84E3-C47CF132A77A}" type="presParOf" srcId="{D86BF471-1B7B-43FB-AB01-E1C2BC98A185}" destId="{BE680DDC-F7EB-4711-80A8-ABEE522C4262}" srcOrd="2" destOrd="0" presId="urn:microsoft.com/office/officeart/2018/2/layout/IconVerticalSolidList"/>
    <dgm:cxn modelId="{7CEC75CE-BE18-4D31-8135-E8480999CA41}" type="presParOf" srcId="{D86BF471-1B7B-43FB-AB01-E1C2BC98A185}" destId="{542DD115-5856-4C98-A78C-C74C10328EDA}" srcOrd="3" destOrd="0" presId="urn:microsoft.com/office/officeart/2018/2/layout/IconVerticalSolidList"/>
    <dgm:cxn modelId="{7596E30C-18C9-4F14-9038-1461EFF980EE}" type="presParOf" srcId="{BF054947-D9C9-4ACD-91A6-92EA397014AE}" destId="{9142AD1B-7814-46D5-B081-81F523639E1F}" srcOrd="5" destOrd="0" presId="urn:microsoft.com/office/officeart/2018/2/layout/IconVerticalSolidList"/>
    <dgm:cxn modelId="{314EA588-91FE-44EF-ABF7-8E33C193B900}" type="presParOf" srcId="{BF054947-D9C9-4ACD-91A6-92EA397014AE}" destId="{65CA4DD9-A903-4D72-AFA6-4A3E089594B5}" srcOrd="6" destOrd="0" presId="urn:microsoft.com/office/officeart/2018/2/layout/IconVerticalSolidList"/>
    <dgm:cxn modelId="{C10FCF8D-9AA9-4DD9-89B8-BF14C7B8916F}" type="presParOf" srcId="{65CA4DD9-A903-4D72-AFA6-4A3E089594B5}" destId="{443A3065-BB02-46C3-9CE3-7549DD21984E}" srcOrd="0" destOrd="0" presId="urn:microsoft.com/office/officeart/2018/2/layout/IconVerticalSolidList"/>
    <dgm:cxn modelId="{D6342661-E0CE-4AFA-9EFA-E641DAA14229}" type="presParOf" srcId="{65CA4DD9-A903-4D72-AFA6-4A3E089594B5}" destId="{AA8E7D40-757E-459A-857C-94376387091B}" srcOrd="1" destOrd="0" presId="urn:microsoft.com/office/officeart/2018/2/layout/IconVerticalSolidList"/>
    <dgm:cxn modelId="{77A73936-F266-4487-B183-2EF04C36914B}" type="presParOf" srcId="{65CA4DD9-A903-4D72-AFA6-4A3E089594B5}" destId="{81258446-A7A0-4A8A-B5F1-B45E62FD6E30}" srcOrd="2" destOrd="0" presId="urn:microsoft.com/office/officeart/2018/2/layout/IconVerticalSolidList"/>
    <dgm:cxn modelId="{F546A0B4-08C2-4B9B-850D-1FC395FE841B}" type="presParOf" srcId="{65CA4DD9-A903-4D72-AFA6-4A3E089594B5}" destId="{656BB695-36EE-49B4-AE2B-E869F45AD8B8}" srcOrd="3" destOrd="0" presId="urn:microsoft.com/office/officeart/2018/2/layout/IconVerticalSolidList"/>
    <dgm:cxn modelId="{3995517E-DE2A-446E-A452-83920A174C15}" type="presParOf" srcId="{BF054947-D9C9-4ACD-91A6-92EA397014AE}" destId="{628E9928-1D83-4418-8D60-6D7899A17493}" srcOrd="7" destOrd="0" presId="urn:microsoft.com/office/officeart/2018/2/layout/IconVerticalSolidList"/>
    <dgm:cxn modelId="{4AEF1D5D-7773-4C75-ACAB-2C8FE784B21C}" type="presParOf" srcId="{BF054947-D9C9-4ACD-91A6-92EA397014AE}" destId="{D715066B-41F2-49F3-8E10-E4B0E4539078}" srcOrd="8" destOrd="0" presId="urn:microsoft.com/office/officeart/2018/2/layout/IconVerticalSolidList"/>
    <dgm:cxn modelId="{2687B6E8-CE9F-44FA-B261-20C556ACEA49}" type="presParOf" srcId="{D715066B-41F2-49F3-8E10-E4B0E4539078}" destId="{E66750C1-B5AB-4998-88AE-9235EF930659}" srcOrd="0" destOrd="0" presId="urn:microsoft.com/office/officeart/2018/2/layout/IconVerticalSolidList"/>
    <dgm:cxn modelId="{439718AB-8B82-4CB7-BE60-EE85F8ED24E4}" type="presParOf" srcId="{D715066B-41F2-49F3-8E10-E4B0E4539078}" destId="{D0BB823E-E89C-4F0D-B8B7-2318925996EE}" srcOrd="1" destOrd="0" presId="urn:microsoft.com/office/officeart/2018/2/layout/IconVerticalSolidList"/>
    <dgm:cxn modelId="{4EF96D69-DED4-400C-B84B-BB41A6F6B390}" type="presParOf" srcId="{D715066B-41F2-49F3-8E10-E4B0E4539078}" destId="{96CB447B-0140-4AD1-A646-A3623C098DEC}" srcOrd="2" destOrd="0" presId="urn:microsoft.com/office/officeart/2018/2/layout/IconVerticalSolidList"/>
    <dgm:cxn modelId="{560D83DC-7D28-4B3A-B3CB-D7A261A9F9E2}" type="presParOf" srcId="{D715066B-41F2-49F3-8E10-E4B0E4539078}" destId="{E3C636A3-60CA-4930-980A-8B4CB8E24632}" srcOrd="3" destOrd="0" presId="urn:microsoft.com/office/officeart/2018/2/layout/IconVerticalSolidList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6D9DFFFF-E232-4FE3-BBF5-8410F9CD30A6}">
      <dsp:nvSpPr>
        <dsp:cNvPr id="0" name=""/>
        <dsp:cNvSpPr/>
      </dsp:nvSpPr>
      <dsp:spPr>
        <a:xfrm>
          <a:off x="212335" y="469890"/>
          <a:ext cx="1335915" cy="1335915"/>
        </a:xfrm>
        <a:prstGeom prst="ellipse">
          <a:avLst/>
        </a:prstGeom>
        <a:solidFill>
          <a:schemeClr val="accent1">
            <a:tint val="4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71EB2E71-81FF-42B3-AB15-992C82395A62}">
      <dsp:nvSpPr>
        <dsp:cNvPr id="0" name=""/>
        <dsp:cNvSpPr/>
      </dsp:nvSpPr>
      <dsp:spPr>
        <a:xfrm>
          <a:off x="492877" y="750432"/>
          <a:ext cx="774830" cy="774830"/>
        </a:xfrm>
        <a:prstGeom prst="rect">
          <a:avLst/>
        </a:prstGeom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"/>
              </a:ext>
            </a:extLst>
          </a:blip>
          <a:stretch>
            <a:fillRect/>
          </a:stretch>
        </a:blip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D12E45B0-A467-4312-B7EE-04C919107E74}">
      <dsp:nvSpPr>
        <dsp:cNvPr id="0" name=""/>
        <dsp:cNvSpPr/>
      </dsp:nvSpPr>
      <dsp:spPr>
        <a:xfrm>
          <a:off x="1834517" y="469890"/>
          <a:ext cx="3148942" cy="1335915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l" defTabSz="97790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2200" kern="1200"/>
            <a:t>Renting computing power over the internet instead of owning hardware</a:t>
          </a:r>
          <a:endParaRPr lang="en-US" sz="2200" kern="1200"/>
        </a:p>
      </dsp:txBody>
      <dsp:txXfrm>
        <a:off x="1834517" y="469890"/>
        <a:ext cx="3148942" cy="1335915"/>
      </dsp:txXfrm>
    </dsp:sp>
    <dsp:sp modelId="{0279A2FA-95C5-4D55-9811-4151238C82EF}">
      <dsp:nvSpPr>
        <dsp:cNvPr id="0" name=""/>
        <dsp:cNvSpPr/>
      </dsp:nvSpPr>
      <dsp:spPr>
        <a:xfrm>
          <a:off x="5532139" y="469890"/>
          <a:ext cx="1335915" cy="1335915"/>
        </a:xfrm>
        <a:prstGeom prst="ellipse">
          <a:avLst/>
        </a:prstGeom>
        <a:solidFill>
          <a:schemeClr val="accent1">
            <a:tint val="4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5092009D-ADB3-4CE4-8EDA-B33617DAAC43}">
      <dsp:nvSpPr>
        <dsp:cNvPr id="0" name=""/>
        <dsp:cNvSpPr/>
      </dsp:nvSpPr>
      <dsp:spPr>
        <a:xfrm>
          <a:off x="5812681" y="750432"/>
          <a:ext cx="774830" cy="774830"/>
        </a:xfrm>
        <a:prstGeom prst="rect">
          <a:avLst/>
        </a:prstGeom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CD478B10-9AA6-4569-8623-222E7FA28CEC}">
      <dsp:nvSpPr>
        <dsp:cNvPr id="0" name=""/>
        <dsp:cNvSpPr/>
      </dsp:nvSpPr>
      <dsp:spPr>
        <a:xfrm>
          <a:off x="7154322" y="469890"/>
          <a:ext cx="3148942" cy="1335915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l" defTabSz="97790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2200" kern="1200"/>
            <a:t>No need to buy or maintain servers</a:t>
          </a:r>
          <a:endParaRPr lang="en-US" sz="2200" kern="1200"/>
        </a:p>
      </dsp:txBody>
      <dsp:txXfrm>
        <a:off x="7154322" y="469890"/>
        <a:ext cx="3148942" cy="1335915"/>
      </dsp:txXfrm>
    </dsp:sp>
    <dsp:sp modelId="{5A9E3519-9586-4DE1-863C-3F589CE6ED5A}">
      <dsp:nvSpPr>
        <dsp:cNvPr id="0" name=""/>
        <dsp:cNvSpPr/>
      </dsp:nvSpPr>
      <dsp:spPr>
        <a:xfrm>
          <a:off x="212335" y="2545532"/>
          <a:ext cx="1335915" cy="1335915"/>
        </a:xfrm>
        <a:prstGeom prst="ellipse">
          <a:avLst/>
        </a:prstGeom>
        <a:solidFill>
          <a:schemeClr val="accent1">
            <a:tint val="4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38CFFDD7-7678-4B0B-BE6C-60B3CBC6956E}">
      <dsp:nvSpPr>
        <dsp:cNvPr id="0" name=""/>
        <dsp:cNvSpPr/>
      </dsp:nvSpPr>
      <dsp:spPr>
        <a:xfrm>
          <a:off x="492877" y="2826074"/>
          <a:ext cx="774830" cy="774830"/>
        </a:xfrm>
        <a:prstGeom prst="rect">
          <a:avLst/>
        </a:prstGeom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a:blip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6E9DDA8D-23CF-41F1-99E8-0AA853B12A64}">
      <dsp:nvSpPr>
        <dsp:cNvPr id="0" name=""/>
        <dsp:cNvSpPr/>
      </dsp:nvSpPr>
      <dsp:spPr>
        <a:xfrm>
          <a:off x="1834517" y="2545532"/>
          <a:ext cx="3148942" cy="1335915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l" defTabSz="97790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2200" kern="1200"/>
            <a:t>You only pay for what you use</a:t>
          </a:r>
          <a:endParaRPr lang="en-US" sz="2200" kern="1200"/>
        </a:p>
      </dsp:txBody>
      <dsp:txXfrm>
        <a:off x="1834517" y="2545532"/>
        <a:ext cx="3148942" cy="1335915"/>
      </dsp:txXfrm>
    </dsp:sp>
    <dsp:sp modelId="{7B9287E6-7731-46C8-A287-51CC948A8AA5}">
      <dsp:nvSpPr>
        <dsp:cNvPr id="0" name=""/>
        <dsp:cNvSpPr/>
      </dsp:nvSpPr>
      <dsp:spPr>
        <a:xfrm>
          <a:off x="5532139" y="2545532"/>
          <a:ext cx="1335915" cy="1335915"/>
        </a:xfrm>
        <a:prstGeom prst="ellipse">
          <a:avLst/>
        </a:prstGeom>
        <a:solidFill>
          <a:schemeClr val="accent1">
            <a:tint val="4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8732D033-F9EB-4483-ACD9-F1B7DF67CFF3}">
      <dsp:nvSpPr>
        <dsp:cNvPr id="0" name=""/>
        <dsp:cNvSpPr/>
      </dsp:nvSpPr>
      <dsp:spPr>
        <a:xfrm>
          <a:off x="5812681" y="2826074"/>
          <a:ext cx="774830" cy="774830"/>
        </a:xfrm>
        <a:prstGeom prst="rect">
          <a:avLst/>
        </a:prstGeom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a:blip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8F852E11-5EED-49CB-ACA7-81BC4963F794}">
      <dsp:nvSpPr>
        <dsp:cNvPr id="0" name=""/>
        <dsp:cNvSpPr/>
      </dsp:nvSpPr>
      <dsp:spPr>
        <a:xfrm>
          <a:off x="7154322" y="2545532"/>
          <a:ext cx="3148942" cy="1335915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l" defTabSz="97790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2200" kern="1200"/>
            <a:t>Easy to scale up when busy and scale down when quiet</a:t>
          </a:r>
          <a:endParaRPr lang="en-US" sz="2200" kern="1200"/>
        </a:p>
      </dsp:txBody>
      <dsp:txXfrm>
        <a:off x="7154322" y="2545532"/>
        <a:ext cx="3148942" cy="1335915"/>
      </dsp:txXfrm>
    </dsp:sp>
  </dsp:spTree>
</dsp:drawing>
</file>

<file path=ppt/diagrams/drawing2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9F908E76-DF91-4340-916B-08CE68264135}">
      <dsp:nvSpPr>
        <dsp:cNvPr id="0" name=""/>
        <dsp:cNvSpPr/>
      </dsp:nvSpPr>
      <dsp:spPr>
        <a:xfrm>
          <a:off x="0" y="4592"/>
          <a:ext cx="6301601" cy="978270"/>
        </a:xfrm>
        <a:prstGeom prst="roundRect">
          <a:avLst>
            <a:gd name="adj" fmla="val 10000"/>
          </a:avLst>
        </a:prstGeom>
        <a:solidFill>
          <a:schemeClr val="bg1">
            <a:lumMod val="95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EA406DB6-A653-43F6-A30F-8F62592A9C62}">
      <dsp:nvSpPr>
        <dsp:cNvPr id="0" name=""/>
        <dsp:cNvSpPr/>
      </dsp:nvSpPr>
      <dsp:spPr>
        <a:xfrm>
          <a:off x="295926" y="224703"/>
          <a:ext cx="538048" cy="538048"/>
        </a:xfrm>
        <a:prstGeom prst="rect">
          <a:avLst/>
        </a:prstGeom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"/>
              </a:ext>
            </a:extLst>
          </a:blip>
          <a:stretch>
            <a:fillRect/>
          </a:stretch>
        </a:blipFill>
        <a:ln w="19050" cap="flat" cmpd="sng" algn="ctr">
          <a:noFill/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3C70D0DA-001B-475D-A547-3FC6FE9DBB2E}">
      <dsp:nvSpPr>
        <dsp:cNvPr id="0" name=""/>
        <dsp:cNvSpPr/>
      </dsp:nvSpPr>
      <dsp:spPr>
        <a:xfrm>
          <a:off x="1129902" y="4592"/>
          <a:ext cx="5171698" cy="97827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03534" tIns="103534" rIns="103534" bIns="103534" numCol="1" spcCol="1270" anchor="ctr" anchorCtr="0">
          <a:noAutofit/>
        </a:bodyPr>
        <a:lstStyle/>
        <a:p>
          <a:pPr marL="0" lvl="0" indent="0" algn="l" defTabSz="8445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1900" kern="1200"/>
            <a:t>Build and release apps fast</a:t>
          </a:r>
          <a:endParaRPr lang="en-US" sz="1900" kern="1200"/>
        </a:p>
      </dsp:txBody>
      <dsp:txXfrm>
        <a:off x="1129902" y="4592"/>
        <a:ext cx="5171698" cy="978270"/>
      </dsp:txXfrm>
    </dsp:sp>
    <dsp:sp modelId="{86C715E6-4792-421A-97DD-842500A54145}">
      <dsp:nvSpPr>
        <dsp:cNvPr id="0" name=""/>
        <dsp:cNvSpPr/>
      </dsp:nvSpPr>
      <dsp:spPr>
        <a:xfrm>
          <a:off x="0" y="1227431"/>
          <a:ext cx="6301601" cy="978270"/>
        </a:xfrm>
        <a:prstGeom prst="roundRect">
          <a:avLst>
            <a:gd name="adj" fmla="val 10000"/>
          </a:avLst>
        </a:prstGeom>
        <a:solidFill>
          <a:schemeClr val="bg1">
            <a:lumMod val="95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4C5DA0EF-AA37-4366-A839-2C9380D8ADFA}">
      <dsp:nvSpPr>
        <dsp:cNvPr id="0" name=""/>
        <dsp:cNvSpPr/>
      </dsp:nvSpPr>
      <dsp:spPr>
        <a:xfrm>
          <a:off x="295926" y="1447541"/>
          <a:ext cx="538048" cy="538048"/>
        </a:xfrm>
        <a:prstGeom prst="rect">
          <a:avLst/>
        </a:prstGeom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  <a:ln w="19050" cap="flat" cmpd="sng" algn="ctr">
          <a:noFill/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E598513B-E091-40C8-975E-0E8A857825D5}">
      <dsp:nvSpPr>
        <dsp:cNvPr id="0" name=""/>
        <dsp:cNvSpPr/>
      </dsp:nvSpPr>
      <dsp:spPr>
        <a:xfrm>
          <a:off x="1129902" y="1227431"/>
          <a:ext cx="5171698" cy="97827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03534" tIns="103534" rIns="103534" bIns="103534" numCol="1" spcCol="1270" anchor="ctr" anchorCtr="0">
          <a:noAutofit/>
        </a:bodyPr>
        <a:lstStyle/>
        <a:p>
          <a:pPr marL="0" lvl="0" indent="0" algn="l" defTabSz="8445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1900" kern="1200"/>
            <a:t>No upfront cost for equipment</a:t>
          </a:r>
          <a:endParaRPr lang="en-US" sz="1900" kern="1200"/>
        </a:p>
      </dsp:txBody>
      <dsp:txXfrm>
        <a:off x="1129902" y="1227431"/>
        <a:ext cx="5171698" cy="978270"/>
      </dsp:txXfrm>
    </dsp:sp>
    <dsp:sp modelId="{C2CE3366-B838-4311-8E41-0EBAEB204785}">
      <dsp:nvSpPr>
        <dsp:cNvPr id="0" name=""/>
        <dsp:cNvSpPr/>
      </dsp:nvSpPr>
      <dsp:spPr>
        <a:xfrm>
          <a:off x="0" y="2450269"/>
          <a:ext cx="6301601" cy="978270"/>
        </a:xfrm>
        <a:prstGeom prst="roundRect">
          <a:avLst>
            <a:gd name="adj" fmla="val 10000"/>
          </a:avLst>
        </a:prstGeom>
        <a:solidFill>
          <a:schemeClr val="bg1">
            <a:lumMod val="95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4393CFEF-6375-4EEB-9054-8E0FC0F79D3C}">
      <dsp:nvSpPr>
        <dsp:cNvPr id="0" name=""/>
        <dsp:cNvSpPr/>
      </dsp:nvSpPr>
      <dsp:spPr>
        <a:xfrm>
          <a:off x="295926" y="2670380"/>
          <a:ext cx="538048" cy="538048"/>
        </a:xfrm>
        <a:prstGeom prst="rect">
          <a:avLst/>
        </a:prstGeom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a:blipFill>
        <a:ln w="19050" cap="flat" cmpd="sng" algn="ctr">
          <a:noFill/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739C6245-96AF-4E81-A321-08E6A48F4470}">
      <dsp:nvSpPr>
        <dsp:cNvPr id="0" name=""/>
        <dsp:cNvSpPr/>
      </dsp:nvSpPr>
      <dsp:spPr>
        <a:xfrm>
          <a:off x="1129902" y="2450269"/>
          <a:ext cx="5171698" cy="97827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03534" tIns="103534" rIns="103534" bIns="103534" numCol="1" spcCol="1270" anchor="ctr" anchorCtr="0">
          <a:noAutofit/>
        </a:bodyPr>
        <a:lstStyle/>
        <a:p>
          <a:pPr marL="0" lvl="0" indent="0" algn="l" defTabSz="8445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1900" kern="1200"/>
            <a:t>Easy to try ideas and experiment</a:t>
          </a:r>
          <a:endParaRPr lang="en-US" sz="1900" kern="1200"/>
        </a:p>
      </dsp:txBody>
      <dsp:txXfrm>
        <a:off x="1129902" y="2450269"/>
        <a:ext cx="5171698" cy="978270"/>
      </dsp:txXfrm>
    </dsp:sp>
    <dsp:sp modelId="{831D08B0-D312-40D9-827F-0F2B580680FF}">
      <dsp:nvSpPr>
        <dsp:cNvPr id="0" name=""/>
        <dsp:cNvSpPr/>
      </dsp:nvSpPr>
      <dsp:spPr>
        <a:xfrm>
          <a:off x="0" y="3673107"/>
          <a:ext cx="6301601" cy="978270"/>
        </a:xfrm>
        <a:prstGeom prst="roundRect">
          <a:avLst>
            <a:gd name="adj" fmla="val 10000"/>
          </a:avLst>
        </a:prstGeom>
        <a:solidFill>
          <a:schemeClr val="bg1">
            <a:lumMod val="95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3D2227C2-4F14-461C-A5B2-1080E2706755}">
      <dsp:nvSpPr>
        <dsp:cNvPr id="0" name=""/>
        <dsp:cNvSpPr/>
      </dsp:nvSpPr>
      <dsp:spPr>
        <a:xfrm>
          <a:off x="295926" y="3893218"/>
          <a:ext cx="538048" cy="538048"/>
        </a:xfrm>
        <a:prstGeom prst="rect">
          <a:avLst/>
        </a:prstGeom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a:blipFill>
        <a:ln w="19050" cap="flat" cmpd="sng" algn="ctr">
          <a:noFill/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7666B458-6D9D-4709-A35E-73445FABFCDD}">
      <dsp:nvSpPr>
        <dsp:cNvPr id="0" name=""/>
        <dsp:cNvSpPr/>
      </dsp:nvSpPr>
      <dsp:spPr>
        <a:xfrm>
          <a:off x="1129902" y="3673107"/>
          <a:ext cx="5171698" cy="97827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03534" tIns="103534" rIns="103534" bIns="103534" numCol="1" spcCol="1270" anchor="ctr" anchorCtr="0">
          <a:noAutofit/>
        </a:bodyPr>
        <a:lstStyle/>
        <a:p>
          <a:pPr marL="0" lvl="0" indent="0" algn="l" defTabSz="8445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1900" kern="1200"/>
            <a:t>Tools for deployment, monitoring, and automation already included</a:t>
          </a:r>
          <a:endParaRPr lang="en-US" sz="1900" kern="1200"/>
        </a:p>
      </dsp:txBody>
      <dsp:txXfrm>
        <a:off x="1129902" y="3673107"/>
        <a:ext cx="5171698" cy="978270"/>
      </dsp:txXfrm>
    </dsp:sp>
    <dsp:sp modelId="{43911CCA-2827-4F9F-853D-88273C6A64D6}">
      <dsp:nvSpPr>
        <dsp:cNvPr id="0" name=""/>
        <dsp:cNvSpPr/>
      </dsp:nvSpPr>
      <dsp:spPr>
        <a:xfrm>
          <a:off x="0" y="4895945"/>
          <a:ext cx="6301601" cy="978270"/>
        </a:xfrm>
        <a:prstGeom prst="roundRect">
          <a:avLst>
            <a:gd name="adj" fmla="val 10000"/>
          </a:avLst>
        </a:prstGeom>
        <a:solidFill>
          <a:schemeClr val="bg1">
            <a:lumMod val="95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95360800-95CE-44AE-91DD-05B6345893E1}">
      <dsp:nvSpPr>
        <dsp:cNvPr id="0" name=""/>
        <dsp:cNvSpPr/>
      </dsp:nvSpPr>
      <dsp:spPr>
        <a:xfrm>
          <a:off x="295926" y="5116056"/>
          <a:ext cx="538048" cy="538048"/>
        </a:xfrm>
        <a:prstGeom prst="rect">
          <a:avLst/>
        </a:prstGeom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a:blipFill>
        <a:ln w="19050" cap="flat" cmpd="sng" algn="ctr">
          <a:noFill/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51D7440B-78E2-4DFA-B314-F005F230E9D6}">
      <dsp:nvSpPr>
        <dsp:cNvPr id="0" name=""/>
        <dsp:cNvSpPr/>
      </dsp:nvSpPr>
      <dsp:spPr>
        <a:xfrm>
          <a:off x="1129902" y="4895945"/>
          <a:ext cx="5171698" cy="97827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03534" tIns="103534" rIns="103534" bIns="103534" numCol="1" spcCol="1270" anchor="ctr" anchorCtr="0">
          <a:noAutofit/>
        </a:bodyPr>
        <a:lstStyle/>
        <a:p>
          <a:pPr marL="0" lvl="0" indent="0" algn="l" defTabSz="8445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1900" kern="1200"/>
            <a:t>High reliability without needing specialist hardware knowledge</a:t>
          </a:r>
          <a:endParaRPr lang="en-US" sz="1900" kern="1200"/>
        </a:p>
      </dsp:txBody>
      <dsp:txXfrm>
        <a:off x="1129902" y="4895945"/>
        <a:ext cx="5171698" cy="978270"/>
      </dsp:txXfrm>
    </dsp:sp>
  </dsp:spTree>
</dsp:drawing>
</file>

<file path=ppt/diagrams/drawing3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49988D69-6658-485B-8DF0-B7B642918883}">
      <dsp:nvSpPr>
        <dsp:cNvPr id="0" name=""/>
        <dsp:cNvSpPr/>
      </dsp:nvSpPr>
      <dsp:spPr>
        <a:xfrm>
          <a:off x="0" y="2439"/>
          <a:ext cx="6301601" cy="1236616"/>
        </a:xfrm>
        <a:prstGeom prst="roundRect">
          <a:avLst>
            <a:gd name="adj" fmla="val 10000"/>
          </a:avLst>
        </a:prstGeom>
        <a:solidFill>
          <a:schemeClr val="bg1">
            <a:lumMod val="95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566772F5-4127-41CA-87E9-0854E6E4D830}">
      <dsp:nvSpPr>
        <dsp:cNvPr id="0" name=""/>
        <dsp:cNvSpPr/>
      </dsp:nvSpPr>
      <dsp:spPr>
        <a:xfrm>
          <a:off x="374076" y="280678"/>
          <a:ext cx="680139" cy="680139"/>
        </a:xfrm>
        <a:prstGeom prst="rect">
          <a:avLst/>
        </a:prstGeom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"/>
              </a:ext>
            </a:extLst>
          </a:blip>
          <a:stretch>
            <a:fillRect/>
          </a:stretch>
        </a:blipFill>
        <a:ln w="19050" cap="flat" cmpd="sng" algn="ctr">
          <a:noFill/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781BC199-E615-4C0D-9A75-B398EFF5196E}">
      <dsp:nvSpPr>
        <dsp:cNvPr id="0" name=""/>
        <dsp:cNvSpPr/>
      </dsp:nvSpPr>
      <dsp:spPr>
        <a:xfrm>
          <a:off x="1428292" y="2439"/>
          <a:ext cx="4873308" cy="1236616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30875" tIns="130875" rIns="130875" bIns="130875" numCol="1" spcCol="1270" anchor="ctr" anchorCtr="0">
          <a:noAutofit/>
        </a:bodyPr>
        <a:lstStyle/>
        <a:p>
          <a:pPr marL="0" lvl="0" indent="0" algn="l" defTabSz="9779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2200" b="1" kern="1200" dirty="0"/>
            <a:t>Pay‑as‑you‑go</a:t>
          </a:r>
          <a:r>
            <a:rPr lang="en-GB" sz="2200" kern="1200" dirty="0"/>
            <a:t>:</a:t>
          </a:r>
          <a:br>
            <a:rPr lang="en-GB" sz="2200" kern="1200" dirty="0"/>
          </a:br>
          <a:r>
            <a:rPr lang="en-GB" sz="2200" kern="1200" dirty="0"/>
            <a:t>like an electricity bill</a:t>
          </a:r>
          <a:endParaRPr lang="en-US" sz="2200" kern="1200" dirty="0"/>
        </a:p>
      </dsp:txBody>
      <dsp:txXfrm>
        <a:off x="1428292" y="2439"/>
        <a:ext cx="4873308" cy="1236616"/>
      </dsp:txXfrm>
    </dsp:sp>
    <dsp:sp modelId="{2F915424-478D-4B39-8EFF-D3C5D832D889}">
      <dsp:nvSpPr>
        <dsp:cNvPr id="0" name=""/>
        <dsp:cNvSpPr/>
      </dsp:nvSpPr>
      <dsp:spPr>
        <a:xfrm>
          <a:off x="0" y="1548210"/>
          <a:ext cx="6301601" cy="1236616"/>
        </a:xfrm>
        <a:prstGeom prst="roundRect">
          <a:avLst>
            <a:gd name="adj" fmla="val 10000"/>
          </a:avLst>
        </a:prstGeom>
        <a:solidFill>
          <a:schemeClr val="bg1">
            <a:lumMod val="95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34B29B2F-92F2-4867-B628-97A80FFD639F}">
      <dsp:nvSpPr>
        <dsp:cNvPr id="0" name=""/>
        <dsp:cNvSpPr/>
      </dsp:nvSpPr>
      <dsp:spPr>
        <a:xfrm>
          <a:off x="374076" y="1826449"/>
          <a:ext cx="680139" cy="680139"/>
        </a:xfrm>
        <a:prstGeom prst="rect">
          <a:avLst/>
        </a:prstGeom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  <a:ln w="19050" cap="flat" cmpd="sng" algn="ctr">
          <a:noFill/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EB88D003-AEC0-4669-AE68-37C8BDD18B0C}">
      <dsp:nvSpPr>
        <dsp:cNvPr id="0" name=""/>
        <dsp:cNvSpPr/>
      </dsp:nvSpPr>
      <dsp:spPr>
        <a:xfrm>
          <a:off x="1428292" y="1548210"/>
          <a:ext cx="4873308" cy="1236616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30875" tIns="130875" rIns="130875" bIns="130875" numCol="1" spcCol="1270" anchor="ctr" anchorCtr="0">
          <a:noAutofit/>
        </a:bodyPr>
        <a:lstStyle/>
        <a:p>
          <a:pPr marL="0" lvl="0" indent="0" algn="l" defTabSz="9779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2200" b="1" kern="1200" dirty="0"/>
            <a:t>Reserved options</a:t>
          </a:r>
          <a:r>
            <a:rPr lang="en-GB" sz="2200" kern="1200" dirty="0"/>
            <a:t>: </a:t>
          </a:r>
          <a:br>
            <a:rPr lang="en-GB" sz="2200" kern="1200" dirty="0"/>
          </a:br>
          <a:r>
            <a:rPr lang="en-GB" sz="2200" kern="1200" dirty="0"/>
            <a:t>cheaper if you commit long‑term</a:t>
          </a:r>
          <a:endParaRPr lang="en-US" sz="2200" kern="1200" dirty="0"/>
        </a:p>
      </dsp:txBody>
      <dsp:txXfrm>
        <a:off x="1428292" y="1548210"/>
        <a:ext cx="4873308" cy="1236616"/>
      </dsp:txXfrm>
    </dsp:sp>
    <dsp:sp modelId="{6FBA35E4-FFFF-4CD6-8DFF-D4F50F4465E5}">
      <dsp:nvSpPr>
        <dsp:cNvPr id="0" name=""/>
        <dsp:cNvSpPr/>
      </dsp:nvSpPr>
      <dsp:spPr>
        <a:xfrm>
          <a:off x="0" y="3093981"/>
          <a:ext cx="6301601" cy="1236616"/>
        </a:xfrm>
        <a:prstGeom prst="roundRect">
          <a:avLst>
            <a:gd name="adj" fmla="val 10000"/>
          </a:avLst>
        </a:prstGeom>
        <a:solidFill>
          <a:schemeClr val="bg1">
            <a:lumMod val="95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A1322B35-5917-496D-B4CC-0D0D44317196}">
      <dsp:nvSpPr>
        <dsp:cNvPr id="0" name=""/>
        <dsp:cNvSpPr/>
      </dsp:nvSpPr>
      <dsp:spPr>
        <a:xfrm>
          <a:off x="374076" y="3372220"/>
          <a:ext cx="680139" cy="680139"/>
        </a:xfrm>
        <a:prstGeom prst="rect">
          <a:avLst/>
        </a:prstGeom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a:blipFill>
        <a:ln w="19050" cap="flat" cmpd="sng" algn="ctr">
          <a:noFill/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98A9399A-53FD-449E-88B1-A60C46AA3CF0}">
      <dsp:nvSpPr>
        <dsp:cNvPr id="0" name=""/>
        <dsp:cNvSpPr/>
      </dsp:nvSpPr>
      <dsp:spPr>
        <a:xfrm>
          <a:off x="1428292" y="3093981"/>
          <a:ext cx="4873308" cy="1236616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30875" tIns="130875" rIns="130875" bIns="130875" numCol="1" spcCol="1270" anchor="ctr" anchorCtr="0">
          <a:noAutofit/>
        </a:bodyPr>
        <a:lstStyle/>
        <a:p>
          <a:pPr marL="0" lvl="0" indent="0" algn="l" defTabSz="9779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2200" b="1" kern="1200" dirty="0"/>
            <a:t>Serverless</a:t>
          </a:r>
          <a:r>
            <a:rPr lang="en-GB" sz="2200" kern="1200" dirty="0"/>
            <a:t>: </a:t>
          </a:r>
          <a:br>
            <a:rPr lang="en-GB" sz="2200" kern="1200" dirty="0"/>
          </a:br>
          <a:r>
            <a:rPr lang="en-GB" sz="2200" kern="1200" dirty="0"/>
            <a:t>pay only when your code runs</a:t>
          </a:r>
          <a:endParaRPr lang="en-US" sz="2200" kern="1200" dirty="0"/>
        </a:p>
      </dsp:txBody>
      <dsp:txXfrm>
        <a:off x="1428292" y="3093981"/>
        <a:ext cx="4873308" cy="1236616"/>
      </dsp:txXfrm>
    </dsp:sp>
    <dsp:sp modelId="{439F9BB1-2B9A-413E-9376-78F507BCCA8E}">
      <dsp:nvSpPr>
        <dsp:cNvPr id="0" name=""/>
        <dsp:cNvSpPr/>
      </dsp:nvSpPr>
      <dsp:spPr>
        <a:xfrm>
          <a:off x="0" y="4639752"/>
          <a:ext cx="6301601" cy="1236616"/>
        </a:xfrm>
        <a:prstGeom prst="roundRect">
          <a:avLst>
            <a:gd name="adj" fmla="val 10000"/>
          </a:avLst>
        </a:prstGeom>
        <a:solidFill>
          <a:schemeClr val="bg1">
            <a:lumMod val="95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68D25B75-142E-4868-B9E6-BF5BC56C50E6}">
      <dsp:nvSpPr>
        <dsp:cNvPr id="0" name=""/>
        <dsp:cNvSpPr/>
      </dsp:nvSpPr>
      <dsp:spPr>
        <a:xfrm>
          <a:off x="374076" y="4917991"/>
          <a:ext cx="680139" cy="680139"/>
        </a:xfrm>
        <a:prstGeom prst="rect">
          <a:avLst/>
        </a:prstGeom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a:blipFill>
        <a:ln w="19050" cap="flat" cmpd="sng" algn="ctr">
          <a:noFill/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DF66FEEF-8128-4AAA-ABC7-915CF46D6BBF}">
      <dsp:nvSpPr>
        <dsp:cNvPr id="0" name=""/>
        <dsp:cNvSpPr/>
      </dsp:nvSpPr>
      <dsp:spPr>
        <a:xfrm>
          <a:off x="1428292" y="4639752"/>
          <a:ext cx="4873308" cy="1236616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30875" tIns="130875" rIns="130875" bIns="130875" numCol="1" spcCol="1270" anchor="ctr" anchorCtr="0">
          <a:noAutofit/>
        </a:bodyPr>
        <a:lstStyle/>
        <a:p>
          <a:pPr marL="0" lvl="0" indent="0" algn="l" defTabSz="9779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2200" b="1" kern="1200" dirty="0"/>
            <a:t>Turn things off </a:t>
          </a:r>
          <a:r>
            <a:rPr lang="en-GB" sz="2200" kern="1200" dirty="0"/>
            <a:t>when not needed to save money</a:t>
          </a:r>
          <a:endParaRPr lang="en-US" sz="2200" kern="1200" dirty="0"/>
        </a:p>
      </dsp:txBody>
      <dsp:txXfrm>
        <a:off x="1428292" y="4639752"/>
        <a:ext cx="4873308" cy="1236616"/>
      </dsp:txXfrm>
    </dsp:sp>
  </dsp:spTree>
</dsp:drawing>
</file>

<file path=ppt/diagrams/drawing4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D0668815-0E94-4A6D-8910-F00D2D187E1D}">
      <dsp:nvSpPr>
        <dsp:cNvPr id="0" name=""/>
        <dsp:cNvSpPr/>
      </dsp:nvSpPr>
      <dsp:spPr>
        <a:xfrm>
          <a:off x="0" y="72904"/>
          <a:ext cx="6301601" cy="1292850"/>
        </a:xfrm>
        <a:prstGeom prst="roundRect">
          <a:avLst/>
        </a:prstGeom>
        <a:solidFill>
          <a:schemeClr val="accent3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21920" tIns="121920" rIns="121920" bIns="121920" numCol="1" spcCol="1270" anchor="ctr" anchorCtr="0">
          <a:noAutofit/>
        </a:bodyPr>
        <a:lstStyle/>
        <a:p>
          <a:pPr marL="0" lvl="0" indent="0" algn="l" defTabSz="1422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3200" kern="1200" dirty="0"/>
            <a:t>Create a server in minutes</a:t>
          </a:r>
          <a:endParaRPr lang="en-US" sz="3200" kern="1200" dirty="0"/>
        </a:p>
      </dsp:txBody>
      <dsp:txXfrm>
        <a:off x="63112" y="136016"/>
        <a:ext cx="6175377" cy="1166626"/>
      </dsp:txXfrm>
    </dsp:sp>
    <dsp:sp modelId="{06CDE4A0-6955-4ED5-A087-A3018B1CD111}">
      <dsp:nvSpPr>
        <dsp:cNvPr id="0" name=""/>
        <dsp:cNvSpPr/>
      </dsp:nvSpPr>
      <dsp:spPr>
        <a:xfrm>
          <a:off x="0" y="1552954"/>
          <a:ext cx="6301601" cy="1292850"/>
        </a:xfrm>
        <a:prstGeom prst="roundRect">
          <a:avLst/>
        </a:prstGeom>
        <a:solidFill>
          <a:schemeClr val="accent3">
            <a:hueOff val="1372388"/>
            <a:satOff val="8237"/>
            <a:lumOff val="6275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21920" tIns="121920" rIns="121920" bIns="121920" numCol="1" spcCol="1270" anchor="ctr" anchorCtr="0">
          <a:noAutofit/>
        </a:bodyPr>
        <a:lstStyle/>
        <a:p>
          <a:pPr marL="0" lvl="0" indent="0" algn="l" defTabSz="1422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3200" kern="1200" dirty="0"/>
            <a:t>Choose CPU, RAM, storage, and region</a:t>
          </a:r>
          <a:endParaRPr lang="en-US" sz="3200" kern="1200" dirty="0"/>
        </a:p>
      </dsp:txBody>
      <dsp:txXfrm>
        <a:off x="63112" y="1616066"/>
        <a:ext cx="6175377" cy="1166626"/>
      </dsp:txXfrm>
    </dsp:sp>
    <dsp:sp modelId="{9036D769-BB76-49D4-AB01-22B61BB5E9F2}">
      <dsp:nvSpPr>
        <dsp:cNvPr id="0" name=""/>
        <dsp:cNvSpPr/>
      </dsp:nvSpPr>
      <dsp:spPr>
        <a:xfrm>
          <a:off x="0" y="3033004"/>
          <a:ext cx="6301601" cy="1292850"/>
        </a:xfrm>
        <a:prstGeom prst="roundRect">
          <a:avLst/>
        </a:prstGeom>
        <a:solidFill>
          <a:schemeClr val="accent3">
            <a:hueOff val="2744775"/>
            <a:satOff val="16475"/>
            <a:lumOff val="1255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21920" tIns="121920" rIns="121920" bIns="121920" numCol="1" spcCol="1270" anchor="ctr" anchorCtr="0">
          <a:noAutofit/>
        </a:bodyPr>
        <a:lstStyle/>
        <a:p>
          <a:pPr marL="0" lvl="0" indent="0" algn="l" defTabSz="1422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3200" kern="1200" dirty="0"/>
            <a:t>Scale up for busy periods, </a:t>
          </a:r>
          <a:br>
            <a:rPr lang="en-GB" sz="3200" kern="1200" dirty="0"/>
          </a:br>
          <a:r>
            <a:rPr lang="en-GB" sz="3200" kern="1200" dirty="0"/>
            <a:t>scale down when quiet</a:t>
          </a:r>
          <a:endParaRPr lang="en-US" sz="3200" kern="1200" dirty="0"/>
        </a:p>
      </dsp:txBody>
      <dsp:txXfrm>
        <a:off x="63112" y="3096116"/>
        <a:ext cx="6175377" cy="1166626"/>
      </dsp:txXfrm>
    </dsp:sp>
    <dsp:sp modelId="{6AFC99CA-704C-417C-86D7-413D6866DD59}">
      <dsp:nvSpPr>
        <dsp:cNvPr id="0" name=""/>
        <dsp:cNvSpPr/>
      </dsp:nvSpPr>
      <dsp:spPr>
        <a:xfrm>
          <a:off x="0" y="4513054"/>
          <a:ext cx="6301601" cy="1292850"/>
        </a:xfrm>
        <a:prstGeom prst="roundRect">
          <a:avLst/>
        </a:prstGeom>
        <a:solidFill>
          <a:schemeClr val="accent3">
            <a:hueOff val="4117163"/>
            <a:satOff val="24712"/>
            <a:lumOff val="18825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21920" tIns="121920" rIns="121920" bIns="121920" numCol="1" spcCol="1270" anchor="ctr" anchorCtr="0">
          <a:noAutofit/>
        </a:bodyPr>
        <a:lstStyle/>
        <a:p>
          <a:pPr marL="0" lvl="0" indent="0" algn="l" defTabSz="1422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3200" kern="1200" dirty="0"/>
            <a:t>Great for dev, test, and production environments</a:t>
          </a:r>
          <a:endParaRPr lang="en-US" sz="3200" kern="1200" dirty="0"/>
        </a:p>
      </dsp:txBody>
      <dsp:txXfrm>
        <a:off x="63112" y="4576166"/>
        <a:ext cx="6175377" cy="1166626"/>
      </dsp:txXfrm>
    </dsp:sp>
  </dsp:spTree>
</dsp:drawing>
</file>

<file path=ppt/diagrams/drawing5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99F39492-A071-4020-A84D-7D3641E96083}">
      <dsp:nvSpPr>
        <dsp:cNvPr id="0" name=""/>
        <dsp:cNvSpPr/>
      </dsp:nvSpPr>
      <dsp:spPr>
        <a:xfrm>
          <a:off x="0" y="0"/>
          <a:ext cx="6215492" cy="0"/>
        </a:xfrm>
        <a:prstGeom prst="line">
          <a:avLst/>
        </a:prstGeom>
        <a:solidFill>
          <a:schemeClr val="accent2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accent2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161AF48C-A1F7-495F-880C-23866322AD85}">
      <dsp:nvSpPr>
        <dsp:cNvPr id="0" name=""/>
        <dsp:cNvSpPr/>
      </dsp:nvSpPr>
      <dsp:spPr>
        <a:xfrm>
          <a:off x="0" y="0"/>
          <a:ext cx="6215492" cy="1096884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06680" tIns="106680" rIns="106680" bIns="106680" numCol="1" spcCol="1270" anchor="t" anchorCtr="0">
          <a:noAutofit/>
        </a:bodyPr>
        <a:lstStyle/>
        <a:p>
          <a:pPr marL="0" lvl="0" indent="0" algn="l" defTabSz="12446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2800" kern="1200" dirty="0"/>
            <a:t>Shares traffic across multiple servers</a:t>
          </a:r>
          <a:endParaRPr lang="en-US" sz="2800" kern="1200" dirty="0"/>
        </a:p>
      </dsp:txBody>
      <dsp:txXfrm>
        <a:off x="0" y="0"/>
        <a:ext cx="6215492" cy="1096884"/>
      </dsp:txXfrm>
    </dsp:sp>
    <dsp:sp modelId="{0EFD3D82-35E0-4CC5-9B0F-C6BE0750BAD5}">
      <dsp:nvSpPr>
        <dsp:cNvPr id="0" name=""/>
        <dsp:cNvSpPr/>
      </dsp:nvSpPr>
      <dsp:spPr>
        <a:xfrm>
          <a:off x="0" y="1096883"/>
          <a:ext cx="6215492" cy="0"/>
        </a:xfrm>
        <a:prstGeom prst="line">
          <a:avLst/>
        </a:prstGeom>
        <a:solidFill>
          <a:schemeClr val="accent2">
            <a:hueOff val="2147871"/>
            <a:satOff val="-6164"/>
            <a:lumOff val="-9870"/>
            <a:alphaOff val="0"/>
          </a:schemeClr>
        </a:solidFill>
        <a:ln w="19050" cap="flat" cmpd="sng" algn="ctr">
          <a:solidFill>
            <a:schemeClr val="accent2">
              <a:hueOff val="2147871"/>
              <a:satOff val="-6164"/>
              <a:lumOff val="-987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E279D6E5-2156-458A-90EE-238C0BEE46D2}">
      <dsp:nvSpPr>
        <dsp:cNvPr id="0" name=""/>
        <dsp:cNvSpPr/>
      </dsp:nvSpPr>
      <dsp:spPr>
        <a:xfrm>
          <a:off x="0" y="1096884"/>
          <a:ext cx="6215492" cy="1096884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06680" tIns="106680" rIns="106680" bIns="106680" numCol="1" spcCol="1270" anchor="t" anchorCtr="0">
          <a:noAutofit/>
        </a:bodyPr>
        <a:lstStyle/>
        <a:p>
          <a:pPr marL="0" lvl="0" indent="0" algn="l" defTabSz="12446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2800" kern="1200" dirty="0"/>
            <a:t>Prevents a server from overloading</a:t>
          </a:r>
          <a:endParaRPr lang="en-US" sz="2800" kern="1200" dirty="0"/>
        </a:p>
      </dsp:txBody>
      <dsp:txXfrm>
        <a:off x="0" y="1096884"/>
        <a:ext cx="6215492" cy="1096884"/>
      </dsp:txXfrm>
    </dsp:sp>
    <dsp:sp modelId="{C4DA6C23-9B54-4ACE-969A-6B942EEE3DA5}">
      <dsp:nvSpPr>
        <dsp:cNvPr id="0" name=""/>
        <dsp:cNvSpPr/>
      </dsp:nvSpPr>
      <dsp:spPr>
        <a:xfrm>
          <a:off x="0" y="2193767"/>
          <a:ext cx="6215492" cy="0"/>
        </a:xfrm>
        <a:prstGeom prst="line">
          <a:avLst/>
        </a:prstGeom>
        <a:solidFill>
          <a:schemeClr val="accent2">
            <a:hueOff val="4295743"/>
            <a:satOff val="-12329"/>
            <a:lumOff val="-19739"/>
            <a:alphaOff val="0"/>
          </a:schemeClr>
        </a:solidFill>
        <a:ln w="19050" cap="flat" cmpd="sng" algn="ctr">
          <a:solidFill>
            <a:schemeClr val="accent2">
              <a:hueOff val="4295743"/>
              <a:satOff val="-12329"/>
              <a:lumOff val="-19739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750CFBAB-F184-4C1C-9EF1-B81EC15954C8}">
      <dsp:nvSpPr>
        <dsp:cNvPr id="0" name=""/>
        <dsp:cNvSpPr/>
      </dsp:nvSpPr>
      <dsp:spPr>
        <a:xfrm>
          <a:off x="0" y="2193768"/>
          <a:ext cx="6215492" cy="1096884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06680" tIns="106680" rIns="106680" bIns="106680" numCol="1" spcCol="1270" anchor="t" anchorCtr="0">
          <a:noAutofit/>
        </a:bodyPr>
        <a:lstStyle/>
        <a:p>
          <a:pPr marL="0" lvl="0" indent="0" algn="l" defTabSz="12446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2800" kern="1200" dirty="0"/>
            <a:t>Helps apps stay fast and reliable</a:t>
          </a:r>
          <a:endParaRPr lang="en-US" sz="2800" kern="1200" dirty="0"/>
        </a:p>
      </dsp:txBody>
      <dsp:txXfrm>
        <a:off x="0" y="2193768"/>
        <a:ext cx="6215492" cy="1096884"/>
      </dsp:txXfrm>
    </dsp:sp>
    <dsp:sp modelId="{412E215E-CCB1-4A7C-A327-E5B6C8CCAFE7}">
      <dsp:nvSpPr>
        <dsp:cNvPr id="0" name=""/>
        <dsp:cNvSpPr/>
      </dsp:nvSpPr>
      <dsp:spPr>
        <a:xfrm>
          <a:off x="0" y="3290652"/>
          <a:ext cx="6215492" cy="0"/>
        </a:xfrm>
        <a:prstGeom prst="line">
          <a:avLst/>
        </a:prstGeom>
        <a:solidFill>
          <a:schemeClr val="accent2">
            <a:hueOff val="6443614"/>
            <a:satOff val="-18493"/>
            <a:lumOff val="-29609"/>
            <a:alphaOff val="0"/>
          </a:schemeClr>
        </a:solidFill>
        <a:ln w="19050" cap="flat" cmpd="sng" algn="ctr">
          <a:solidFill>
            <a:schemeClr val="accent2">
              <a:hueOff val="6443614"/>
              <a:satOff val="-18493"/>
              <a:lumOff val="-29609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9F7254BC-9A43-4A91-AD62-F675547F1179}">
      <dsp:nvSpPr>
        <dsp:cNvPr id="0" name=""/>
        <dsp:cNvSpPr/>
      </dsp:nvSpPr>
      <dsp:spPr>
        <a:xfrm>
          <a:off x="0" y="3290652"/>
          <a:ext cx="6215492" cy="1096884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06680" tIns="106680" rIns="106680" bIns="106680" numCol="1" spcCol="1270" anchor="t" anchorCtr="0">
          <a:noAutofit/>
        </a:bodyPr>
        <a:lstStyle/>
        <a:p>
          <a:pPr marL="0" lvl="0" indent="0" algn="l" defTabSz="12446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2800" kern="1200" dirty="0"/>
            <a:t>Automatically sends traffic to other healthy servers if one fails</a:t>
          </a:r>
          <a:endParaRPr lang="en-US" sz="2800" kern="1200" dirty="0"/>
        </a:p>
      </dsp:txBody>
      <dsp:txXfrm>
        <a:off x="0" y="3290652"/>
        <a:ext cx="6215492" cy="1096884"/>
      </dsp:txXfrm>
    </dsp:sp>
  </dsp:spTree>
</dsp:drawing>
</file>

<file path=ppt/diagrams/drawing6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4B63AC94-3F7F-4CB7-A709-EF5F0DBAE0D9}">
      <dsp:nvSpPr>
        <dsp:cNvPr id="0" name=""/>
        <dsp:cNvSpPr/>
      </dsp:nvSpPr>
      <dsp:spPr>
        <a:xfrm>
          <a:off x="0" y="2439"/>
          <a:ext cx="6301601" cy="1236616"/>
        </a:xfrm>
        <a:prstGeom prst="roundRect">
          <a:avLst>
            <a:gd name="adj" fmla="val 10000"/>
          </a:avLst>
        </a:prstGeom>
        <a:solidFill>
          <a:schemeClr val="bg1">
            <a:lumMod val="95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8144D233-4927-4DF1-A906-E6AA7D384A41}">
      <dsp:nvSpPr>
        <dsp:cNvPr id="0" name=""/>
        <dsp:cNvSpPr/>
      </dsp:nvSpPr>
      <dsp:spPr>
        <a:xfrm>
          <a:off x="374076" y="280678"/>
          <a:ext cx="680139" cy="680139"/>
        </a:xfrm>
        <a:prstGeom prst="rect">
          <a:avLst/>
        </a:prstGeom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"/>
              </a:ext>
            </a:extLst>
          </a:blip>
          <a:stretch>
            <a:fillRect/>
          </a:stretch>
        </a:blipFill>
        <a:ln w="19050" cap="flat" cmpd="sng" algn="ctr">
          <a:noFill/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D7404756-C9B8-4F16-89EE-AD6784F936FB}">
      <dsp:nvSpPr>
        <dsp:cNvPr id="0" name=""/>
        <dsp:cNvSpPr/>
      </dsp:nvSpPr>
      <dsp:spPr>
        <a:xfrm>
          <a:off x="1428292" y="2439"/>
          <a:ext cx="4873308" cy="1236616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30875" tIns="130875" rIns="130875" bIns="130875" numCol="1" spcCol="1270" anchor="ctr" anchorCtr="0">
          <a:noAutofit/>
        </a:bodyPr>
        <a:lstStyle/>
        <a:p>
          <a:pPr marL="0" lvl="0" indent="0" algn="l" defTabSz="9779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2200" kern="1200"/>
            <a:t>Track CPU, memory, network, and errors</a:t>
          </a:r>
          <a:endParaRPr lang="en-US" sz="2200" kern="1200"/>
        </a:p>
      </dsp:txBody>
      <dsp:txXfrm>
        <a:off x="1428292" y="2439"/>
        <a:ext cx="4873308" cy="1236616"/>
      </dsp:txXfrm>
    </dsp:sp>
    <dsp:sp modelId="{5A68266F-C0A9-49AB-9F53-475D55F4C4E8}">
      <dsp:nvSpPr>
        <dsp:cNvPr id="0" name=""/>
        <dsp:cNvSpPr/>
      </dsp:nvSpPr>
      <dsp:spPr>
        <a:xfrm>
          <a:off x="0" y="1548210"/>
          <a:ext cx="6301601" cy="1236616"/>
        </a:xfrm>
        <a:prstGeom prst="roundRect">
          <a:avLst>
            <a:gd name="adj" fmla="val 10000"/>
          </a:avLst>
        </a:prstGeom>
        <a:solidFill>
          <a:schemeClr val="bg1">
            <a:lumMod val="95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1545201C-DF93-463B-A28D-1C9F574C0A4A}">
      <dsp:nvSpPr>
        <dsp:cNvPr id="0" name=""/>
        <dsp:cNvSpPr/>
      </dsp:nvSpPr>
      <dsp:spPr>
        <a:xfrm>
          <a:off x="374076" y="1826449"/>
          <a:ext cx="680139" cy="680139"/>
        </a:xfrm>
        <a:prstGeom prst="rect">
          <a:avLst/>
        </a:prstGeom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  <a:ln w="19050" cap="flat" cmpd="sng" algn="ctr">
          <a:noFill/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6E2A8653-42ED-4932-844C-FF5B783E8CD5}">
      <dsp:nvSpPr>
        <dsp:cNvPr id="0" name=""/>
        <dsp:cNvSpPr/>
      </dsp:nvSpPr>
      <dsp:spPr>
        <a:xfrm>
          <a:off x="1428292" y="1548210"/>
          <a:ext cx="4873308" cy="1236616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30875" tIns="130875" rIns="130875" bIns="130875" numCol="1" spcCol="1270" anchor="ctr" anchorCtr="0">
          <a:noAutofit/>
        </a:bodyPr>
        <a:lstStyle/>
        <a:p>
          <a:pPr marL="0" lvl="0" indent="0" algn="l" defTabSz="9779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2200" kern="1200"/>
            <a:t>View logs to understand what happened</a:t>
          </a:r>
          <a:endParaRPr lang="en-US" sz="2200" kern="1200"/>
        </a:p>
      </dsp:txBody>
      <dsp:txXfrm>
        <a:off x="1428292" y="1548210"/>
        <a:ext cx="4873308" cy="1236616"/>
      </dsp:txXfrm>
    </dsp:sp>
    <dsp:sp modelId="{F4DE577D-D5A3-4E3F-933E-38ACD76830F7}">
      <dsp:nvSpPr>
        <dsp:cNvPr id="0" name=""/>
        <dsp:cNvSpPr/>
      </dsp:nvSpPr>
      <dsp:spPr>
        <a:xfrm>
          <a:off x="0" y="3093981"/>
          <a:ext cx="6301601" cy="1236616"/>
        </a:xfrm>
        <a:prstGeom prst="roundRect">
          <a:avLst>
            <a:gd name="adj" fmla="val 10000"/>
          </a:avLst>
        </a:prstGeom>
        <a:solidFill>
          <a:schemeClr val="bg1">
            <a:lumMod val="95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9A496EE3-89F1-44A4-8183-69BAC25DFB60}">
      <dsp:nvSpPr>
        <dsp:cNvPr id="0" name=""/>
        <dsp:cNvSpPr/>
      </dsp:nvSpPr>
      <dsp:spPr>
        <a:xfrm>
          <a:off x="374076" y="3372220"/>
          <a:ext cx="680139" cy="680139"/>
        </a:xfrm>
        <a:prstGeom prst="rect">
          <a:avLst/>
        </a:prstGeom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a:blipFill>
        <a:ln w="19050" cap="flat" cmpd="sng" algn="ctr">
          <a:noFill/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EC98B08D-2460-4A1E-AA7E-4C099E47C038}">
      <dsp:nvSpPr>
        <dsp:cNvPr id="0" name=""/>
        <dsp:cNvSpPr/>
      </dsp:nvSpPr>
      <dsp:spPr>
        <a:xfrm>
          <a:off x="1428292" y="3093981"/>
          <a:ext cx="4873308" cy="1236616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30875" tIns="130875" rIns="130875" bIns="130875" numCol="1" spcCol="1270" anchor="ctr" anchorCtr="0">
          <a:noAutofit/>
        </a:bodyPr>
        <a:lstStyle/>
        <a:p>
          <a:pPr marL="0" lvl="0" indent="0" algn="l" defTabSz="9779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2200" kern="1200"/>
            <a:t>Set alerts when something goes wrong</a:t>
          </a:r>
          <a:endParaRPr lang="en-US" sz="2200" kern="1200"/>
        </a:p>
      </dsp:txBody>
      <dsp:txXfrm>
        <a:off x="1428292" y="3093981"/>
        <a:ext cx="4873308" cy="1236616"/>
      </dsp:txXfrm>
    </dsp:sp>
    <dsp:sp modelId="{45A155C0-0BD6-48EE-92A9-FE608721A9F8}">
      <dsp:nvSpPr>
        <dsp:cNvPr id="0" name=""/>
        <dsp:cNvSpPr/>
      </dsp:nvSpPr>
      <dsp:spPr>
        <a:xfrm>
          <a:off x="0" y="4639752"/>
          <a:ext cx="6301601" cy="1236616"/>
        </a:xfrm>
        <a:prstGeom prst="roundRect">
          <a:avLst>
            <a:gd name="adj" fmla="val 10000"/>
          </a:avLst>
        </a:prstGeom>
        <a:solidFill>
          <a:schemeClr val="bg1">
            <a:lumMod val="95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2DB379F0-94E5-4D28-85F9-74C92148CCC9}">
      <dsp:nvSpPr>
        <dsp:cNvPr id="0" name=""/>
        <dsp:cNvSpPr/>
      </dsp:nvSpPr>
      <dsp:spPr>
        <a:xfrm>
          <a:off x="374076" y="4917991"/>
          <a:ext cx="680139" cy="680139"/>
        </a:xfrm>
        <a:prstGeom prst="rect">
          <a:avLst/>
        </a:prstGeom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a:blipFill>
        <a:ln w="19050" cap="flat" cmpd="sng" algn="ctr">
          <a:noFill/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8A635EFC-AAC9-4031-A6F4-AE35FD8AB9B0}">
      <dsp:nvSpPr>
        <dsp:cNvPr id="0" name=""/>
        <dsp:cNvSpPr/>
      </dsp:nvSpPr>
      <dsp:spPr>
        <a:xfrm>
          <a:off x="1428292" y="4639752"/>
          <a:ext cx="4873308" cy="1236616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30875" tIns="130875" rIns="130875" bIns="130875" numCol="1" spcCol="1270" anchor="ctr" anchorCtr="0">
          <a:noAutofit/>
        </a:bodyPr>
        <a:lstStyle/>
        <a:p>
          <a:pPr marL="0" lvl="0" indent="0" algn="l" defTabSz="9779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2200" kern="1200"/>
            <a:t>Helps keep apps stable and secure</a:t>
          </a:r>
          <a:endParaRPr lang="en-US" sz="2200" kern="1200"/>
        </a:p>
      </dsp:txBody>
      <dsp:txXfrm>
        <a:off x="1428292" y="4639752"/>
        <a:ext cx="4873308" cy="1236616"/>
      </dsp:txXfrm>
    </dsp:sp>
  </dsp:spTree>
</dsp:drawing>
</file>

<file path=ppt/diagrams/drawing7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37B901E6-3A7F-4619-8D83-9441CA61079E}">
      <dsp:nvSpPr>
        <dsp:cNvPr id="0" name=""/>
        <dsp:cNvSpPr/>
      </dsp:nvSpPr>
      <dsp:spPr>
        <a:xfrm rot="5400000">
          <a:off x="6731621" y="-2839081"/>
          <a:ext cx="837972" cy="6729984"/>
        </a:xfrm>
        <a:prstGeom prst="round2SameRect">
          <a:avLst/>
        </a:prstGeom>
        <a:solidFill>
          <a:schemeClr val="accent1">
            <a:alpha val="90000"/>
            <a:tint val="40000"/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accent1">
              <a:alpha val="90000"/>
              <a:tint val="4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247650" tIns="123825" rIns="247650" bIns="123825" numCol="1" spcCol="1270" anchor="ctr" anchorCtr="0">
          <a:noAutofit/>
        </a:bodyPr>
        <a:lstStyle/>
        <a:p>
          <a:pPr marL="228600" lvl="1" indent="-228600" algn="l" defTabSz="8890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GB" sz="2000" kern="1200" dirty="0"/>
            <a:t>AWS EC2, </a:t>
          </a:r>
          <a:br>
            <a:rPr lang="en-GB" sz="2000" kern="1200" dirty="0"/>
          </a:br>
          <a:r>
            <a:rPr lang="en-GB" sz="2000" kern="1200" dirty="0"/>
            <a:t>Azure Virtual Machines, </a:t>
          </a:r>
          <a:br>
            <a:rPr lang="en-GB" sz="2000" kern="1200" dirty="0"/>
          </a:br>
          <a:r>
            <a:rPr lang="en-GB" sz="2000" kern="1200" dirty="0"/>
            <a:t>Google Compute Engine</a:t>
          </a:r>
          <a:endParaRPr lang="en-US" sz="2000" kern="1200" dirty="0"/>
        </a:p>
      </dsp:txBody>
      <dsp:txXfrm rot="-5400000">
        <a:off x="3785615" y="147831"/>
        <a:ext cx="6689078" cy="756160"/>
      </dsp:txXfrm>
    </dsp:sp>
    <dsp:sp modelId="{EEEC2AD9-C46F-4327-B1A8-104AE7A09D53}">
      <dsp:nvSpPr>
        <dsp:cNvPr id="0" name=""/>
        <dsp:cNvSpPr/>
      </dsp:nvSpPr>
      <dsp:spPr>
        <a:xfrm>
          <a:off x="0" y="2177"/>
          <a:ext cx="3785616" cy="1047465"/>
        </a:xfrm>
        <a:prstGeom prst="round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91440" tIns="45720" rIns="91440" bIns="45720" numCol="1" spcCol="1270" anchor="ctr" anchorCtr="0">
          <a:noAutofit/>
        </a:bodyPr>
        <a:lstStyle/>
        <a:p>
          <a:pPr marL="0" lvl="0" indent="0" algn="ctr" defTabSz="10668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2400" b="1" kern="1200" dirty="0"/>
            <a:t>Compute </a:t>
          </a:r>
          <a:br>
            <a:rPr lang="en-GB" sz="2400" b="1" kern="1200" dirty="0"/>
          </a:br>
          <a:r>
            <a:rPr lang="en-GB" sz="1800" b="1" kern="1200" dirty="0"/>
            <a:t>(virtual machines)</a:t>
          </a:r>
          <a:endParaRPr lang="en-US" sz="2400" kern="1200" dirty="0"/>
        </a:p>
      </dsp:txBody>
      <dsp:txXfrm>
        <a:off x="51133" y="53310"/>
        <a:ext cx="3683350" cy="945199"/>
      </dsp:txXfrm>
    </dsp:sp>
    <dsp:sp modelId="{C3360742-E495-4B38-859A-F475865DF724}">
      <dsp:nvSpPr>
        <dsp:cNvPr id="0" name=""/>
        <dsp:cNvSpPr/>
      </dsp:nvSpPr>
      <dsp:spPr>
        <a:xfrm rot="5400000">
          <a:off x="6731621" y="-1739242"/>
          <a:ext cx="837972" cy="6729984"/>
        </a:xfrm>
        <a:prstGeom prst="round2SameRect">
          <a:avLst/>
        </a:prstGeom>
        <a:solidFill>
          <a:schemeClr val="accent1">
            <a:alpha val="90000"/>
            <a:tint val="40000"/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accent1">
              <a:alpha val="90000"/>
              <a:tint val="4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247650" tIns="123825" rIns="247650" bIns="123825" numCol="1" spcCol="1270" anchor="ctr" anchorCtr="0">
          <a:noAutofit/>
        </a:bodyPr>
        <a:lstStyle/>
        <a:p>
          <a:pPr marL="228600" lvl="1" indent="-228600" algn="l" defTabSz="8890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GB" sz="2000" kern="1200" dirty="0"/>
            <a:t>AWS ECS/EKS, Azure AKS, Google GKE</a:t>
          </a:r>
          <a:endParaRPr lang="en-US" sz="2000" kern="1200" dirty="0"/>
        </a:p>
      </dsp:txBody>
      <dsp:txXfrm rot="-5400000">
        <a:off x="3785615" y="1247670"/>
        <a:ext cx="6689078" cy="756160"/>
      </dsp:txXfrm>
    </dsp:sp>
    <dsp:sp modelId="{0C2A9034-C937-4C43-8C9B-0F8273C96EF9}">
      <dsp:nvSpPr>
        <dsp:cNvPr id="0" name=""/>
        <dsp:cNvSpPr/>
      </dsp:nvSpPr>
      <dsp:spPr>
        <a:xfrm>
          <a:off x="0" y="1102016"/>
          <a:ext cx="3785616" cy="1047465"/>
        </a:xfrm>
        <a:prstGeom prst="round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91440" tIns="45720" rIns="91440" bIns="45720" numCol="1" spcCol="1270" anchor="ctr" anchorCtr="0">
          <a:noAutofit/>
        </a:bodyPr>
        <a:lstStyle/>
        <a:p>
          <a:pPr marL="0" lvl="0" indent="0" algn="ctr" defTabSz="10668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2400" b="1" kern="1200" dirty="0"/>
            <a:t>Containers</a:t>
          </a:r>
          <a:endParaRPr lang="en-US" sz="2400" kern="1200" dirty="0"/>
        </a:p>
      </dsp:txBody>
      <dsp:txXfrm>
        <a:off x="51133" y="1153149"/>
        <a:ext cx="3683350" cy="945199"/>
      </dsp:txXfrm>
    </dsp:sp>
    <dsp:sp modelId="{AD4E5A4A-3023-421F-AD93-D04695EA43B5}">
      <dsp:nvSpPr>
        <dsp:cNvPr id="0" name=""/>
        <dsp:cNvSpPr/>
      </dsp:nvSpPr>
      <dsp:spPr>
        <a:xfrm rot="5400000">
          <a:off x="6731621" y="-639403"/>
          <a:ext cx="837972" cy="6729984"/>
        </a:xfrm>
        <a:prstGeom prst="round2SameRect">
          <a:avLst/>
        </a:prstGeom>
        <a:solidFill>
          <a:schemeClr val="accent1">
            <a:alpha val="90000"/>
            <a:tint val="40000"/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accent1">
              <a:alpha val="90000"/>
              <a:tint val="4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247650" tIns="123825" rIns="247650" bIns="123825" numCol="1" spcCol="1270" anchor="ctr" anchorCtr="0">
          <a:noAutofit/>
        </a:bodyPr>
        <a:lstStyle/>
        <a:p>
          <a:pPr marL="228600" lvl="1" indent="-228600" algn="l" defTabSz="8890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GB" sz="2000" kern="1200" dirty="0"/>
            <a:t>AWS Lambda, Azure Functions, </a:t>
          </a:r>
          <a:br>
            <a:rPr lang="en-GB" sz="2000" kern="1200" dirty="0"/>
          </a:br>
          <a:r>
            <a:rPr lang="en-GB" sz="2000" kern="1200" dirty="0"/>
            <a:t>Google Cloud Functions</a:t>
          </a:r>
          <a:endParaRPr lang="en-US" sz="2000" kern="1200" dirty="0"/>
        </a:p>
      </dsp:txBody>
      <dsp:txXfrm rot="-5400000">
        <a:off x="3785615" y="2347509"/>
        <a:ext cx="6689078" cy="756160"/>
      </dsp:txXfrm>
    </dsp:sp>
    <dsp:sp modelId="{CC25637D-94AD-4E9D-BC0D-25119632D5F9}">
      <dsp:nvSpPr>
        <dsp:cNvPr id="0" name=""/>
        <dsp:cNvSpPr/>
      </dsp:nvSpPr>
      <dsp:spPr>
        <a:xfrm>
          <a:off x="0" y="2201855"/>
          <a:ext cx="3785616" cy="1047465"/>
        </a:xfrm>
        <a:prstGeom prst="round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91440" tIns="45720" rIns="91440" bIns="45720" numCol="1" spcCol="1270" anchor="ctr" anchorCtr="0">
          <a:noAutofit/>
        </a:bodyPr>
        <a:lstStyle/>
        <a:p>
          <a:pPr marL="0" lvl="0" indent="0" algn="ctr" defTabSz="10668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2400" b="1" kern="1200" dirty="0"/>
            <a:t>Serverless</a:t>
          </a:r>
          <a:endParaRPr lang="en-US" sz="2400" kern="1200" dirty="0"/>
        </a:p>
      </dsp:txBody>
      <dsp:txXfrm>
        <a:off x="51133" y="2252988"/>
        <a:ext cx="3683350" cy="945199"/>
      </dsp:txXfrm>
    </dsp:sp>
    <dsp:sp modelId="{7F9D7105-BF22-47BB-ADB6-5780A96F28B0}">
      <dsp:nvSpPr>
        <dsp:cNvPr id="0" name=""/>
        <dsp:cNvSpPr/>
      </dsp:nvSpPr>
      <dsp:spPr>
        <a:xfrm rot="5400000">
          <a:off x="6731621" y="460435"/>
          <a:ext cx="837972" cy="6729984"/>
        </a:xfrm>
        <a:prstGeom prst="round2SameRect">
          <a:avLst/>
        </a:prstGeom>
        <a:solidFill>
          <a:schemeClr val="accent1">
            <a:alpha val="90000"/>
            <a:tint val="40000"/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accent1">
              <a:alpha val="90000"/>
              <a:tint val="4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247650" tIns="123825" rIns="247650" bIns="123825" numCol="1" spcCol="1270" anchor="ctr" anchorCtr="0">
          <a:noAutofit/>
        </a:bodyPr>
        <a:lstStyle/>
        <a:p>
          <a:pPr marL="228600" lvl="1" indent="-228600" algn="l" defTabSz="8890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GB" sz="2000" kern="1200"/>
            <a:t>Azure App Service</a:t>
          </a:r>
          <a:endParaRPr lang="en-US" sz="2000" kern="1200"/>
        </a:p>
        <a:p>
          <a:pPr marL="228600" lvl="1" indent="-228600" algn="l" defTabSz="8890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GB" sz="2000" kern="1200" dirty="0"/>
            <a:t>AWS Elastic Beanstalk	</a:t>
          </a:r>
          <a:endParaRPr lang="en-US" sz="2000" kern="1200" dirty="0"/>
        </a:p>
        <a:p>
          <a:pPr marL="228600" lvl="1" indent="-228600" algn="l" defTabSz="8890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GB" sz="2000" kern="1200" dirty="0"/>
            <a:t>Google App Engine</a:t>
          </a:r>
          <a:endParaRPr lang="en-US" sz="2000" kern="1200" dirty="0"/>
        </a:p>
      </dsp:txBody>
      <dsp:txXfrm rot="-5400000">
        <a:off x="3785615" y="3447347"/>
        <a:ext cx="6689078" cy="756160"/>
      </dsp:txXfrm>
    </dsp:sp>
    <dsp:sp modelId="{D1C1C4BB-379A-407D-A092-169BD2B3E390}">
      <dsp:nvSpPr>
        <dsp:cNvPr id="0" name=""/>
        <dsp:cNvSpPr/>
      </dsp:nvSpPr>
      <dsp:spPr>
        <a:xfrm>
          <a:off x="0" y="3301694"/>
          <a:ext cx="3785616" cy="1047465"/>
        </a:xfrm>
        <a:prstGeom prst="round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91440" tIns="45720" rIns="91440" bIns="45720" numCol="1" spcCol="1270" anchor="ctr" anchorCtr="0">
          <a:noAutofit/>
        </a:bodyPr>
        <a:lstStyle/>
        <a:p>
          <a:pPr marL="0" lvl="0" indent="0" algn="ctr" defTabSz="10668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2400" b="1" kern="1200" dirty="0"/>
            <a:t>App Hosting</a:t>
          </a:r>
          <a:endParaRPr lang="en-US" sz="2400" kern="1200" dirty="0"/>
        </a:p>
      </dsp:txBody>
      <dsp:txXfrm>
        <a:off x="51133" y="3352827"/>
        <a:ext cx="3683350" cy="945199"/>
      </dsp:txXfrm>
    </dsp:sp>
  </dsp:spTree>
</dsp:drawing>
</file>

<file path=ppt/diagrams/drawing8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B3F64E87-29A5-4499-B0FF-9C4C3083093D}">
      <dsp:nvSpPr>
        <dsp:cNvPr id="0" name=""/>
        <dsp:cNvSpPr/>
      </dsp:nvSpPr>
      <dsp:spPr>
        <a:xfrm>
          <a:off x="0" y="0"/>
          <a:ext cx="6291714" cy="0"/>
        </a:xfrm>
        <a:prstGeom prst="line">
          <a:avLst/>
        </a:prstGeom>
        <a:solidFill>
          <a:schemeClr val="accent2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accent2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32B33386-C3E4-4770-B21B-620221A72501}">
      <dsp:nvSpPr>
        <dsp:cNvPr id="0" name=""/>
        <dsp:cNvSpPr/>
      </dsp:nvSpPr>
      <dsp:spPr>
        <a:xfrm>
          <a:off x="0" y="0"/>
          <a:ext cx="6291714" cy="1382683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91440" tIns="91440" rIns="91440" bIns="91440" numCol="1" spcCol="1270" anchor="t" anchorCtr="0">
          <a:noAutofit/>
        </a:bodyPr>
        <a:lstStyle/>
        <a:p>
          <a:pPr marL="0" lvl="0" indent="0" algn="l" defTabSz="10668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2400" kern="1200" dirty="0"/>
            <a:t>Cloud providers run multiple data centres</a:t>
          </a:r>
          <a:endParaRPr lang="en-US" sz="2400" kern="1200" dirty="0"/>
        </a:p>
      </dsp:txBody>
      <dsp:txXfrm>
        <a:off x="0" y="0"/>
        <a:ext cx="6291714" cy="1382683"/>
      </dsp:txXfrm>
    </dsp:sp>
    <dsp:sp modelId="{DB843EF4-8ECA-4C89-AFCC-570BCB1104B7}">
      <dsp:nvSpPr>
        <dsp:cNvPr id="0" name=""/>
        <dsp:cNvSpPr/>
      </dsp:nvSpPr>
      <dsp:spPr>
        <a:xfrm>
          <a:off x="0" y="1382683"/>
          <a:ext cx="6291714" cy="0"/>
        </a:xfrm>
        <a:prstGeom prst="line">
          <a:avLst/>
        </a:prstGeom>
        <a:solidFill>
          <a:schemeClr val="accent2">
            <a:hueOff val="2147871"/>
            <a:satOff val="-6164"/>
            <a:lumOff val="-9870"/>
            <a:alphaOff val="0"/>
          </a:schemeClr>
        </a:solidFill>
        <a:ln w="19050" cap="flat" cmpd="sng" algn="ctr">
          <a:solidFill>
            <a:schemeClr val="accent2">
              <a:hueOff val="2147871"/>
              <a:satOff val="-6164"/>
              <a:lumOff val="-987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CF0937A6-5E2C-4D1D-8E9C-718CC0E94A2C}">
      <dsp:nvSpPr>
        <dsp:cNvPr id="0" name=""/>
        <dsp:cNvSpPr/>
      </dsp:nvSpPr>
      <dsp:spPr>
        <a:xfrm>
          <a:off x="0" y="1382683"/>
          <a:ext cx="6291714" cy="1382683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91440" tIns="91440" rIns="91440" bIns="91440" numCol="1" spcCol="1270" anchor="t" anchorCtr="0">
          <a:noAutofit/>
        </a:bodyPr>
        <a:lstStyle/>
        <a:p>
          <a:pPr marL="0" lvl="0" indent="0" algn="l" defTabSz="10668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2400" kern="1200" dirty="0"/>
            <a:t>Automatic failover if something breaks</a:t>
          </a:r>
          <a:endParaRPr lang="en-US" sz="2400" kern="1200" dirty="0"/>
        </a:p>
      </dsp:txBody>
      <dsp:txXfrm>
        <a:off x="0" y="1382683"/>
        <a:ext cx="6291714" cy="1382683"/>
      </dsp:txXfrm>
    </dsp:sp>
    <dsp:sp modelId="{4A2001B4-B35A-4052-BF21-F962C15F76B6}">
      <dsp:nvSpPr>
        <dsp:cNvPr id="0" name=""/>
        <dsp:cNvSpPr/>
      </dsp:nvSpPr>
      <dsp:spPr>
        <a:xfrm>
          <a:off x="0" y="2765367"/>
          <a:ext cx="6291714" cy="0"/>
        </a:xfrm>
        <a:prstGeom prst="line">
          <a:avLst/>
        </a:prstGeom>
        <a:solidFill>
          <a:schemeClr val="accent2">
            <a:hueOff val="4295743"/>
            <a:satOff val="-12329"/>
            <a:lumOff val="-19739"/>
            <a:alphaOff val="0"/>
          </a:schemeClr>
        </a:solidFill>
        <a:ln w="19050" cap="flat" cmpd="sng" algn="ctr">
          <a:solidFill>
            <a:schemeClr val="accent2">
              <a:hueOff val="4295743"/>
              <a:satOff val="-12329"/>
              <a:lumOff val="-19739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F4856B97-B379-4FA0-B053-05B91A502351}">
      <dsp:nvSpPr>
        <dsp:cNvPr id="0" name=""/>
        <dsp:cNvSpPr/>
      </dsp:nvSpPr>
      <dsp:spPr>
        <a:xfrm>
          <a:off x="0" y="2765367"/>
          <a:ext cx="6291714" cy="1382683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91440" tIns="91440" rIns="91440" bIns="91440" numCol="1" spcCol="1270" anchor="t" anchorCtr="0">
          <a:noAutofit/>
        </a:bodyPr>
        <a:lstStyle/>
        <a:p>
          <a:pPr marL="0" lvl="0" indent="0" algn="l" defTabSz="10668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2400" kern="1200" dirty="0"/>
            <a:t>SLAs often 99.9% or higher</a:t>
          </a:r>
          <a:endParaRPr lang="en-US" sz="2400" kern="1200" dirty="0"/>
        </a:p>
      </dsp:txBody>
      <dsp:txXfrm>
        <a:off x="0" y="2765367"/>
        <a:ext cx="6291714" cy="1382683"/>
      </dsp:txXfrm>
    </dsp:sp>
    <dsp:sp modelId="{E3FB05A5-3AC1-41BD-956B-4E341DCF9342}">
      <dsp:nvSpPr>
        <dsp:cNvPr id="0" name=""/>
        <dsp:cNvSpPr/>
      </dsp:nvSpPr>
      <dsp:spPr>
        <a:xfrm>
          <a:off x="0" y="4148051"/>
          <a:ext cx="6291714" cy="0"/>
        </a:xfrm>
        <a:prstGeom prst="line">
          <a:avLst/>
        </a:prstGeom>
        <a:solidFill>
          <a:schemeClr val="accent2">
            <a:hueOff val="6443614"/>
            <a:satOff val="-18493"/>
            <a:lumOff val="-29609"/>
            <a:alphaOff val="0"/>
          </a:schemeClr>
        </a:solidFill>
        <a:ln w="19050" cap="flat" cmpd="sng" algn="ctr">
          <a:solidFill>
            <a:schemeClr val="accent2">
              <a:hueOff val="6443614"/>
              <a:satOff val="-18493"/>
              <a:lumOff val="-29609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FDCD7B27-0A32-4231-94D0-477A0A0A58F8}">
      <dsp:nvSpPr>
        <dsp:cNvPr id="0" name=""/>
        <dsp:cNvSpPr/>
      </dsp:nvSpPr>
      <dsp:spPr>
        <a:xfrm>
          <a:off x="0" y="4148051"/>
          <a:ext cx="6291714" cy="1382683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91440" tIns="91440" rIns="91440" bIns="91440" numCol="1" spcCol="1270" anchor="t" anchorCtr="0">
          <a:noAutofit/>
        </a:bodyPr>
        <a:lstStyle/>
        <a:p>
          <a:pPr marL="0" lvl="0" indent="0" algn="l" defTabSz="10668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2400" kern="1200" dirty="0"/>
            <a:t>Multi‑region setups for global reliability</a:t>
          </a:r>
          <a:endParaRPr lang="en-US" sz="2400" kern="1200" dirty="0"/>
        </a:p>
      </dsp:txBody>
      <dsp:txXfrm>
        <a:off x="0" y="4148051"/>
        <a:ext cx="6291714" cy="1382683"/>
      </dsp:txXfrm>
    </dsp:sp>
  </dsp:spTree>
</dsp:drawing>
</file>

<file path=ppt/diagrams/drawing9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B5E2F962-25AC-4BD3-8031-5D324FE3C3C9}">
      <dsp:nvSpPr>
        <dsp:cNvPr id="0" name=""/>
        <dsp:cNvSpPr/>
      </dsp:nvSpPr>
      <dsp:spPr>
        <a:xfrm>
          <a:off x="0" y="4307"/>
          <a:ext cx="6364224" cy="917536"/>
        </a:xfrm>
        <a:prstGeom prst="roundRect">
          <a:avLst>
            <a:gd name="adj" fmla="val 10000"/>
          </a:avLst>
        </a:prstGeom>
        <a:solidFill>
          <a:schemeClr val="bg1">
            <a:lumMod val="95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257E8802-6D45-4C73-8F98-37BFD43444C4}">
      <dsp:nvSpPr>
        <dsp:cNvPr id="0" name=""/>
        <dsp:cNvSpPr/>
      </dsp:nvSpPr>
      <dsp:spPr>
        <a:xfrm>
          <a:off x="277554" y="210753"/>
          <a:ext cx="504644" cy="504644"/>
        </a:xfrm>
        <a:prstGeom prst="rect">
          <a:avLst/>
        </a:prstGeom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"/>
              </a:ext>
            </a:extLst>
          </a:blip>
          <a:stretch>
            <a:fillRect/>
          </a:stretch>
        </a:blipFill>
        <a:ln w="19050" cap="flat" cmpd="sng" algn="ctr">
          <a:noFill/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72A6A2C4-117C-476E-A300-8D26C1652161}">
      <dsp:nvSpPr>
        <dsp:cNvPr id="0" name=""/>
        <dsp:cNvSpPr/>
      </dsp:nvSpPr>
      <dsp:spPr>
        <a:xfrm>
          <a:off x="1059754" y="4307"/>
          <a:ext cx="5304469" cy="917536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97106" tIns="97106" rIns="97106" bIns="97106" numCol="1" spcCol="1270" anchor="ctr" anchorCtr="0">
          <a:noAutofit/>
        </a:bodyPr>
        <a:lstStyle/>
        <a:p>
          <a:pPr marL="0" lvl="0" indent="0" algn="l" defTabSz="8445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1900" kern="1200"/>
            <a:t>Cloud = flexible, scalable, cost‑efficient computing</a:t>
          </a:r>
          <a:endParaRPr lang="en-US" sz="1900" kern="1200"/>
        </a:p>
      </dsp:txBody>
      <dsp:txXfrm>
        <a:off x="1059754" y="4307"/>
        <a:ext cx="5304469" cy="917536"/>
      </dsp:txXfrm>
    </dsp:sp>
    <dsp:sp modelId="{61EF378C-796B-4943-889B-A21B24F2D91D}">
      <dsp:nvSpPr>
        <dsp:cNvPr id="0" name=""/>
        <dsp:cNvSpPr/>
      </dsp:nvSpPr>
      <dsp:spPr>
        <a:xfrm>
          <a:off x="0" y="1151227"/>
          <a:ext cx="6364224" cy="917536"/>
        </a:xfrm>
        <a:prstGeom prst="roundRect">
          <a:avLst>
            <a:gd name="adj" fmla="val 10000"/>
          </a:avLst>
        </a:prstGeom>
        <a:solidFill>
          <a:schemeClr val="bg1">
            <a:lumMod val="95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C343C39C-8212-4644-ADB9-81A0774101B4}">
      <dsp:nvSpPr>
        <dsp:cNvPr id="0" name=""/>
        <dsp:cNvSpPr/>
      </dsp:nvSpPr>
      <dsp:spPr>
        <a:xfrm>
          <a:off x="277554" y="1357673"/>
          <a:ext cx="504644" cy="504644"/>
        </a:xfrm>
        <a:prstGeom prst="rect">
          <a:avLst/>
        </a:prstGeom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  <a:ln w="19050" cap="flat" cmpd="sng" algn="ctr">
          <a:noFill/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E9E9869B-E809-4F7F-8129-313ADFBDB133}">
      <dsp:nvSpPr>
        <dsp:cNvPr id="0" name=""/>
        <dsp:cNvSpPr/>
      </dsp:nvSpPr>
      <dsp:spPr>
        <a:xfrm>
          <a:off x="1059754" y="1151227"/>
          <a:ext cx="5304469" cy="917536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97106" tIns="97106" rIns="97106" bIns="97106" numCol="1" spcCol="1270" anchor="ctr" anchorCtr="0">
          <a:noAutofit/>
        </a:bodyPr>
        <a:lstStyle/>
        <a:p>
          <a:pPr marL="0" lvl="0" indent="0" algn="l" defTabSz="8445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1900" kern="1200"/>
            <a:t>Makes development faster and easier</a:t>
          </a:r>
          <a:endParaRPr lang="en-US" sz="1900" kern="1200"/>
        </a:p>
      </dsp:txBody>
      <dsp:txXfrm>
        <a:off x="1059754" y="1151227"/>
        <a:ext cx="5304469" cy="917536"/>
      </dsp:txXfrm>
    </dsp:sp>
    <dsp:sp modelId="{B53702FB-3915-424C-ABB2-9C8964C531D6}">
      <dsp:nvSpPr>
        <dsp:cNvPr id="0" name=""/>
        <dsp:cNvSpPr/>
      </dsp:nvSpPr>
      <dsp:spPr>
        <a:xfrm>
          <a:off x="0" y="2298147"/>
          <a:ext cx="6364224" cy="917536"/>
        </a:xfrm>
        <a:prstGeom prst="roundRect">
          <a:avLst>
            <a:gd name="adj" fmla="val 10000"/>
          </a:avLst>
        </a:prstGeom>
        <a:solidFill>
          <a:schemeClr val="bg1">
            <a:lumMod val="95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5C909FAE-3F46-4FE0-9887-291145FA3BA0}">
      <dsp:nvSpPr>
        <dsp:cNvPr id="0" name=""/>
        <dsp:cNvSpPr/>
      </dsp:nvSpPr>
      <dsp:spPr>
        <a:xfrm>
          <a:off x="277554" y="2504593"/>
          <a:ext cx="504644" cy="504644"/>
        </a:xfrm>
        <a:prstGeom prst="rect">
          <a:avLst/>
        </a:prstGeom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a:blipFill>
        <a:ln w="19050" cap="flat" cmpd="sng" algn="ctr">
          <a:noFill/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542DD115-5856-4C98-A78C-C74C10328EDA}">
      <dsp:nvSpPr>
        <dsp:cNvPr id="0" name=""/>
        <dsp:cNvSpPr/>
      </dsp:nvSpPr>
      <dsp:spPr>
        <a:xfrm>
          <a:off x="1059754" y="2298147"/>
          <a:ext cx="5304469" cy="917536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97106" tIns="97106" rIns="97106" bIns="97106" numCol="1" spcCol="1270" anchor="ctr" anchorCtr="0">
          <a:noAutofit/>
        </a:bodyPr>
        <a:lstStyle/>
        <a:p>
          <a:pPr marL="0" lvl="0" indent="0" algn="l" defTabSz="8445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1900" kern="1200"/>
            <a:t>Includes tools for deployment, monitoring, and scaling</a:t>
          </a:r>
          <a:endParaRPr lang="en-US" sz="1900" kern="1200"/>
        </a:p>
      </dsp:txBody>
      <dsp:txXfrm>
        <a:off x="1059754" y="2298147"/>
        <a:ext cx="5304469" cy="917536"/>
      </dsp:txXfrm>
    </dsp:sp>
    <dsp:sp modelId="{443A3065-BB02-46C3-9CE3-7549DD21984E}">
      <dsp:nvSpPr>
        <dsp:cNvPr id="0" name=""/>
        <dsp:cNvSpPr/>
      </dsp:nvSpPr>
      <dsp:spPr>
        <a:xfrm>
          <a:off x="0" y="3445068"/>
          <a:ext cx="6364224" cy="917536"/>
        </a:xfrm>
        <a:prstGeom prst="roundRect">
          <a:avLst>
            <a:gd name="adj" fmla="val 10000"/>
          </a:avLst>
        </a:prstGeom>
        <a:solidFill>
          <a:schemeClr val="bg1">
            <a:lumMod val="95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AA8E7D40-757E-459A-857C-94376387091B}">
      <dsp:nvSpPr>
        <dsp:cNvPr id="0" name=""/>
        <dsp:cNvSpPr/>
      </dsp:nvSpPr>
      <dsp:spPr>
        <a:xfrm>
          <a:off x="277554" y="3651513"/>
          <a:ext cx="504644" cy="504644"/>
        </a:xfrm>
        <a:prstGeom prst="rect">
          <a:avLst/>
        </a:prstGeom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a:blipFill>
        <a:ln w="19050" cap="flat" cmpd="sng" algn="ctr">
          <a:noFill/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656BB695-36EE-49B4-AE2B-E869F45AD8B8}">
      <dsp:nvSpPr>
        <dsp:cNvPr id="0" name=""/>
        <dsp:cNvSpPr/>
      </dsp:nvSpPr>
      <dsp:spPr>
        <a:xfrm>
          <a:off x="1059754" y="3445068"/>
          <a:ext cx="5304469" cy="917536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97106" tIns="97106" rIns="97106" bIns="97106" numCol="1" spcCol="1270" anchor="ctr" anchorCtr="0">
          <a:noAutofit/>
        </a:bodyPr>
        <a:lstStyle/>
        <a:p>
          <a:pPr marL="0" lvl="0" indent="0" algn="l" defTabSz="8445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1900" kern="1200"/>
            <a:t>Strong availability and security features</a:t>
          </a:r>
          <a:endParaRPr lang="en-US" sz="1900" kern="1200"/>
        </a:p>
      </dsp:txBody>
      <dsp:txXfrm>
        <a:off x="1059754" y="3445068"/>
        <a:ext cx="5304469" cy="917536"/>
      </dsp:txXfrm>
    </dsp:sp>
    <dsp:sp modelId="{E66750C1-B5AB-4998-88AE-9235EF930659}">
      <dsp:nvSpPr>
        <dsp:cNvPr id="0" name=""/>
        <dsp:cNvSpPr/>
      </dsp:nvSpPr>
      <dsp:spPr>
        <a:xfrm>
          <a:off x="0" y="4591988"/>
          <a:ext cx="6364224" cy="917536"/>
        </a:xfrm>
        <a:prstGeom prst="roundRect">
          <a:avLst>
            <a:gd name="adj" fmla="val 10000"/>
          </a:avLst>
        </a:prstGeom>
        <a:solidFill>
          <a:schemeClr val="bg1">
            <a:lumMod val="95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D0BB823E-E89C-4F0D-B8B7-2318925996EE}">
      <dsp:nvSpPr>
        <dsp:cNvPr id="0" name=""/>
        <dsp:cNvSpPr/>
      </dsp:nvSpPr>
      <dsp:spPr>
        <a:xfrm>
          <a:off x="277554" y="4798433"/>
          <a:ext cx="504644" cy="504644"/>
        </a:xfrm>
        <a:prstGeom prst="rect">
          <a:avLst/>
        </a:prstGeom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a:blipFill>
        <a:ln w="19050" cap="flat" cmpd="sng" algn="ctr">
          <a:noFill/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E3C636A3-60CA-4930-980A-8B4CB8E24632}">
      <dsp:nvSpPr>
        <dsp:cNvPr id="0" name=""/>
        <dsp:cNvSpPr/>
      </dsp:nvSpPr>
      <dsp:spPr>
        <a:xfrm>
          <a:off x="1059754" y="4591988"/>
          <a:ext cx="5304469" cy="917536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97106" tIns="97106" rIns="97106" bIns="97106" numCol="1" spcCol="1270" anchor="ctr" anchorCtr="0">
          <a:noAutofit/>
        </a:bodyPr>
        <a:lstStyle/>
        <a:p>
          <a:pPr marL="0" lvl="0" indent="0" algn="l" defTabSz="8445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1900" kern="1200"/>
            <a:t>Ideal for modern software development teams</a:t>
          </a:r>
          <a:endParaRPr lang="en-US" sz="1900" kern="1200"/>
        </a:p>
      </dsp:txBody>
      <dsp:txXfrm>
        <a:off x="1059754" y="4591988"/>
        <a:ext cx="5304469" cy="917536"/>
      </dsp:txXfrm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18/2/layout/IconCircleList">
  <dgm:title val="Icon Circle List"/>
  <dgm:desc val="Use to show non-sequential or grouped chunks of information accompanied by related visuals. Circular shapes can hold an icon or small picture and corresponding text box shows Level 1 text. Works best for icons or small pictures with medium-length descriptions."/>
  <dgm:catLst>
    <dgm:cat type="icon" pri="500"/>
  </dgm:catLst>
  <dgm:sampData useDef="1">
    <dgm:dataModel>
      <dgm:ptLst/>
      <dgm:bg/>
      <dgm:whole/>
    </dgm:dataModel>
  </dgm:sampData>
  <dgm:styleData useDef="1">
    <dgm:dataModel>
      <dgm:ptLst/>
      <dgm:bg/>
      <dgm:whole/>
    </dgm:dataModel>
  </dgm:styleData>
  <dgm:clrData useDef="1">
    <dgm:dataModel>
      <dgm:ptLst/>
      <dgm:bg/>
      <dgm:whole/>
    </dgm:dataModel>
  </dgm:clrData>
  <dgm:layoutNode name="root">
    <dgm:varLst>
      <dgm:dir/>
      <dgm:resizeHandles val="exact"/>
    </dgm:varLst>
    <dgm:alg type="sp"/>
    <dgm:shape xmlns:r="http://schemas.openxmlformats.org/officeDocument/2006/relationships" r:blip="">
      <dgm:adjLst/>
    </dgm:shape>
    <dgm:presOf/>
    <dgm:choose name="Name0">
      <dgm:if name="Name1" axis="ch" ptType="node" func="cnt" op="lte" val="3">
        <dgm:constrLst>
          <dgm:constr type="w" for="ch" forName="container" refType="w"/>
          <dgm:constr type="h" for="ch" forName="container" refType="h" fact="0.4"/>
        </dgm:constrLst>
      </dgm:if>
      <dgm:else name="Name2">
        <dgm:constrLst>
          <dgm:constr type="w" for="ch" forName="container" refType="w"/>
          <dgm:constr type="h" for="ch" forName="container" refType="h"/>
        </dgm:constrLst>
      </dgm:else>
    </dgm:choose>
    <dgm:ruleLst>
      <dgm:rule type="h" for="ch" forName="container" val="INF" fact="NaN" max="NaN"/>
    </dgm:ruleLst>
    <dgm:layoutNode name="container">
      <dgm:varLst>
        <dgm:dir/>
        <dgm:resizeHandles val="exact"/>
      </dgm:varLst>
      <dgm:choose name="Name3">
        <dgm:if name="Name4" axis="self" func="var" arg="dir" op="equ" val="norm">
          <dgm:alg type="snake">
            <dgm:param type="grDir" val="tL"/>
            <dgm:param type="flowDir" val="row"/>
            <dgm:param type="contDir" val="sameDir"/>
          </dgm:alg>
        </dgm:if>
        <dgm:else name="Name5">
          <dgm:alg type="snake">
            <dgm:param type="grDir" val="tR"/>
            <dgm:param type="flowDir" val="row"/>
            <dgm:param type="contDir" val="sameDir"/>
          </dgm:alg>
        </dgm:else>
      </dgm:choose>
      <dgm:shape xmlns:r="http://schemas.openxmlformats.org/officeDocument/2006/relationships" r:blip="">
        <dgm:adjLst/>
      </dgm:shape>
      <dgm:presOf/>
      <dgm:constrLst>
        <dgm:constr type="w" for="ch" forName="compNode" refType="w"/>
        <dgm:constr type="h" for="ch" forName="compNode" refType="w" fact="0.28"/>
        <dgm:constr type="w" for="ch" forName="sibTrans" refType="w" refFor="ch" refForName="compNode" fact="0.115"/>
        <dgm:constr type="sp" refType="h" op="equ" fact="0.17"/>
        <dgm:constr type="primFontSz" for="des" ptType="node" op="equ" val="24"/>
        <dgm:constr type="h" for="des" forName="compNode" op="equ"/>
        <dgm:constr type="h" for="des" forName="iconBgRect" op="equ"/>
      </dgm:constrLst>
      <dgm:ruleLst>
        <dgm:rule type="w" for="ch" forName="compNode" val="60" fact="NaN" max="NaN"/>
      </dgm:ruleLst>
      <dgm:forEach name="Name6" axis="ch" ptType="node">
        <dgm:layoutNode name="compNode">
          <dgm:alg type="composite"/>
          <dgm:shape xmlns:r="http://schemas.openxmlformats.org/officeDocument/2006/relationships" r:blip="">
            <dgm:adjLst/>
          </dgm:shape>
          <dgm:presOf axis="self"/>
          <dgm:constrLst>
            <dgm:constr type="w" for="ch" forName="iconBgRect" refType="w" fact="0.28"/>
            <dgm:constr type="h" for="ch" forName="iconBgRect" refType="w" refFor="ch" refForName="iconBgRect"/>
            <dgm:constr type="t" for="ch" forName="iconBgRect"/>
            <dgm:constr type="l" for="ch" forName="iconBgRect"/>
            <dgm:constr type="w" for="ch" forName="iconRect" refType="w" refFor="ch" refForName="iconBgRect" fact="0.58"/>
            <dgm:constr type="h" for="ch" forName="iconRect" refType="w" refFor="ch" refForName="iconRect"/>
            <dgm:constr type="ctrX" for="ch" forName="iconRect" refType="ctrX" refFor="ch" refForName="iconBgRect"/>
            <dgm:constr type="ctrY" for="ch" forName="iconRect" refType="ctrY" refFor="ch" refForName="iconBgRect"/>
            <dgm:constr type="w" for="ch" forName="spaceRect" refType="w" fact="0.06"/>
            <dgm:constr type="h" for="ch" forName="spaceRect" refType="h" refFor="ch" refForName="iconBgRect"/>
            <dgm:constr type="t" for="ch" forName="spaceRect" refType="t" refFor="ch" refForName="iconBgRect"/>
            <dgm:constr type="l" for="ch" forName="spaceRect" refType="r" refFor="ch" refForName="iconBgRect"/>
            <dgm:constr type="h" for="ch" forName="textRect" refType="h" refFor="ch" refForName="iconBgRect"/>
            <dgm:constr type="t" for="ch" forName="textRect" refType="t" refFor="ch" refForName="iconBgRect"/>
            <dgm:constr type="l" for="ch" forName="textRect" refType="r" refFor="ch" refForName="spaceRect"/>
          </dgm:constrLst>
          <dgm:ruleLst/>
          <dgm:layoutNode name="iconBgRect" styleLbl="bgShp">
            <dgm:alg type="sp"/>
            <dgm:shape xmlns:r="http://schemas.openxmlformats.org/officeDocument/2006/relationships" type="ellipse" r:blip="">
              <dgm:adjLst/>
            </dgm:shape>
            <dgm:presOf/>
            <dgm:constrLst/>
            <dgm:ruleLst/>
          </dgm:layoutNode>
          <dgm:layoutNode name="iconRect" styleLbl="node1">
            <dgm:alg type="sp"/>
            <dgm:shape xmlns:r="http://schemas.openxmlformats.org/officeDocument/2006/relationships" type="rect" r:blip="" blipPhldr="1">
              <dgm:adjLst/>
            </dgm:shape>
            <dgm:presOf/>
            <dgm:constrLst/>
            <dgm:ruleLst/>
          </dgm:layoutNode>
          <dgm:layoutNode name="spaceRect">
            <dgm:alg type="sp"/>
            <dgm:shape xmlns:r="http://schemas.openxmlformats.org/officeDocument/2006/relationships" r:blip="">
              <dgm:adjLst/>
            </dgm:shape>
            <dgm:presOf/>
            <dgm:constrLst/>
            <dgm:ruleLst/>
          </dgm:layoutNode>
          <dgm:layoutNode name="textRect" styleLbl="revTx">
            <dgm:varLst>
              <dgm:chMax val="1"/>
              <dgm:chPref val="1"/>
            </dgm:varLst>
            <dgm:choose name="Name7">
              <dgm:if name="Name8" func="var" arg="dir" op="equ" val="norm">
                <dgm:alg type="tx">
                  <dgm:param type="txAnchorVert" val="mid"/>
                  <dgm:param type="parTxLTRAlign" val="l"/>
                  <dgm:param type="shpTxLTRAlignCh" val="l"/>
                  <dgm:param type="parTxRTLAlign" val="l"/>
                  <dgm:param type="shpTxRTLAlignCh" val="l"/>
                </dgm:alg>
              </dgm:if>
              <dgm:else name="Name9">
                <dgm:alg type="tx">
                  <dgm:param type="txAnchorVert" val="mid"/>
                  <dgm:param type="parTxLTRAlign" val="r"/>
                  <dgm:param type="shpTxLTRAlignCh" val="r"/>
                  <dgm:param type="parTxRTLAlign" val="r"/>
                  <dgm:param type="shpTxRTLAlignCh" val="r"/>
                </dgm:alg>
              </dgm:else>
            </dgm:choose>
            <dgm:shape xmlns:r="http://schemas.openxmlformats.org/officeDocument/2006/relationships" type="rect" r:blip="">
              <dgm:adjLst/>
            </dgm:shape>
            <dgm:presOf axis="self" ptType="node"/>
            <dgm:constrLst>
              <dgm:constr type="lMarg"/>
              <dgm:constr type="rMarg"/>
              <dgm:constr type="tMarg"/>
              <dgm:constr type="bMarg"/>
            </dgm:constrLst>
            <dgm:ruleLst>
              <dgm:rule type="primFontSz" val="11" fact="NaN" max="NaN"/>
            </dgm:ruleLst>
          </dgm:layoutNode>
        </dgm:layoutNode>
        <dgm:forEach name="Name10" axis="followSib" ptType="sibTrans" cnt="1">
          <dgm:layoutNode name="sibTrans">
            <dgm:alg type="sp"/>
            <dgm:shape xmlns:r="http://schemas.openxmlformats.org/officeDocument/2006/relationships" type="rect" r:blip="" hideGeom="1">
              <dgm:adjLst/>
            </dgm:shape>
            <dgm:presOf axis="self"/>
            <dgm:constrLst/>
            <dgm:ruleLst/>
          </dgm:layoutNode>
        </dgm:forEach>
      </dgm:forEach>
    </dgm:layoutNode>
  </dgm:layoutNode>
  <dgm:extLst>
    <a:ext uri="{68A01E43-0DF5-4B5B-8FA6-DAF915123BFB}">
      <dgm1612:lstStyle xmlns:dgm1612="http://schemas.microsoft.com/office/drawing/2016/12/diagram">
        <a:lvl1pPr>
          <a:lnSpc>
            <a:spcPct val="100000"/>
          </a:lnSpc>
        </a:lvl1pPr>
      </dgm1612:lstStyle>
    </a:ext>
  </dgm:extLst>
</dgm:layoutDef>
</file>

<file path=ppt/diagrams/layout2.xml><?xml version="1.0" encoding="utf-8"?>
<dgm:layoutDef xmlns:dgm="http://schemas.openxmlformats.org/drawingml/2006/diagram" xmlns:a="http://schemas.openxmlformats.org/drawingml/2006/main" uniqueId="urn:microsoft.com/office/officeart/2018/2/layout/IconVerticalSolidList">
  <dgm:title val="Icon Vertical Solid List"/>
  <dgm:desc val="Use to show a series of visuals from top to bottom with Level 1 or Level 1 and Level 2 text grouped in a shape. Works best with icons or small pictures with lengthier descriptions."/>
  <dgm:catLst>
    <dgm:cat type="icon" pri="500"/>
  </dgm:catLst>
  <dgm:sampData useDef="1">
    <dgm:dataModel>
      <dgm:ptLst/>
      <dgm:bg/>
      <dgm:whole/>
    </dgm:dataModel>
  </dgm:sampData>
  <dgm:styleData useDef="1">
    <dgm:dataModel>
      <dgm:ptLst/>
      <dgm:bg/>
      <dgm:whole/>
    </dgm:dataModel>
  </dgm:styleData>
  <dgm:clrData useDef="1">
    <dgm:dataModel>
      <dgm:ptLst/>
      <dgm:bg/>
      <dgm:whole/>
    </dgm:dataModel>
  </dgm:clrData>
  <dgm:layoutNode name="root">
    <dgm:varLst>
      <dgm:dir/>
      <dgm:resizeHandles val="exact"/>
    </dgm:varLst>
    <dgm:choose name="Name0">
      <dgm:if name="Name1" axis="self" func="var" arg="dir" op="equ" val="norm">
        <dgm:alg type="lin">
          <dgm:param type="linDir" val="fromT"/>
          <dgm:param type="nodeHorzAlign" val="l"/>
        </dgm:alg>
      </dgm:if>
      <dgm:else name="Name2">
        <dgm:alg type="lin">
          <dgm:param type="linDir" val="fromT"/>
          <dgm:param type="nodeHorzAlign" val="r"/>
        </dgm:alg>
      </dgm:else>
    </dgm:choose>
    <dgm:shape xmlns:r="http://schemas.openxmlformats.org/officeDocument/2006/relationships" r:blip="">
      <dgm:adjLst/>
    </dgm:shape>
    <dgm:presOf/>
    <dgm:choose name="Name3">
      <dgm:if name="Name4" axis="ch" ptType="node" func="cnt" op="lte" val="3">
        <dgm:constrLst>
          <dgm:constr type="h" for="ch" forName="compNode" refType="h" fact="0.3"/>
          <dgm:constr type="w" for="ch" forName="compNode" refType="w"/>
          <dgm:constr type="h" for="ch" forName="sibTrans" refType="h" refFor="ch" refForName="compNode" fact="0.25"/>
          <dgm:constr type="primFontSz" for="des" forName="parTx" val="25"/>
          <dgm:constr type="primFontSz" for="des" forName="desTx" refType="primFontSz" refFor="des" refForName="parTx" op="lte" fact="0.75"/>
          <dgm:constr type="h" for="des" forName="compNode" op="equ"/>
          <dgm:constr type="h" for="des" forName="bgRect" op="equ"/>
          <dgm:constr type="h" for="des" forName="iconRect" op="equ"/>
          <dgm:constr type="w" for="des" forName="iconRect" op="equ"/>
          <dgm:constr type="h" for="des" forName="spaceRect" op="equ"/>
          <dgm:constr type="h" for="des" forName="parTx" op="equ"/>
          <dgm:constr type="h" for="des" forName="desTx" op="equ"/>
        </dgm:constrLst>
      </dgm:if>
      <dgm:if name="Name5" axis="ch" ptType="node" func="cnt" op="lte" val="4">
        <dgm:constrLst>
          <dgm:constr type="h" for="ch" forName="compNode" refType="h" fact="0.3"/>
          <dgm:constr type="w" for="ch" forName="compNode" refType="w"/>
          <dgm:constr type="h" for="ch" forName="sibTrans" refType="h" refFor="ch" refForName="compNode" fact="0.25"/>
          <dgm:constr type="primFontSz" for="des" forName="parTx" val="22"/>
          <dgm:constr type="primFontSz" for="des" forName="desTx" refType="primFontSz" refFor="des" refForName="parTx" op="lte" fact="0.75"/>
          <dgm:constr type="h" for="des" forName="compNode" op="equ"/>
          <dgm:constr type="h" for="des" forName="bgRect" op="equ"/>
          <dgm:constr type="h" for="des" forName="iconRect" op="equ"/>
          <dgm:constr type="w" for="des" forName="iconRect" op="equ"/>
          <dgm:constr type="h" for="des" forName="spaceRect" op="equ"/>
          <dgm:constr type="h" for="des" forName="parTx" op="equ"/>
          <dgm:constr type="h" for="des" forName="desTx" op="equ"/>
        </dgm:constrLst>
      </dgm:if>
      <dgm:if name="Name6" axis="ch" ptType="node" func="cnt" op="lte" val="6">
        <dgm:constrLst>
          <dgm:constr type="h" for="ch" forName="compNode" refType="h" fact="0.3"/>
          <dgm:constr type="w" for="ch" forName="compNode" refType="w"/>
          <dgm:constr type="h" for="ch" forName="sibTrans" refType="h" refFor="ch" refForName="compNode" fact="0.25"/>
          <dgm:constr type="primFontSz" for="des" forName="parTx" val="19"/>
          <dgm:constr type="primFontSz" for="des" forName="desTx" refType="primFontSz" refFor="des" refForName="parTx" op="lte" fact="0.75"/>
          <dgm:constr type="h" for="des" forName="compNode" op="equ"/>
          <dgm:constr type="h" for="des" forName="bgRect" op="equ"/>
          <dgm:constr type="h" for="des" forName="iconRect" op="equ"/>
          <dgm:constr type="w" for="des" forName="iconRect" op="equ"/>
          <dgm:constr type="h" for="des" forName="spaceRect" op="equ"/>
          <dgm:constr type="h" for="des" forName="parTx" op="equ"/>
          <dgm:constr type="h" for="des" forName="desTx" op="equ"/>
        </dgm:constrLst>
      </dgm:if>
      <dgm:else name="Name7">
        <dgm:constrLst>
          <dgm:constr type="h" for="ch" forName="compNode" refType="h" fact="0.3"/>
          <dgm:constr type="w" for="ch" forName="compNode" refType="w"/>
          <dgm:constr type="h" for="ch" forName="sibTrans" refType="h" refFor="ch" refForName="compNode" fact="0.25"/>
          <dgm:constr type="primFontSz" for="des" forName="parTx" val="16"/>
          <dgm:constr type="primFontSz" for="des" forName="desTx" refType="primFontSz" refFor="des" refForName="parTx" op="lte" fact="0.75"/>
          <dgm:constr type="h" for="des" forName="compNode" op="equ"/>
          <dgm:constr type="h" for="des" forName="bgRect" op="equ"/>
          <dgm:constr type="h" for="des" forName="iconRect" op="equ"/>
          <dgm:constr type="w" for="des" forName="iconRect" op="equ"/>
          <dgm:constr type="h" for="des" forName="spaceRect" op="equ"/>
          <dgm:constr type="h" for="des" forName="parTx" op="equ"/>
          <dgm:constr type="h" for="des" forName="desTx" op="equ"/>
        </dgm:constrLst>
      </dgm:else>
    </dgm:choose>
    <dgm:ruleLst>
      <dgm:rule type="h" for="ch" forName="compNode" val="0" fact="NaN" max="NaN"/>
    </dgm:ruleLst>
    <dgm:forEach name="Name8" axis="ch" ptType="node">
      <dgm:layoutNode name="compNode">
        <dgm:alg type="composite"/>
        <dgm:shape xmlns:r="http://schemas.openxmlformats.org/officeDocument/2006/relationships" r:blip="">
          <dgm:adjLst/>
        </dgm:shape>
        <dgm:presOf axis="self"/>
        <dgm:choose name="Name9">
          <dgm:if name="Name10" axis="ch" ptType="node" func="cnt" op="gte" val="1">
            <dgm:constrLst>
              <dgm:constr type="w" for="ch" forName="bgRect" refType="w"/>
              <dgm:constr type="h" for="ch" forName="bgRect" refType="h"/>
              <dgm:constr type="l" for="ch" forName="bgRect"/>
              <dgm:constr type="t" for="ch" forName="bgRect"/>
              <dgm:constr type="h" for="ch" forName="iconRect" refType="h" fact="0.55"/>
              <dgm:constr type="w" for="ch" forName="iconRect" refType="h" refFor="ch" refForName="iconRect"/>
              <dgm:constr type="l" for="ch" forName="iconRect" refType="h" refFor="ch" refForName="iconRect" fact="0.55"/>
              <dgm:constr type="ctrY" for="ch" forName="iconRect" refType="ctrY" refFor="ch" refForName="bgRect"/>
              <dgm:constr type="w" for="ch" forName="spaceRect" refType="l" refFor="ch" refForName="iconRect"/>
              <dgm:constr type="h" for="ch" forName="spaceRect" refType="h"/>
              <dgm:constr type="l" for="ch" forName="spaceRect" refType="r" refFor="ch" refForName="iconRect"/>
              <dgm:constr type="t" for="ch" forName="spaceRect"/>
              <dgm:constr type="w" for="ch" forName="parTx" refType="w" fact="0.45"/>
              <dgm:constr type="h" for="ch" forName="parTx" refType="h"/>
              <dgm:constr type="l" for="ch" forName="parTx" refType="r" refFor="ch" refForName="spaceRect"/>
              <dgm:constr type="t" for="ch" forName="parTx"/>
              <dgm:constr type="h" for="ch" forName="desTx" refType="h"/>
              <dgm:constr type="l" for="ch" forName="desTx" refType="r" refFor="ch" refForName="parTx"/>
              <dgm:constr type="t" for="ch" forName="desTx"/>
            </dgm:constrLst>
          </dgm:if>
          <dgm:else name="Name11">
            <dgm:constrLst>
              <dgm:constr type="w" for="ch" forName="bgRect" refType="w"/>
              <dgm:constr type="h" for="ch" forName="bgRect" refType="h"/>
              <dgm:constr type="l" for="ch" forName="bgRect"/>
              <dgm:constr type="t" for="ch" forName="bgRect"/>
              <dgm:constr type="h" for="ch" forName="iconRect" refType="h" fact="0.55"/>
              <dgm:constr type="w" for="ch" forName="iconRect" refType="h" refFor="ch" refForName="iconRect"/>
              <dgm:constr type="l" for="ch" forName="iconRect" refType="h" refFor="ch" refForName="iconRect" fact="0.55"/>
              <dgm:constr type="ctrY" for="ch" forName="iconRect" refType="ctrY" refFor="ch" refForName="bgRect"/>
              <dgm:constr type="w" for="ch" forName="spaceRect" refType="l" refFor="ch" refForName="iconRect"/>
              <dgm:constr type="h" for="ch" forName="spaceRect" refType="h"/>
              <dgm:constr type="l" for="ch" forName="spaceRect" refType="r" refFor="ch" refForName="iconRect"/>
              <dgm:constr type="t" for="ch" forName="spaceRect"/>
              <dgm:constr type="h" for="ch" forName="parTx" refType="h"/>
              <dgm:constr type="l" for="ch" forName="parTx" refType="r" refFor="ch" refForName="spaceRect"/>
              <dgm:constr type="t" for="ch" forName="parTx"/>
            </dgm:constrLst>
          </dgm:else>
        </dgm:choose>
        <dgm:ruleLst>
          <dgm:rule type="h" val="INF" fact="NaN" max="NaN"/>
        </dgm:ruleLst>
        <dgm:layoutNode name="bgRect" styleLbl="bgShp">
          <dgm:alg type="sp"/>
          <dgm:shape xmlns:r="http://schemas.openxmlformats.org/officeDocument/2006/relationships" type="roundRect" r:blip="">
            <dgm:adjLst>
              <dgm:adj idx="1" val="0.1"/>
            </dgm:adjLst>
          </dgm:shape>
          <dgm:presOf/>
          <dgm:constrLst/>
          <dgm:ruleLst/>
        </dgm:layoutNode>
        <dgm:layoutNode name="iconRect" styleLbl="node1">
          <dgm:alg type="sp"/>
          <dgm:shape xmlns:r="http://schemas.openxmlformats.org/officeDocument/2006/relationships" type="rect" r:blip="" blipPhldr="1">
            <dgm:adjLst/>
          </dgm:shape>
          <dgm:presOf/>
          <dgm:constrLst/>
          <dgm:ruleLst/>
        </dgm:layoutNode>
        <dgm:layoutNode name="spaceRect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  <dgm:layoutNode name="parTx" styleLbl="revTx">
          <dgm:varLst>
            <dgm:chMax val="0"/>
            <dgm:chPref val="0"/>
          </dgm:varLst>
          <dgm:alg type="tx">
            <dgm:param type="txAnchorVert" val="mid"/>
            <dgm:param type="parTxLTRAlign" val="l"/>
            <dgm:param type="shpTxLTRAlignCh" val="l"/>
            <dgm:param type="parTxRTLAlign" val="r"/>
            <dgm:param type="shpTxRTLAlignCh" val="r"/>
          </dgm:alg>
          <dgm:shape xmlns:r="http://schemas.openxmlformats.org/officeDocument/2006/relationships" type="rect" r:blip="">
            <dgm:adjLst/>
          </dgm:shape>
          <dgm:presOf axis="self" ptType="node"/>
          <dgm:constrLst>
            <dgm:constr type="lMarg" refType="h" fact="0.3"/>
            <dgm:constr type="rMarg" refType="h" fact="0.3"/>
            <dgm:constr type="tMarg" refType="h" fact="0.3"/>
            <dgm:constr type="bMarg" refType="h" fact="0.3"/>
          </dgm:constrLst>
          <dgm:ruleLst>
            <dgm:rule type="primFontSz" val="14" fact="NaN" max="NaN"/>
            <dgm:rule type="h" val="INF" fact="NaN" max="NaN"/>
          </dgm:ruleLst>
        </dgm:layoutNode>
        <dgm:choose name="Name12">
          <dgm:if name="Name13" axis="ch" ptType="node" func="cnt" op="gte" val="1">
            <dgm:layoutNode name="desTx" styleLbl="revTx">
              <dgm:varLst/>
              <dgm:alg type="tx">
                <dgm:param type="txAnchorVertCh" val="mid"/>
                <dgm:param type="parTxLTRAlign" val="l"/>
                <dgm:param type="shpTxLTRAlignCh" val="l"/>
                <dgm:param type="parTxRTLAlign" val="r"/>
                <dgm:param type="shpTxRTLAlignCh" val="r"/>
                <dgm:param type="stBulletLvl" val="0"/>
              </dgm:alg>
              <dgm:shape xmlns:r="http://schemas.openxmlformats.org/officeDocument/2006/relationships" type="rect" r:blip="">
                <dgm:adjLst/>
              </dgm:shape>
              <dgm:presOf axis="des" ptType="node"/>
              <dgm:constrLst>
                <dgm:constr type="primFontSz" val="18"/>
                <dgm:constr type="secFontSz" refType="primFontSz"/>
                <dgm:constr type="lMarg" refType="h" fact="0.3"/>
                <dgm:constr type="rMarg" refType="h" fact="0.3"/>
                <dgm:constr type="tMarg" refType="h" fact="0.3"/>
                <dgm:constr type="bMarg" refType="h" fact="0.3"/>
              </dgm:constrLst>
              <dgm:ruleLst>
                <dgm:rule type="primFontSz" val="11" fact="NaN" max="NaN"/>
              </dgm:ruleLst>
            </dgm:layoutNode>
          </dgm:if>
          <dgm:else name="Name14"/>
        </dgm:choose>
      </dgm:layoutNode>
      <dgm:forEach name="Name15" axis="followSib" ptType="sibTrans" cnt="1">
        <dgm:layoutNode name="sibTrans">
          <dgm:alg type="sp"/>
          <dgm:shape xmlns:r="http://schemas.openxmlformats.org/officeDocument/2006/relationships" r:blip="">
            <dgm:adjLst/>
          </dgm:shape>
          <dgm:presOf axis="self"/>
          <dgm:constrLst/>
          <dgm:ruleLst/>
        </dgm:layoutNode>
      </dgm:forEach>
    </dgm:forEach>
  </dgm:layoutNode>
  <dgm:extLst>
    <a:ext uri="{68A01E43-0DF5-4B5B-8FA6-DAF915123BFB}">
      <dgm1612:lstStyle xmlns:dgm1612="http://schemas.microsoft.com/office/drawing/2016/12/diagram">
        <a:lvl1pPr>
          <a:lnSpc>
            <a:spcPct val="100000"/>
          </a:lnSpc>
        </a:lvl1pPr>
        <a:lvl2pPr>
          <a:lnSpc>
            <a:spcPct val="100000"/>
          </a:lnSpc>
        </a:lvl2pPr>
      </dgm1612:lstStyle>
    </a:ext>
  </dgm:extLst>
</dgm:layoutDef>
</file>

<file path=ppt/diagrams/layout3.xml><?xml version="1.0" encoding="utf-8"?>
<dgm:layoutDef xmlns:dgm="http://schemas.openxmlformats.org/drawingml/2006/diagram" xmlns:a="http://schemas.openxmlformats.org/drawingml/2006/main" uniqueId="urn:microsoft.com/office/officeart/2018/2/layout/IconVerticalSolidList">
  <dgm:title val="Icon Vertical Solid List"/>
  <dgm:desc val="Use to show a series of visuals from top to bottom with Level 1 or Level 1 and Level 2 text grouped in a shape. Works best with icons or small pictures with lengthier descriptions."/>
  <dgm:catLst>
    <dgm:cat type="icon" pri="500"/>
  </dgm:catLst>
  <dgm:sampData useDef="1">
    <dgm:dataModel>
      <dgm:ptLst/>
      <dgm:bg/>
      <dgm:whole/>
    </dgm:dataModel>
  </dgm:sampData>
  <dgm:styleData useDef="1">
    <dgm:dataModel>
      <dgm:ptLst/>
      <dgm:bg/>
      <dgm:whole/>
    </dgm:dataModel>
  </dgm:styleData>
  <dgm:clrData useDef="1">
    <dgm:dataModel>
      <dgm:ptLst/>
      <dgm:bg/>
      <dgm:whole/>
    </dgm:dataModel>
  </dgm:clrData>
  <dgm:layoutNode name="root">
    <dgm:varLst>
      <dgm:dir/>
      <dgm:resizeHandles val="exact"/>
    </dgm:varLst>
    <dgm:choose name="Name0">
      <dgm:if name="Name1" axis="self" func="var" arg="dir" op="equ" val="norm">
        <dgm:alg type="lin">
          <dgm:param type="linDir" val="fromT"/>
          <dgm:param type="nodeHorzAlign" val="l"/>
        </dgm:alg>
      </dgm:if>
      <dgm:else name="Name2">
        <dgm:alg type="lin">
          <dgm:param type="linDir" val="fromT"/>
          <dgm:param type="nodeHorzAlign" val="r"/>
        </dgm:alg>
      </dgm:else>
    </dgm:choose>
    <dgm:shape xmlns:r="http://schemas.openxmlformats.org/officeDocument/2006/relationships" r:blip="">
      <dgm:adjLst/>
    </dgm:shape>
    <dgm:presOf/>
    <dgm:choose name="Name3">
      <dgm:if name="Name4" axis="ch" ptType="node" func="cnt" op="lte" val="3">
        <dgm:constrLst>
          <dgm:constr type="h" for="ch" forName="compNode" refType="h" fact="0.3"/>
          <dgm:constr type="w" for="ch" forName="compNode" refType="w"/>
          <dgm:constr type="h" for="ch" forName="sibTrans" refType="h" refFor="ch" refForName="compNode" fact="0.25"/>
          <dgm:constr type="primFontSz" for="des" forName="parTx" val="25"/>
          <dgm:constr type="primFontSz" for="des" forName="desTx" refType="primFontSz" refFor="des" refForName="parTx" op="lte" fact="0.75"/>
          <dgm:constr type="h" for="des" forName="compNode" op="equ"/>
          <dgm:constr type="h" for="des" forName="bgRect" op="equ"/>
          <dgm:constr type="h" for="des" forName="iconRect" op="equ"/>
          <dgm:constr type="w" for="des" forName="iconRect" op="equ"/>
          <dgm:constr type="h" for="des" forName="spaceRect" op="equ"/>
          <dgm:constr type="h" for="des" forName="parTx" op="equ"/>
          <dgm:constr type="h" for="des" forName="desTx" op="equ"/>
        </dgm:constrLst>
      </dgm:if>
      <dgm:if name="Name5" axis="ch" ptType="node" func="cnt" op="lte" val="4">
        <dgm:constrLst>
          <dgm:constr type="h" for="ch" forName="compNode" refType="h" fact="0.3"/>
          <dgm:constr type="w" for="ch" forName="compNode" refType="w"/>
          <dgm:constr type="h" for="ch" forName="sibTrans" refType="h" refFor="ch" refForName="compNode" fact="0.25"/>
          <dgm:constr type="primFontSz" for="des" forName="parTx" val="22"/>
          <dgm:constr type="primFontSz" for="des" forName="desTx" refType="primFontSz" refFor="des" refForName="parTx" op="lte" fact="0.75"/>
          <dgm:constr type="h" for="des" forName="compNode" op="equ"/>
          <dgm:constr type="h" for="des" forName="bgRect" op="equ"/>
          <dgm:constr type="h" for="des" forName="iconRect" op="equ"/>
          <dgm:constr type="w" for="des" forName="iconRect" op="equ"/>
          <dgm:constr type="h" for="des" forName="spaceRect" op="equ"/>
          <dgm:constr type="h" for="des" forName="parTx" op="equ"/>
          <dgm:constr type="h" for="des" forName="desTx" op="equ"/>
        </dgm:constrLst>
      </dgm:if>
      <dgm:if name="Name6" axis="ch" ptType="node" func="cnt" op="lte" val="6">
        <dgm:constrLst>
          <dgm:constr type="h" for="ch" forName="compNode" refType="h" fact="0.3"/>
          <dgm:constr type="w" for="ch" forName="compNode" refType="w"/>
          <dgm:constr type="h" for="ch" forName="sibTrans" refType="h" refFor="ch" refForName="compNode" fact="0.25"/>
          <dgm:constr type="primFontSz" for="des" forName="parTx" val="19"/>
          <dgm:constr type="primFontSz" for="des" forName="desTx" refType="primFontSz" refFor="des" refForName="parTx" op="lte" fact="0.75"/>
          <dgm:constr type="h" for="des" forName="compNode" op="equ"/>
          <dgm:constr type="h" for="des" forName="bgRect" op="equ"/>
          <dgm:constr type="h" for="des" forName="iconRect" op="equ"/>
          <dgm:constr type="w" for="des" forName="iconRect" op="equ"/>
          <dgm:constr type="h" for="des" forName="spaceRect" op="equ"/>
          <dgm:constr type="h" for="des" forName="parTx" op="equ"/>
          <dgm:constr type="h" for="des" forName="desTx" op="equ"/>
        </dgm:constrLst>
      </dgm:if>
      <dgm:else name="Name7">
        <dgm:constrLst>
          <dgm:constr type="h" for="ch" forName="compNode" refType="h" fact="0.3"/>
          <dgm:constr type="w" for="ch" forName="compNode" refType="w"/>
          <dgm:constr type="h" for="ch" forName="sibTrans" refType="h" refFor="ch" refForName="compNode" fact="0.25"/>
          <dgm:constr type="primFontSz" for="des" forName="parTx" val="16"/>
          <dgm:constr type="primFontSz" for="des" forName="desTx" refType="primFontSz" refFor="des" refForName="parTx" op="lte" fact="0.75"/>
          <dgm:constr type="h" for="des" forName="compNode" op="equ"/>
          <dgm:constr type="h" for="des" forName="bgRect" op="equ"/>
          <dgm:constr type="h" for="des" forName="iconRect" op="equ"/>
          <dgm:constr type="w" for="des" forName="iconRect" op="equ"/>
          <dgm:constr type="h" for="des" forName="spaceRect" op="equ"/>
          <dgm:constr type="h" for="des" forName="parTx" op="equ"/>
          <dgm:constr type="h" for="des" forName="desTx" op="equ"/>
        </dgm:constrLst>
      </dgm:else>
    </dgm:choose>
    <dgm:ruleLst>
      <dgm:rule type="h" for="ch" forName="compNode" val="0" fact="NaN" max="NaN"/>
    </dgm:ruleLst>
    <dgm:forEach name="Name8" axis="ch" ptType="node">
      <dgm:layoutNode name="compNode">
        <dgm:alg type="composite"/>
        <dgm:shape xmlns:r="http://schemas.openxmlformats.org/officeDocument/2006/relationships" r:blip="">
          <dgm:adjLst/>
        </dgm:shape>
        <dgm:presOf axis="self"/>
        <dgm:choose name="Name9">
          <dgm:if name="Name10" axis="ch" ptType="node" func="cnt" op="gte" val="1">
            <dgm:constrLst>
              <dgm:constr type="w" for="ch" forName="bgRect" refType="w"/>
              <dgm:constr type="h" for="ch" forName="bgRect" refType="h"/>
              <dgm:constr type="l" for="ch" forName="bgRect"/>
              <dgm:constr type="t" for="ch" forName="bgRect"/>
              <dgm:constr type="h" for="ch" forName="iconRect" refType="h" fact="0.55"/>
              <dgm:constr type="w" for="ch" forName="iconRect" refType="h" refFor="ch" refForName="iconRect"/>
              <dgm:constr type="l" for="ch" forName="iconRect" refType="h" refFor="ch" refForName="iconRect" fact="0.55"/>
              <dgm:constr type="ctrY" for="ch" forName="iconRect" refType="ctrY" refFor="ch" refForName="bgRect"/>
              <dgm:constr type="w" for="ch" forName="spaceRect" refType="l" refFor="ch" refForName="iconRect"/>
              <dgm:constr type="h" for="ch" forName="spaceRect" refType="h"/>
              <dgm:constr type="l" for="ch" forName="spaceRect" refType="r" refFor="ch" refForName="iconRect"/>
              <dgm:constr type="t" for="ch" forName="spaceRect"/>
              <dgm:constr type="w" for="ch" forName="parTx" refType="w" fact="0.45"/>
              <dgm:constr type="h" for="ch" forName="parTx" refType="h"/>
              <dgm:constr type="l" for="ch" forName="parTx" refType="r" refFor="ch" refForName="spaceRect"/>
              <dgm:constr type="t" for="ch" forName="parTx"/>
              <dgm:constr type="h" for="ch" forName="desTx" refType="h"/>
              <dgm:constr type="l" for="ch" forName="desTx" refType="r" refFor="ch" refForName="parTx"/>
              <dgm:constr type="t" for="ch" forName="desTx"/>
            </dgm:constrLst>
          </dgm:if>
          <dgm:else name="Name11">
            <dgm:constrLst>
              <dgm:constr type="w" for="ch" forName="bgRect" refType="w"/>
              <dgm:constr type="h" for="ch" forName="bgRect" refType="h"/>
              <dgm:constr type="l" for="ch" forName="bgRect"/>
              <dgm:constr type="t" for="ch" forName="bgRect"/>
              <dgm:constr type="h" for="ch" forName="iconRect" refType="h" fact="0.55"/>
              <dgm:constr type="w" for="ch" forName="iconRect" refType="h" refFor="ch" refForName="iconRect"/>
              <dgm:constr type="l" for="ch" forName="iconRect" refType="h" refFor="ch" refForName="iconRect" fact="0.55"/>
              <dgm:constr type="ctrY" for="ch" forName="iconRect" refType="ctrY" refFor="ch" refForName="bgRect"/>
              <dgm:constr type="w" for="ch" forName="spaceRect" refType="l" refFor="ch" refForName="iconRect"/>
              <dgm:constr type="h" for="ch" forName="spaceRect" refType="h"/>
              <dgm:constr type="l" for="ch" forName="spaceRect" refType="r" refFor="ch" refForName="iconRect"/>
              <dgm:constr type="t" for="ch" forName="spaceRect"/>
              <dgm:constr type="h" for="ch" forName="parTx" refType="h"/>
              <dgm:constr type="l" for="ch" forName="parTx" refType="r" refFor="ch" refForName="spaceRect"/>
              <dgm:constr type="t" for="ch" forName="parTx"/>
            </dgm:constrLst>
          </dgm:else>
        </dgm:choose>
        <dgm:ruleLst>
          <dgm:rule type="h" val="INF" fact="NaN" max="NaN"/>
        </dgm:ruleLst>
        <dgm:layoutNode name="bgRect" styleLbl="bgShp">
          <dgm:alg type="sp"/>
          <dgm:shape xmlns:r="http://schemas.openxmlformats.org/officeDocument/2006/relationships" type="roundRect" r:blip="">
            <dgm:adjLst>
              <dgm:adj idx="1" val="0.1"/>
            </dgm:adjLst>
          </dgm:shape>
          <dgm:presOf/>
          <dgm:constrLst/>
          <dgm:ruleLst/>
        </dgm:layoutNode>
        <dgm:layoutNode name="iconRect" styleLbl="node1">
          <dgm:alg type="sp"/>
          <dgm:shape xmlns:r="http://schemas.openxmlformats.org/officeDocument/2006/relationships" type="rect" r:blip="" blipPhldr="1">
            <dgm:adjLst/>
          </dgm:shape>
          <dgm:presOf/>
          <dgm:constrLst/>
          <dgm:ruleLst/>
        </dgm:layoutNode>
        <dgm:layoutNode name="spaceRect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  <dgm:layoutNode name="parTx" styleLbl="revTx">
          <dgm:varLst>
            <dgm:chMax val="0"/>
            <dgm:chPref val="0"/>
          </dgm:varLst>
          <dgm:alg type="tx">
            <dgm:param type="txAnchorVert" val="mid"/>
            <dgm:param type="parTxLTRAlign" val="l"/>
            <dgm:param type="shpTxLTRAlignCh" val="l"/>
            <dgm:param type="parTxRTLAlign" val="r"/>
            <dgm:param type="shpTxRTLAlignCh" val="r"/>
          </dgm:alg>
          <dgm:shape xmlns:r="http://schemas.openxmlformats.org/officeDocument/2006/relationships" type="rect" r:blip="">
            <dgm:adjLst/>
          </dgm:shape>
          <dgm:presOf axis="self" ptType="node"/>
          <dgm:constrLst>
            <dgm:constr type="lMarg" refType="h" fact="0.3"/>
            <dgm:constr type="rMarg" refType="h" fact="0.3"/>
            <dgm:constr type="tMarg" refType="h" fact="0.3"/>
            <dgm:constr type="bMarg" refType="h" fact="0.3"/>
          </dgm:constrLst>
          <dgm:ruleLst>
            <dgm:rule type="primFontSz" val="14" fact="NaN" max="NaN"/>
            <dgm:rule type="h" val="INF" fact="NaN" max="NaN"/>
          </dgm:ruleLst>
        </dgm:layoutNode>
        <dgm:choose name="Name12">
          <dgm:if name="Name13" axis="ch" ptType="node" func="cnt" op="gte" val="1">
            <dgm:layoutNode name="desTx" styleLbl="revTx">
              <dgm:varLst/>
              <dgm:alg type="tx">
                <dgm:param type="txAnchorVertCh" val="mid"/>
                <dgm:param type="parTxLTRAlign" val="l"/>
                <dgm:param type="shpTxLTRAlignCh" val="l"/>
                <dgm:param type="parTxRTLAlign" val="r"/>
                <dgm:param type="shpTxRTLAlignCh" val="r"/>
                <dgm:param type="stBulletLvl" val="0"/>
              </dgm:alg>
              <dgm:shape xmlns:r="http://schemas.openxmlformats.org/officeDocument/2006/relationships" type="rect" r:blip="">
                <dgm:adjLst/>
              </dgm:shape>
              <dgm:presOf axis="des" ptType="node"/>
              <dgm:constrLst>
                <dgm:constr type="primFontSz" val="18"/>
                <dgm:constr type="secFontSz" refType="primFontSz"/>
                <dgm:constr type="lMarg" refType="h" fact="0.3"/>
                <dgm:constr type="rMarg" refType="h" fact="0.3"/>
                <dgm:constr type="tMarg" refType="h" fact="0.3"/>
                <dgm:constr type="bMarg" refType="h" fact="0.3"/>
              </dgm:constrLst>
              <dgm:ruleLst>
                <dgm:rule type="primFontSz" val="11" fact="NaN" max="NaN"/>
              </dgm:ruleLst>
            </dgm:layoutNode>
          </dgm:if>
          <dgm:else name="Name14"/>
        </dgm:choose>
      </dgm:layoutNode>
      <dgm:forEach name="Name15" axis="followSib" ptType="sibTrans" cnt="1">
        <dgm:layoutNode name="sibTrans">
          <dgm:alg type="sp"/>
          <dgm:shape xmlns:r="http://schemas.openxmlformats.org/officeDocument/2006/relationships" r:blip="">
            <dgm:adjLst/>
          </dgm:shape>
          <dgm:presOf axis="self"/>
          <dgm:constrLst/>
          <dgm:ruleLst/>
        </dgm:layoutNode>
      </dgm:forEach>
    </dgm:forEach>
  </dgm:layoutNode>
  <dgm:extLst>
    <a:ext uri="{68A01E43-0DF5-4B5B-8FA6-DAF915123BFB}">
      <dgm1612:lstStyle xmlns:dgm1612="http://schemas.microsoft.com/office/drawing/2016/12/diagram">
        <a:lvl1pPr>
          <a:lnSpc>
            <a:spcPct val="100000"/>
          </a:lnSpc>
        </a:lvl1pPr>
        <a:lvl2pPr>
          <a:lnSpc>
            <a:spcPct val="100000"/>
          </a:lnSpc>
        </a:lvl2pPr>
      </dgm1612:lstStyle>
    </a:ext>
  </dgm:extLst>
</dgm:layoutDef>
</file>

<file path=ppt/diagrams/layout4.xml><?xml version="1.0" encoding="utf-8"?>
<dgm:layoutDef xmlns:dgm="http://schemas.openxmlformats.org/drawingml/2006/diagram" xmlns:a="http://schemas.openxmlformats.org/drawingml/2006/main" uniqueId="urn:microsoft.com/office/officeart/2005/8/layout/vList2">
  <dgm:title val=""/>
  <dgm:desc val=""/>
  <dgm:catLst>
    <dgm:cat type="list" pri="3000"/>
    <dgm:cat type="convert" pri="10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2">
          <dgm:prSet phldr="1"/>
        </dgm:pt>
        <dgm:pt modelId="21">
          <dgm:prSet phldr="1"/>
        </dgm:pt>
      </dgm:ptLst>
      <dgm:cxnLst>
        <dgm:cxn modelId="4" srcId="0" destId="1" srcOrd="0" destOrd="0"/>
        <dgm:cxn modelId="5" srcId="0" destId="2" srcOrd="1" destOrd="0"/>
        <dgm:cxn modelId="12" srcId="1" destId="11" srcOrd="0" destOrd="0"/>
        <dgm:cxn modelId="23" srcId="2" destId="21" srcOrd="0" destOrd="0"/>
      </dgm:cxnLst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linear">
    <dgm:varLst>
      <dgm:animLvl val="lvl"/>
      <dgm:resizeHandles val="exact"/>
    </dgm:varLst>
    <dgm:alg type="lin">
      <dgm:param type="linDir" val="fromT"/>
      <dgm:param type="vertAlign" val="mid"/>
    </dgm:alg>
    <dgm:shape xmlns:r="http://schemas.openxmlformats.org/officeDocument/2006/relationships" r:blip="">
      <dgm:adjLst/>
    </dgm:shape>
    <dgm:presOf/>
    <dgm:constrLst>
      <dgm:constr type="w" for="ch" forName="parentText" refType="w"/>
      <dgm:constr type="h" for="ch" forName="parentText" refType="primFontSz" refFor="ch" refForName="parentText" fact="0.52"/>
      <dgm:constr type="w" for="ch" forName="childText" refType="w"/>
      <dgm:constr type="h" for="ch" forName="childText" refType="primFontSz" refFor="ch" refForName="parentText" fact="0.46"/>
      <dgm:constr type="h" for="ch" forName="parentText" op="equ"/>
      <dgm:constr type="primFontSz" for="ch" forName="parentText" op="equ" val="65"/>
      <dgm:constr type="primFontSz" for="ch" forName="childText" refType="primFontSz" refFor="ch" refForName="parentText" op="equ"/>
      <dgm:constr type="h" for="ch" forName="spacer" refType="primFontSz" refFor="ch" refForName="parentText" fact="0.08"/>
    </dgm:constrLst>
    <dgm:ruleLst>
      <dgm:rule type="primFontSz" for="ch" forName="parentText" val="5" fact="NaN" max="NaN"/>
    </dgm:ruleLst>
    <dgm:forEach name="Name0" axis="ch" ptType="node">
      <dgm:layoutNode name="parentText" styleLbl="node1">
        <dgm:varLst>
          <dgm:chMax val="0"/>
          <dgm:bulletEnabled val="1"/>
        </dgm:varLst>
        <dgm:alg type="tx">
          <dgm:param type="parTxLTRAlign" val="l"/>
          <dgm:param type="parTxRTLAlign" val="r"/>
        </dgm:alg>
        <dgm:shape xmlns:r="http://schemas.openxmlformats.org/officeDocument/2006/relationships" type="roundRect" r:blip="">
          <dgm:adjLst/>
        </dgm:shape>
        <dgm:presOf axis="self"/>
        <dgm:constrLst>
          <dgm:constr type="tMarg" refType="primFontSz" fact="0.3"/>
          <dgm:constr type="bMarg" refType="primFontSz" fact="0.3"/>
          <dgm:constr type="lMarg" refType="primFontSz" fact="0.3"/>
          <dgm:constr type="rMarg" refType="primFontSz" fact="0.3"/>
        </dgm:constrLst>
        <dgm:ruleLst>
          <dgm:rule type="h" val="INF" fact="NaN" max="NaN"/>
        </dgm:ruleLst>
      </dgm:layoutNode>
      <dgm:choose name="Name1">
        <dgm:if name="Name2" axis="ch" ptType="node" func="cnt" op="gte" val="1">
          <dgm:layoutNode name="childText" styleLbl="revTx">
            <dgm:varLst>
              <dgm:bulletEnabled val="1"/>
            </dgm:varLst>
            <dgm:alg type="tx">
              <dgm:param type="stBulletLvl" val="1"/>
              <dgm:param type="lnSpAfChP" val="20"/>
            </dgm:alg>
            <dgm:shape xmlns:r="http://schemas.openxmlformats.org/officeDocument/2006/relationships" type="rect" r:blip="">
              <dgm:adjLst/>
            </dgm:shape>
            <dgm:presOf axis="des" ptType="node"/>
            <dgm:constrLst>
              <dgm:constr type="tMarg" refType="primFontSz" fact="0.1"/>
              <dgm:constr type="bMarg" refType="primFontSz" fact="0.1"/>
              <dgm:constr type="lMarg" refType="w" fact="0.09"/>
            </dgm:constrLst>
            <dgm:ruleLst>
              <dgm:rule type="h" val="INF" fact="NaN" max="NaN"/>
            </dgm:ruleLst>
          </dgm:layoutNode>
        </dgm:if>
        <dgm:else name="Name3">
          <dgm:choose name="Name4">
            <dgm:if name="Name5" axis="par ch" ptType="doc node" func="cnt" op="gte" val="2">
              <dgm:forEach name="Name6" axis="followSib" ptType="sibTrans" cnt="1">
                <dgm:layoutNode name="spacer">
                  <dgm:alg type="sp"/>
                  <dgm:shape xmlns:r="http://schemas.openxmlformats.org/officeDocument/2006/relationships" r:blip="">
                    <dgm:adjLst/>
                  </dgm:shape>
                  <dgm:presOf/>
                  <dgm:constrLst/>
                  <dgm:ruleLst/>
                </dgm:layoutNode>
              </dgm:forEach>
            </dgm:if>
            <dgm:else name="Name7"/>
          </dgm:choose>
        </dgm:else>
      </dgm:choose>
    </dgm:forEach>
  </dgm:layoutNode>
</dgm:layoutDef>
</file>

<file path=ppt/diagrams/layout5.xml><?xml version="1.0" encoding="utf-8"?>
<dgm:layoutDef xmlns:dgm="http://schemas.openxmlformats.org/drawingml/2006/diagram" xmlns:a="http://schemas.openxmlformats.org/drawingml/2006/main" uniqueId="urn:microsoft.com/office/officeart/2008/layout/LinedList">
  <dgm:title val=""/>
  <dgm:desc val=""/>
  <dgm:catLst>
    <dgm:cat type="hierarchy" pri="8000"/>
    <dgm:cat type="list" pri="25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  <dgm:pt modelId="13">
          <dgm:prSet phldr="1"/>
        </dgm:pt>
      </dgm:ptLst>
      <dgm:cxnLst>
        <dgm:cxn modelId="2" srcId="0" destId="1" srcOrd="0" destOrd="0"/>
        <dgm:cxn modelId="3" srcId="1" destId="11" srcOrd="0" destOrd="0"/>
        <dgm:cxn modelId="4" srcId="1" destId="12" srcOrd="1" destOrd="0"/>
        <dgm:cxn modelId="5" srcId="1" destId="13" srcOrd="2" destOrd="0"/>
      </dgm:cxnLst>
      <dgm:bg/>
      <dgm:whole/>
    </dgm:dataModel>
  </dgm:sampData>
  <dgm:style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</dgm:ptLst>
      <dgm:cxnLst>
        <dgm:cxn modelId="2" srcId="0" destId="1" srcOrd="0" destOrd="0"/>
        <dgm:cxn modelId="3" srcId="1" destId="11" srcOrd="0" destOrd="0"/>
        <dgm:cxn modelId="4" srcId="1" destId="12" srcOrd="1" destOrd="0"/>
      </dgm:cxnLst>
      <dgm:bg/>
      <dgm:whole/>
    </dgm:dataModel>
  </dgm:styleData>
  <dgm:clr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</dgm:ptLst>
      <dgm:cxnLst>
        <dgm:cxn modelId="2" srcId="0" destId="1" srcOrd="0" destOrd="0"/>
        <dgm:cxn modelId="3" srcId="1" destId="11" srcOrd="0" destOrd="0"/>
        <dgm:cxn modelId="4" srcId="1" destId="12" srcOrd="1" destOrd="0"/>
      </dgm:cxnLst>
      <dgm:bg/>
      <dgm:whole/>
    </dgm:dataModel>
  </dgm:clrData>
  <dgm:layoutNode name="vert0">
    <dgm:varLst>
      <dgm:dir/>
      <dgm:animOne val="branch"/>
      <dgm:animLvl val="lvl"/>
    </dgm:varLst>
    <dgm:choose name="Name0">
      <dgm:if name="Name1" func="var" arg="dir" op="equ" val="norm">
        <dgm:alg type="lin">
          <dgm:param type="linDir" val="fromT"/>
          <dgm:param type="nodeHorzAlign" val="l"/>
        </dgm:alg>
      </dgm:if>
      <dgm:else name="Name2">
        <dgm:alg type="lin">
          <dgm:param type="linDir" val="fromT"/>
          <dgm:param type="nodeHorzAlign" val="r"/>
        </dgm:alg>
      </dgm:else>
    </dgm:choose>
    <dgm:shape xmlns:r="http://schemas.openxmlformats.org/officeDocument/2006/relationships" r:blip="">
      <dgm:adjLst/>
    </dgm:shape>
    <dgm:presOf/>
    <dgm:constrLst>
      <dgm:constr type="w" for="ch" forName="horz1" refType="w"/>
      <dgm:constr type="h" for="ch" forName="horz1" refType="h"/>
      <dgm:constr type="h" for="des" forName="vert1" refType="h"/>
      <dgm:constr type="h" for="des" forName="tx1" refType="h"/>
      <dgm:constr type="h" for="des" forName="horz2" refType="h"/>
      <dgm:constr type="h" for="des" forName="vert2" refType="h"/>
      <dgm:constr type="h" for="des" forName="horz3" refType="h"/>
      <dgm:constr type="h" for="des" forName="vert3" refType="h"/>
      <dgm:constr type="h" for="des" forName="horz4" refType="h"/>
      <dgm:constr type="h" for="des" ptType="node" refType="h"/>
      <dgm:constr type="primFontSz" for="des" forName="tx1" op="equ" val="65"/>
      <dgm:constr type="primFontSz" for="des" forName="tx2" op="equ" val="65"/>
      <dgm:constr type="primFontSz" for="des" forName="tx3" op="equ" val="65"/>
      <dgm:constr type="primFontSz" for="des" forName="tx4" op="equ" val="65"/>
      <dgm:constr type="w" for="des" forName="thickLine" refType="w"/>
      <dgm:constr type="h" for="des" forName="thickLine"/>
      <dgm:constr type="h" for="des" forName="thinLine1"/>
      <dgm:constr type="h" for="des" forName="thinLine2b"/>
      <dgm:constr type="h" for="des" forName="thinLine3"/>
      <dgm:constr type="h" for="des" forName="vertSpace2a" refType="h" fact="0.05"/>
      <dgm:constr type="h" for="des" forName="vertSpace2b" refType="h" refFor="des" refForName="vertSpace2a"/>
    </dgm:constrLst>
    <dgm:forEach name="Name3" axis="ch" ptType="node">
      <dgm:layoutNode name="thickLine" styleLbl="alignNode1">
        <dgm:alg type="sp"/>
        <dgm:shape xmlns:r="http://schemas.openxmlformats.org/officeDocument/2006/relationships" type="line" r:blip="">
          <dgm:adjLst/>
        </dgm:shape>
        <dgm:presOf/>
      </dgm:layoutNode>
      <dgm:layoutNode name="horz1">
        <dgm:choose name="Name4">
          <dgm:if name="Name5" func="var" arg="dir" op="equ" val="norm">
            <dgm:alg type="lin">
              <dgm:param type="linDir" val="fromL"/>
              <dgm:param type="nodeVertAlign" val="t"/>
            </dgm:alg>
          </dgm:if>
          <dgm:else name="Name6">
            <dgm:alg type="lin">
              <dgm:param type="linDir" val="fromR"/>
              <dgm:param type="nodeVertAlign" val="t"/>
            </dgm:alg>
          </dgm:else>
        </dgm:choose>
        <dgm:shape xmlns:r="http://schemas.openxmlformats.org/officeDocument/2006/relationships" r:blip="">
          <dgm:adjLst/>
        </dgm:shape>
        <dgm:presOf/>
        <dgm:choose name="Name7">
          <dgm:if name="Name8" axis="root des" func="maxDepth" op="equ" val="1">
            <dgm:constrLst>
              <dgm:constr type="w" for="ch" forName="tx1" refType="w"/>
            </dgm:constrLst>
          </dgm:if>
          <dgm:if name="Name9" axis="root des" func="maxDepth" op="equ" val="2">
            <dgm:constrLst>
              <dgm:constr type="w" for="ch" forName="tx1" refType="w" fact="0.2"/>
              <dgm:constr type="w" for="des" forName="tx2" refType="w" fact="0.785"/>
              <dgm:constr type="w" for="des" forName="horzSpace2" refType="w" fact="0.015"/>
              <dgm:constr type="w" for="des" forName="thinLine2b" refType="w" fact="0.8"/>
            </dgm:constrLst>
          </dgm:if>
          <dgm:if name="Name10" axis="root des" func="maxDepth" op="equ" val="3">
            <dgm:constrLst>
              <dgm:constr type="w" for="ch" forName="tx1" refType="w" fact="0.2"/>
              <dgm:constr type="w" for="des" forName="tx2" refType="w" fact="0.385"/>
              <dgm:constr type="w" for="des" forName="tx3" refType="w" fact="0.385"/>
              <dgm:constr type="w" for="des" forName="horzSpace2" refType="w" fact="0.015"/>
              <dgm:constr type="w" for="des" forName="horzSpace3" refType="w" fact="0.015"/>
              <dgm:constr type="w" for="des" forName="thinLine2b" refType="w" fact="0.8"/>
              <dgm:constr type="w" for="des" forName="thinLine3" refType="w" fact="0.385"/>
            </dgm:constrLst>
          </dgm:if>
          <dgm:if name="Name11" axis="root des" func="maxDepth" op="gte" val="4">
            <dgm:constrLst>
              <dgm:constr type="w" for="ch" forName="tx1" refType="w" fact="0.2"/>
              <dgm:constr type="w" for="des" forName="tx2" refType="w" fact="0.2516"/>
              <dgm:constr type="w" for="des" forName="tx3" refType="w" fact="0.2516"/>
              <dgm:constr type="w" for="des" forName="tx4" refType="w" fact="0.2516"/>
              <dgm:constr type="w" for="des" forName="horzSpace2" refType="w" fact="0.015"/>
              <dgm:constr type="w" for="des" forName="horzSpace3" refType="w" fact="0.015"/>
              <dgm:constr type="w" for="des" forName="horzSpace4" refType="w" fact="0.015"/>
              <dgm:constr type="w" for="des" forName="thinLine2b" refType="w" fact="0.8"/>
              <dgm:constr type="w" for="des" forName="thinLine3" refType="w" fact="0.5332"/>
            </dgm:constrLst>
          </dgm:if>
          <dgm:else name="Name12"/>
        </dgm:choose>
        <dgm:layoutNode name="tx1" styleLbl="revTx">
          <dgm:alg type="tx">
            <dgm:param type="parTxLTRAlign" val="l"/>
            <dgm:param type="parTxRTLAlign" val="r"/>
            <dgm:param type="txAnchorVert" val="t"/>
          </dgm:alg>
          <dgm:shape xmlns:r="http://schemas.openxmlformats.org/officeDocument/2006/relationships" type="rect" r:blip="">
            <dgm:adjLst/>
          </dgm:shape>
          <dgm:presOf axis="self"/>
          <dgm:constrLst>
            <dgm:constr type="tMarg" refType="primFontSz" fact="0.3"/>
            <dgm:constr type="bMarg" refType="primFontSz" fact="0.3"/>
            <dgm:constr type="lMarg" refType="primFontSz" fact="0.3"/>
            <dgm:constr type="rMarg" refType="primFontSz" fact="0.3"/>
          </dgm:constrLst>
          <dgm:ruleLst>
            <dgm:rule type="primFontSz" val="5" fact="NaN" max="NaN"/>
          </dgm:ruleLst>
        </dgm:layoutNode>
        <dgm:layoutNode name="vert1">
          <dgm:choose name="Name13">
            <dgm:if name="Name14" func="var" arg="dir" op="equ" val="norm">
              <dgm:alg type="lin">
                <dgm:param type="linDir" val="fromT"/>
                <dgm:param type="nodeHorzAlign" val="l"/>
              </dgm:alg>
            </dgm:if>
            <dgm:else name="Name15">
              <dgm:alg type="lin">
                <dgm:param type="linDir" val="fromT"/>
                <dgm:param type="nodeHorzAlign" val="r"/>
              </dgm:alg>
            </dgm:else>
          </dgm:choose>
          <dgm:shape xmlns:r="http://schemas.openxmlformats.org/officeDocument/2006/relationships" r:blip="">
            <dgm:adjLst/>
          </dgm:shape>
          <dgm:presOf/>
          <dgm:forEach name="Name16" axis="ch" ptType="node">
            <dgm:choose name="Name17">
              <dgm:if name="Name18" axis="self" ptType="node" func="pos" op="equ" val="1">
                <dgm:layoutNode name="vertSpace2a">
                  <dgm:alg type="sp"/>
                  <dgm:shape xmlns:r="http://schemas.openxmlformats.org/officeDocument/2006/relationships" r:blip="">
                    <dgm:adjLst/>
                  </dgm:shape>
                  <dgm:presOf/>
                </dgm:layoutNode>
              </dgm:if>
              <dgm:else name="Name19"/>
            </dgm:choose>
            <dgm:layoutNode name="horz2">
              <dgm:choose name="Name20">
                <dgm:if name="Name21" func="var" arg="dir" op="equ" val="norm">
                  <dgm:alg type="lin">
                    <dgm:param type="linDir" val="fromL"/>
                    <dgm:param type="nodeVertAlign" val="t"/>
                  </dgm:alg>
                </dgm:if>
                <dgm:else name="Name22">
                  <dgm:alg type="lin">
                    <dgm:param type="linDir" val="fromR"/>
                    <dgm:param type="nodeVertAlign" val="t"/>
                  </dgm:alg>
                </dgm:else>
              </dgm:choose>
              <dgm:shape xmlns:r="http://schemas.openxmlformats.org/officeDocument/2006/relationships" r:blip="">
                <dgm:adjLst/>
              </dgm:shape>
              <dgm:presOf/>
              <dgm:layoutNode name="horzSpace2">
                <dgm:alg type="sp"/>
                <dgm:shape xmlns:r="http://schemas.openxmlformats.org/officeDocument/2006/relationships" r:blip="">
                  <dgm:adjLst/>
                </dgm:shape>
                <dgm:presOf/>
              </dgm:layoutNode>
              <dgm:layoutNode name="tx2" styleLbl="revTx">
                <dgm:alg type="tx">
                  <dgm:param type="parTxLTRAlign" val="l"/>
                  <dgm:param type="parTxRTLAlign" val="r"/>
                  <dgm:param type="txAnchorVert" val="t"/>
                </dgm:alg>
                <dgm:shape xmlns:r="http://schemas.openxmlformats.org/officeDocument/2006/relationships" type="rect" r:blip="">
                  <dgm:adjLst/>
                </dgm:shape>
                <dgm:presOf axis="self"/>
                <dgm:constrLst>
                  <dgm:constr type="tMarg" refType="primFontSz" fact="0.3"/>
                  <dgm:constr type="bMarg" refType="primFontSz" fact="0.3"/>
                  <dgm:constr type="lMarg" refType="primFontSz" fact="0.3"/>
                  <dgm:constr type="rMarg" refType="primFontSz" fact="0.3"/>
                </dgm:constrLst>
                <dgm:ruleLst>
                  <dgm:rule type="primFontSz" val="5" fact="NaN" max="NaN"/>
                </dgm:ruleLst>
              </dgm:layoutNode>
              <dgm:layoutNode name="vert2">
                <dgm:choose name="Name23">
                  <dgm:if name="Name24" func="var" arg="dir" op="equ" val="norm">
                    <dgm:alg type="lin">
                      <dgm:param type="linDir" val="fromT"/>
                      <dgm:param type="nodeHorzAlign" val="l"/>
                    </dgm:alg>
                  </dgm:if>
                  <dgm:else name="Name25">
                    <dgm:alg type="lin">
                      <dgm:param type="linDir" val="fromT"/>
                      <dgm:param type="nodeHorzAlign" val="r"/>
                    </dgm:alg>
                  </dgm:else>
                </dgm:choose>
                <dgm:shape xmlns:r="http://schemas.openxmlformats.org/officeDocument/2006/relationships" r:blip="">
                  <dgm:adjLst/>
                </dgm:shape>
                <dgm:presOf/>
                <dgm:forEach name="Name26" axis="ch" ptType="node">
                  <dgm:layoutNode name="horz3">
                    <dgm:choose name="Name27">
                      <dgm:if name="Name28" func="var" arg="dir" op="equ" val="norm">
                        <dgm:alg type="lin">
                          <dgm:param type="linDir" val="fromL"/>
                          <dgm:param type="nodeVertAlign" val="t"/>
                        </dgm:alg>
                      </dgm:if>
                      <dgm:else name="Name29">
                        <dgm:alg type="lin">
                          <dgm:param type="linDir" val="fromR"/>
                          <dgm:param type="nodeVertAlign" val="t"/>
                        </dgm:alg>
                      </dgm:else>
                    </dgm:choose>
                    <dgm:shape xmlns:r="http://schemas.openxmlformats.org/officeDocument/2006/relationships" r:blip="">
                      <dgm:adjLst/>
                    </dgm:shape>
                    <dgm:presOf/>
                    <dgm:layoutNode name="horzSpace3">
                      <dgm:alg type="sp"/>
                      <dgm:shape xmlns:r="http://schemas.openxmlformats.org/officeDocument/2006/relationships" r:blip="">
                        <dgm:adjLst/>
                      </dgm:shape>
                      <dgm:presOf/>
                    </dgm:layoutNode>
                    <dgm:layoutNode name="tx3" styleLbl="revTx">
                      <dgm:alg type="tx">
                        <dgm:param type="parTxLTRAlign" val="l"/>
                        <dgm:param type="parTxRTLAlign" val="r"/>
                        <dgm:param type="txAnchorVert" val="t"/>
                      </dgm:alg>
                      <dgm:shape xmlns:r="http://schemas.openxmlformats.org/officeDocument/2006/relationships" type="rect" r:blip="">
                        <dgm:adjLst/>
                      </dgm:shape>
                      <dgm:presOf axis="self"/>
                      <dgm:constrLst>
                        <dgm:constr type="tMarg" refType="primFontSz" fact="0.3"/>
                        <dgm:constr type="bMarg" refType="primFontSz" fact="0.3"/>
                        <dgm:constr type="lMarg" refType="primFontSz" fact="0.3"/>
                        <dgm:constr type="rMarg" refType="primFontSz" fact="0.3"/>
                      </dgm:constrLst>
                      <dgm:ruleLst>
                        <dgm:rule type="primFontSz" val="5" fact="NaN" max="NaN"/>
                      </dgm:ruleLst>
                    </dgm:layoutNode>
                    <dgm:layoutNode name="vert3">
                      <dgm:choose name="Name30">
                        <dgm:if name="Name31" func="var" arg="dir" op="equ" val="norm">
                          <dgm:alg type="lin">
                            <dgm:param type="linDir" val="fromT"/>
                            <dgm:param type="nodeHorzAlign" val="l"/>
                          </dgm:alg>
                        </dgm:if>
                        <dgm:else name="Name32">
                          <dgm:alg type="lin">
                            <dgm:param type="linDir" val="fromT"/>
                            <dgm:param type="nodeHorzAlign" val="r"/>
                          </dgm:alg>
                        </dgm:else>
                      </dgm:choose>
                      <dgm:shape xmlns:r="http://schemas.openxmlformats.org/officeDocument/2006/relationships" r:blip="">
                        <dgm:adjLst/>
                      </dgm:shape>
                      <dgm:presOf/>
                      <dgm:forEach name="Name33" axis="ch" ptType="node">
                        <dgm:layoutNode name="horz4">
                          <dgm:choose name="Name34">
                            <dgm:if name="Name35" func="var" arg="dir" op="equ" val="norm">
                              <dgm:alg type="lin">
                                <dgm:param type="linDir" val="fromL"/>
                                <dgm:param type="nodeVertAlign" val="t"/>
                              </dgm:alg>
                            </dgm:if>
                            <dgm:else name="Name36">
                              <dgm:alg type="lin">
                                <dgm:param type="linDir" val="fromR"/>
                                <dgm:param type="nodeVertAlign" val="t"/>
                              </dgm:alg>
                            </dgm:else>
                          </dgm:choose>
                          <dgm:shape xmlns:r="http://schemas.openxmlformats.org/officeDocument/2006/relationships" r:blip="">
                            <dgm:adjLst/>
                          </dgm:shape>
                          <dgm:presOf/>
                          <dgm:layoutNode name="horzSpace4">
                            <dgm:alg type="sp"/>
                            <dgm:shape xmlns:r="http://schemas.openxmlformats.org/officeDocument/2006/relationships" r:blip="">
                              <dgm:adjLst/>
                            </dgm:shape>
                            <dgm:presOf/>
                          </dgm:layoutNode>
                          <dgm:layoutNode name="tx4" styleLbl="revTx">
                            <dgm:varLst>
                              <dgm:bulletEnabled val="1"/>
                            </dgm:varLst>
                            <dgm:alg type="tx">
                              <dgm:param type="parTxLTRAlign" val="l"/>
                              <dgm:param type="parTxRTLAlign" val="r"/>
                              <dgm:param type="txAnchorVert" val="t"/>
                            </dgm:alg>
                            <dgm:shape xmlns:r="http://schemas.openxmlformats.org/officeDocument/2006/relationships" type="rect" r:blip="">
                              <dgm:adjLst/>
                            </dgm:shape>
                            <dgm:presOf axis="desOrSelf" ptType="node"/>
                            <dgm:constrLst>
                              <dgm:constr type="tMarg" refType="primFontSz" fact="0.3"/>
                              <dgm:constr type="bMarg" refType="primFontSz" fact="0.3"/>
                              <dgm:constr type="lMarg" refType="primFontSz" fact="0.3"/>
                              <dgm:constr type="rMarg" refType="primFontSz" fact="0.3"/>
                            </dgm:constrLst>
                            <dgm:ruleLst>
                              <dgm:rule type="primFontSz" val="5" fact="NaN" max="NaN"/>
                            </dgm:ruleLst>
                          </dgm:layoutNode>
                        </dgm:layoutNode>
                      </dgm:forEach>
                    </dgm:layoutNode>
                  </dgm:layoutNode>
                  <dgm:forEach name="Name37" axis="followSib" ptType="sibTrans" cnt="1">
                    <dgm:layoutNode name="thinLine3" styleLbl="callout">
                      <dgm:alg type="sp"/>
                      <dgm:shape xmlns:r="http://schemas.openxmlformats.org/officeDocument/2006/relationships" type="line" r:blip="">
                        <dgm:adjLst/>
                      </dgm:shape>
                      <dgm:presOf/>
                    </dgm:layoutNode>
                  </dgm:forEach>
                </dgm:forEach>
              </dgm:layoutNode>
            </dgm:layoutNode>
            <dgm:layoutNode name="thinLine2b" styleLbl="callout">
              <dgm:alg type="sp"/>
              <dgm:shape xmlns:r="http://schemas.openxmlformats.org/officeDocument/2006/relationships" type="line" r:blip="">
                <dgm:adjLst/>
              </dgm:shape>
              <dgm:presOf/>
            </dgm:layoutNode>
            <dgm:layoutNode name="vertSpace2b">
              <dgm:alg type="sp"/>
              <dgm:shape xmlns:r="http://schemas.openxmlformats.org/officeDocument/2006/relationships" r:blip="">
                <dgm:adjLst/>
              </dgm:shape>
              <dgm:presOf/>
            </dgm:layoutNode>
          </dgm:forEach>
        </dgm:layoutNode>
      </dgm:layoutNode>
    </dgm:forEach>
  </dgm:layoutNode>
</dgm:layoutDef>
</file>

<file path=ppt/diagrams/layout6.xml><?xml version="1.0" encoding="utf-8"?>
<dgm:layoutDef xmlns:dgm="http://schemas.openxmlformats.org/drawingml/2006/diagram" xmlns:a="http://schemas.openxmlformats.org/drawingml/2006/main" uniqueId="urn:microsoft.com/office/officeart/2018/2/layout/IconVerticalSolidList">
  <dgm:title val="Icon Vertical Solid List"/>
  <dgm:desc val="Use to show a series of visuals from top to bottom with Level 1 or Level 1 and Level 2 text grouped in a shape. Works best with icons or small pictures with lengthier descriptions."/>
  <dgm:catLst>
    <dgm:cat type="icon" pri="500"/>
  </dgm:catLst>
  <dgm:sampData useDef="1">
    <dgm:dataModel>
      <dgm:ptLst/>
      <dgm:bg/>
      <dgm:whole/>
    </dgm:dataModel>
  </dgm:sampData>
  <dgm:styleData useDef="1">
    <dgm:dataModel>
      <dgm:ptLst/>
      <dgm:bg/>
      <dgm:whole/>
    </dgm:dataModel>
  </dgm:styleData>
  <dgm:clrData useDef="1">
    <dgm:dataModel>
      <dgm:ptLst/>
      <dgm:bg/>
      <dgm:whole/>
    </dgm:dataModel>
  </dgm:clrData>
  <dgm:layoutNode name="root">
    <dgm:varLst>
      <dgm:dir/>
      <dgm:resizeHandles val="exact"/>
    </dgm:varLst>
    <dgm:choose name="Name0">
      <dgm:if name="Name1" axis="self" func="var" arg="dir" op="equ" val="norm">
        <dgm:alg type="lin">
          <dgm:param type="linDir" val="fromT"/>
          <dgm:param type="nodeHorzAlign" val="l"/>
        </dgm:alg>
      </dgm:if>
      <dgm:else name="Name2">
        <dgm:alg type="lin">
          <dgm:param type="linDir" val="fromT"/>
          <dgm:param type="nodeHorzAlign" val="r"/>
        </dgm:alg>
      </dgm:else>
    </dgm:choose>
    <dgm:shape xmlns:r="http://schemas.openxmlformats.org/officeDocument/2006/relationships" r:blip="">
      <dgm:adjLst/>
    </dgm:shape>
    <dgm:presOf/>
    <dgm:choose name="Name3">
      <dgm:if name="Name4" axis="ch" ptType="node" func="cnt" op="lte" val="3">
        <dgm:constrLst>
          <dgm:constr type="h" for="ch" forName="compNode" refType="h" fact="0.3"/>
          <dgm:constr type="w" for="ch" forName="compNode" refType="w"/>
          <dgm:constr type="h" for="ch" forName="sibTrans" refType="h" refFor="ch" refForName="compNode" fact="0.25"/>
          <dgm:constr type="primFontSz" for="des" forName="parTx" val="25"/>
          <dgm:constr type="primFontSz" for="des" forName="desTx" refType="primFontSz" refFor="des" refForName="parTx" op="lte" fact="0.75"/>
          <dgm:constr type="h" for="des" forName="compNode" op="equ"/>
          <dgm:constr type="h" for="des" forName="bgRect" op="equ"/>
          <dgm:constr type="h" for="des" forName="iconRect" op="equ"/>
          <dgm:constr type="w" for="des" forName="iconRect" op="equ"/>
          <dgm:constr type="h" for="des" forName="spaceRect" op="equ"/>
          <dgm:constr type="h" for="des" forName="parTx" op="equ"/>
          <dgm:constr type="h" for="des" forName="desTx" op="equ"/>
        </dgm:constrLst>
      </dgm:if>
      <dgm:if name="Name5" axis="ch" ptType="node" func="cnt" op="lte" val="4">
        <dgm:constrLst>
          <dgm:constr type="h" for="ch" forName="compNode" refType="h" fact="0.3"/>
          <dgm:constr type="w" for="ch" forName="compNode" refType="w"/>
          <dgm:constr type="h" for="ch" forName="sibTrans" refType="h" refFor="ch" refForName="compNode" fact="0.25"/>
          <dgm:constr type="primFontSz" for="des" forName="parTx" val="22"/>
          <dgm:constr type="primFontSz" for="des" forName="desTx" refType="primFontSz" refFor="des" refForName="parTx" op="lte" fact="0.75"/>
          <dgm:constr type="h" for="des" forName="compNode" op="equ"/>
          <dgm:constr type="h" for="des" forName="bgRect" op="equ"/>
          <dgm:constr type="h" for="des" forName="iconRect" op="equ"/>
          <dgm:constr type="w" for="des" forName="iconRect" op="equ"/>
          <dgm:constr type="h" for="des" forName="spaceRect" op="equ"/>
          <dgm:constr type="h" for="des" forName="parTx" op="equ"/>
          <dgm:constr type="h" for="des" forName="desTx" op="equ"/>
        </dgm:constrLst>
      </dgm:if>
      <dgm:if name="Name6" axis="ch" ptType="node" func="cnt" op="lte" val="6">
        <dgm:constrLst>
          <dgm:constr type="h" for="ch" forName="compNode" refType="h" fact="0.3"/>
          <dgm:constr type="w" for="ch" forName="compNode" refType="w"/>
          <dgm:constr type="h" for="ch" forName="sibTrans" refType="h" refFor="ch" refForName="compNode" fact="0.25"/>
          <dgm:constr type="primFontSz" for="des" forName="parTx" val="19"/>
          <dgm:constr type="primFontSz" for="des" forName="desTx" refType="primFontSz" refFor="des" refForName="parTx" op="lte" fact="0.75"/>
          <dgm:constr type="h" for="des" forName="compNode" op="equ"/>
          <dgm:constr type="h" for="des" forName="bgRect" op="equ"/>
          <dgm:constr type="h" for="des" forName="iconRect" op="equ"/>
          <dgm:constr type="w" for="des" forName="iconRect" op="equ"/>
          <dgm:constr type="h" for="des" forName="spaceRect" op="equ"/>
          <dgm:constr type="h" for="des" forName="parTx" op="equ"/>
          <dgm:constr type="h" for="des" forName="desTx" op="equ"/>
        </dgm:constrLst>
      </dgm:if>
      <dgm:else name="Name7">
        <dgm:constrLst>
          <dgm:constr type="h" for="ch" forName="compNode" refType="h" fact="0.3"/>
          <dgm:constr type="w" for="ch" forName="compNode" refType="w"/>
          <dgm:constr type="h" for="ch" forName="sibTrans" refType="h" refFor="ch" refForName="compNode" fact="0.25"/>
          <dgm:constr type="primFontSz" for="des" forName="parTx" val="16"/>
          <dgm:constr type="primFontSz" for="des" forName="desTx" refType="primFontSz" refFor="des" refForName="parTx" op="lte" fact="0.75"/>
          <dgm:constr type="h" for="des" forName="compNode" op="equ"/>
          <dgm:constr type="h" for="des" forName="bgRect" op="equ"/>
          <dgm:constr type="h" for="des" forName="iconRect" op="equ"/>
          <dgm:constr type="w" for="des" forName="iconRect" op="equ"/>
          <dgm:constr type="h" for="des" forName="spaceRect" op="equ"/>
          <dgm:constr type="h" for="des" forName="parTx" op="equ"/>
          <dgm:constr type="h" for="des" forName="desTx" op="equ"/>
        </dgm:constrLst>
      </dgm:else>
    </dgm:choose>
    <dgm:ruleLst>
      <dgm:rule type="h" for="ch" forName="compNode" val="0" fact="NaN" max="NaN"/>
    </dgm:ruleLst>
    <dgm:forEach name="Name8" axis="ch" ptType="node">
      <dgm:layoutNode name="compNode">
        <dgm:alg type="composite"/>
        <dgm:shape xmlns:r="http://schemas.openxmlformats.org/officeDocument/2006/relationships" r:blip="">
          <dgm:adjLst/>
        </dgm:shape>
        <dgm:presOf axis="self"/>
        <dgm:choose name="Name9">
          <dgm:if name="Name10" axis="ch" ptType="node" func="cnt" op="gte" val="1">
            <dgm:constrLst>
              <dgm:constr type="w" for="ch" forName="bgRect" refType="w"/>
              <dgm:constr type="h" for="ch" forName="bgRect" refType="h"/>
              <dgm:constr type="l" for="ch" forName="bgRect"/>
              <dgm:constr type="t" for="ch" forName="bgRect"/>
              <dgm:constr type="h" for="ch" forName="iconRect" refType="h" fact="0.55"/>
              <dgm:constr type="w" for="ch" forName="iconRect" refType="h" refFor="ch" refForName="iconRect"/>
              <dgm:constr type="l" for="ch" forName="iconRect" refType="h" refFor="ch" refForName="iconRect" fact="0.55"/>
              <dgm:constr type="ctrY" for="ch" forName="iconRect" refType="ctrY" refFor="ch" refForName="bgRect"/>
              <dgm:constr type="w" for="ch" forName="spaceRect" refType="l" refFor="ch" refForName="iconRect"/>
              <dgm:constr type="h" for="ch" forName="spaceRect" refType="h"/>
              <dgm:constr type="l" for="ch" forName="spaceRect" refType="r" refFor="ch" refForName="iconRect"/>
              <dgm:constr type="t" for="ch" forName="spaceRect"/>
              <dgm:constr type="w" for="ch" forName="parTx" refType="w" fact="0.45"/>
              <dgm:constr type="h" for="ch" forName="parTx" refType="h"/>
              <dgm:constr type="l" for="ch" forName="parTx" refType="r" refFor="ch" refForName="spaceRect"/>
              <dgm:constr type="t" for="ch" forName="parTx"/>
              <dgm:constr type="h" for="ch" forName="desTx" refType="h"/>
              <dgm:constr type="l" for="ch" forName="desTx" refType="r" refFor="ch" refForName="parTx"/>
              <dgm:constr type="t" for="ch" forName="desTx"/>
            </dgm:constrLst>
          </dgm:if>
          <dgm:else name="Name11">
            <dgm:constrLst>
              <dgm:constr type="w" for="ch" forName="bgRect" refType="w"/>
              <dgm:constr type="h" for="ch" forName="bgRect" refType="h"/>
              <dgm:constr type="l" for="ch" forName="bgRect"/>
              <dgm:constr type="t" for="ch" forName="bgRect"/>
              <dgm:constr type="h" for="ch" forName="iconRect" refType="h" fact="0.55"/>
              <dgm:constr type="w" for="ch" forName="iconRect" refType="h" refFor="ch" refForName="iconRect"/>
              <dgm:constr type="l" for="ch" forName="iconRect" refType="h" refFor="ch" refForName="iconRect" fact="0.55"/>
              <dgm:constr type="ctrY" for="ch" forName="iconRect" refType="ctrY" refFor="ch" refForName="bgRect"/>
              <dgm:constr type="w" for="ch" forName="spaceRect" refType="l" refFor="ch" refForName="iconRect"/>
              <dgm:constr type="h" for="ch" forName="spaceRect" refType="h"/>
              <dgm:constr type="l" for="ch" forName="spaceRect" refType="r" refFor="ch" refForName="iconRect"/>
              <dgm:constr type="t" for="ch" forName="spaceRect"/>
              <dgm:constr type="h" for="ch" forName="parTx" refType="h"/>
              <dgm:constr type="l" for="ch" forName="parTx" refType="r" refFor="ch" refForName="spaceRect"/>
              <dgm:constr type="t" for="ch" forName="parTx"/>
            </dgm:constrLst>
          </dgm:else>
        </dgm:choose>
        <dgm:ruleLst>
          <dgm:rule type="h" val="INF" fact="NaN" max="NaN"/>
        </dgm:ruleLst>
        <dgm:layoutNode name="bgRect" styleLbl="bgShp">
          <dgm:alg type="sp"/>
          <dgm:shape xmlns:r="http://schemas.openxmlformats.org/officeDocument/2006/relationships" type="roundRect" r:blip="">
            <dgm:adjLst>
              <dgm:adj idx="1" val="0.1"/>
            </dgm:adjLst>
          </dgm:shape>
          <dgm:presOf/>
          <dgm:constrLst/>
          <dgm:ruleLst/>
        </dgm:layoutNode>
        <dgm:layoutNode name="iconRect" styleLbl="node1">
          <dgm:alg type="sp"/>
          <dgm:shape xmlns:r="http://schemas.openxmlformats.org/officeDocument/2006/relationships" type="rect" r:blip="" blipPhldr="1">
            <dgm:adjLst/>
          </dgm:shape>
          <dgm:presOf/>
          <dgm:constrLst/>
          <dgm:ruleLst/>
        </dgm:layoutNode>
        <dgm:layoutNode name="spaceRect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  <dgm:layoutNode name="parTx" styleLbl="revTx">
          <dgm:varLst>
            <dgm:chMax val="0"/>
            <dgm:chPref val="0"/>
          </dgm:varLst>
          <dgm:alg type="tx">
            <dgm:param type="txAnchorVert" val="mid"/>
            <dgm:param type="parTxLTRAlign" val="l"/>
            <dgm:param type="shpTxLTRAlignCh" val="l"/>
            <dgm:param type="parTxRTLAlign" val="r"/>
            <dgm:param type="shpTxRTLAlignCh" val="r"/>
          </dgm:alg>
          <dgm:shape xmlns:r="http://schemas.openxmlformats.org/officeDocument/2006/relationships" type="rect" r:blip="">
            <dgm:adjLst/>
          </dgm:shape>
          <dgm:presOf axis="self" ptType="node"/>
          <dgm:constrLst>
            <dgm:constr type="lMarg" refType="h" fact="0.3"/>
            <dgm:constr type="rMarg" refType="h" fact="0.3"/>
            <dgm:constr type="tMarg" refType="h" fact="0.3"/>
            <dgm:constr type="bMarg" refType="h" fact="0.3"/>
          </dgm:constrLst>
          <dgm:ruleLst>
            <dgm:rule type="primFontSz" val="14" fact="NaN" max="NaN"/>
            <dgm:rule type="h" val="INF" fact="NaN" max="NaN"/>
          </dgm:ruleLst>
        </dgm:layoutNode>
        <dgm:choose name="Name12">
          <dgm:if name="Name13" axis="ch" ptType="node" func="cnt" op="gte" val="1">
            <dgm:layoutNode name="desTx" styleLbl="revTx">
              <dgm:varLst/>
              <dgm:alg type="tx">
                <dgm:param type="txAnchorVertCh" val="mid"/>
                <dgm:param type="parTxLTRAlign" val="l"/>
                <dgm:param type="shpTxLTRAlignCh" val="l"/>
                <dgm:param type="parTxRTLAlign" val="r"/>
                <dgm:param type="shpTxRTLAlignCh" val="r"/>
                <dgm:param type="stBulletLvl" val="0"/>
              </dgm:alg>
              <dgm:shape xmlns:r="http://schemas.openxmlformats.org/officeDocument/2006/relationships" type="rect" r:blip="">
                <dgm:adjLst/>
              </dgm:shape>
              <dgm:presOf axis="des" ptType="node"/>
              <dgm:constrLst>
                <dgm:constr type="primFontSz" val="18"/>
                <dgm:constr type="secFontSz" refType="primFontSz"/>
                <dgm:constr type="lMarg" refType="h" fact="0.3"/>
                <dgm:constr type="rMarg" refType="h" fact="0.3"/>
                <dgm:constr type="tMarg" refType="h" fact="0.3"/>
                <dgm:constr type="bMarg" refType="h" fact="0.3"/>
              </dgm:constrLst>
              <dgm:ruleLst>
                <dgm:rule type="primFontSz" val="11" fact="NaN" max="NaN"/>
              </dgm:ruleLst>
            </dgm:layoutNode>
          </dgm:if>
          <dgm:else name="Name14"/>
        </dgm:choose>
      </dgm:layoutNode>
      <dgm:forEach name="Name15" axis="followSib" ptType="sibTrans" cnt="1">
        <dgm:layoutNode name="sibTrans">
          <dgm:alg type="sp"/>
          <dgm:shape xmlns:r="http://schemas.openxmlformats.org/officeDocument/2006/relationships" r:blip="">
            <dgm:adjLst/>
          </dgm:shape>
          <dgm:presOf axis="self"/>
          <dgm:constrLst/>
          <dgm:ruleLst/>
        </dgm:layoutNode>
      </dgm:forEach>
    </dgm:forEach>
  </dgm:layoutNode>
  <dgm:extLst>
    <a:ext uri="{68A01E43-0DF5-4B5B-8FA6-DAF915123BFB}">
      <dgm1612:lstStyle xmlns:dgm1612="http://schemas.microsoft.com/office/drawing/2016/12/diagram">
        <a:lvl1pPr>
          <a:lnSpc>
            <a:spcPct val="100000"/>
          </a:lnSpc>
        </a:lvl1pPr>
        <a:lvl2pPr>
          <a:lnSpc>
            <a:spcPct val="100000"/>
          </a:lnSpc>
        </a:lvl2pPr>
      </dgm1612:lstStyle>
    </a:ext>
  </dgm:extLst>
</dgm:layoutDef>
</file>

<file path=ppt/diagrams/layout7.xml><?xml version="1.0" encoding="utf-8"?>
<dgm:layoutDef xmlns:dgm="http://schemas.openxmlformats.org/drawingml/2006/diagram" xmlns:a="http://schemas.openxmlformats.org/drawingml/2006/main" uniqueId="urn:microsoft.com/office/officeart/2005/8/layout/vList5">
  <dgm:title val=""/>
  <dgm:desc val=""/>
  <dgm:catLst>
    <dgm:cat type="list" pri="15000"/>
    <dgm:cat type="convert" pri="20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  <dgm:pt modelId="2">
          <dgm:prSet phldr="1"/>
        </dgm:pt>
        <dgm:pt modelId="21">
          <dgm:prSet phldr="1"/>
        </dgm:pt>
        <dgm:pt modelId="22">
          <dgm:prSet phldr="1"/>
        </dgm:pt>
        <dgm:pt modelId="3">
          <dgm:prSet phldr="1"/>
        </dgm:pt>
        <dgm:pt modelId="31">
          <dgm:prSet phldr="1"/>
        </dgm:pt>
        <dgm:pt modelId="32">
          <dgm:prSet phldr="1"/>
        </dgm:pt>
      </dgm:ptLst>
      <dgm:cxnLst>
        <dgm:cxn modelId="4" srcId="0" destId="1" srcOrd="0" destOrd="0"/>
        <dgm:cxn modelId="5" srcId="0" destId="2" srcOrd="1" destOrd="0"/>
        <dgm:cxn modelId="6" srcId="0" destId="3" srcOrd="2" destOrd="0"/>
        <dgm:cxn modelId="13" srcId="1" destId="11" srcOrd="0" destOrd="0"/>
        <dgm:cxn modelId="14" srcId="1" destId="12" srcOrd="1" destOrd="0"/>
        <dgm:cxn modelId="23" srcId="2" destId="21" srcOrd="0" destOrd="0"/>
        <dgm:cxn modelId="24" srcId="2" destId="22" srcOrd="1" destOrd="0"/>
        <dgm:cxn modelId="33" srcId="3" destId="31" srcOrd="0" destOrd="0"/>
        <dgm:cxn modelId="34" srcId="3" destId="32" srcOrd="1" destOrd="0"/>
      </dgm:cxnLst>
      <dgm:bg/>
      <dgm:whole/>
    </dgm:dataModel>
  </dgm:sampData>
  <dgm:styleData>
    <dgm:dataModel>
      <dgm:ptLst>
        <dgm:pt modelId="0" type="doc"/>
        <dgm:pt modelId="1"/>
        <dgm:pt modelId="11"/>
        <dgm:pt modelId="2"/>
        <dgm:pt modelId="21"/>
      </dgm:ptLst>
      <dgm:cxnLst>
        <dgm:cxn modelId="4" srcId="0" destId="1" srcOrd="0" destOrd="0"/>
        <dgm:cxn modelId="5" srcId="0" destId="2" srcOrd="1" destOrd="0"/>
        <dgm:cxn modelId="13" srcId="1" destId="11" srcOrd="0" destOrd="0"/>
        <dgm:cxn modelId="23" srcId="2" destId="21" srcOrd="0" destOrd="0"/>
      </dgm:cxnLst>
      <dgm:bg/>
      <dgm:whole/>
    </dgm:dataModel>
  </dgm:styleData>
  <dgm:clrData>
    <dgm:dataModel>
      <dgm:ptLst>
        <dgm:pt modelId="0" type="doc"/>
        <dgm:pt modelId="1"/>
        <dgm:pt modelId="11"/>
        <dgm:pt modelId="2"/>
        <dgm:pt modelId="21"/>
        <dgm:pt modelId="3"/>
        <dgm:pt modelId="31"/>
        <dgm:pt modelId="4"/>
        <dgm:pt modelId="41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  <dgm:cxn modelId="13" srcId="1" destId="11" srcOrd="0" destOrd="0"/>
        <dgm:cxn modelId="23" srcId="2" destId="21" srcOrd="0" destOrd="0"/>
        <dgm:cxn modelId="33" srcId="3" destId="31" srcOrd="0" destOrd="0"/>
        <dgm:cxn modelId="43" srcId="4" destId="41" srcOrd="0" destOrd="0"/>
      </dgm:cxnLst>
      <dgm:bg/>
      <dgm:whole/>
    </dgm:dataModel>
  </dgm:clrData>
  <dgm:layoutNode name="Name0">
    <dgm:varLst>
      <dgm:dir/>
      <dgm:animLvl val="lvl"/>
      <dgm:resizeHandles val="exact"/>
    </dgm:varLst>
    <dgm:choose name="Name1">
      <dgm:if name="Name2" func="var" arg="dir" op="equ" val="norm">
        <dgm:alg type="lin">
          <dgm:param type="linDir" val="fromT"/>
          <dgm:param type="nodeHorzAlign" val="l"/>
        </dgm:alg>
      </dgm:if>
      <dgm:else name="Name3">
        <dgm:alg type="lin">
          <dgm:param type="linDir" val="fromT"/>
          <dgm:param type="nodeHorzAlign" val="r"/>
        </dgm:alg>
      </dgm:else>
    </dgm:choose>
    <dgm:shape xmlns:r="http://schemas.openxmlformats.org/officeDocument/2006/relationships" r:blip="">
      <dgm:adjLst/>
    </dgm:shape>
    <dgm:presOf/>
    <dgm:constrLst>
      <dgm:constr type="h" for="ch" forName="linNode" refType="h"/>
      <dgm:constr type="w" for="ch" forName="linNode" refType="w"/>
      <dgm:constr type="h" for="ch" forName="sp" refType="h" fact="0.05"/>
      <dgm:constr type="primFontSz" for="des" forName="parentText" op="equ" val="65"/>
      <dgm:constr type="secFontSz" for="des" forName="descendantText" op="equ"/>
    </dgm:constrLst>
    <dgm:ruleLst/>
    <dgm:forEach name="Name4" axis="ch" ptType="node">
      <dgm:layoutNode name="linNode">
        <dgm:choose name="Name5">
          <dgm:if name="Name6" func="var" arg="dir" op="equ" val="norm">
            <dgm:alg type="lin">
              <dgm:param type="linDir" val="fromL"/>
            </dgm:alg>
          </dgm:if>
          <dgm:else name="Name7">
            <dgm:alg type="lin">
              <dgm:param type="linDir" val="fromR"/>
            </dgm:alg>
          </dgm:else>
        </dgm:choose>
        <dgm:shape xmlns:r="http://schemas.openxmlformats.org/officeDocument/2006/relationships" r:blip="">
          <dgm:adjLst/>
        </dgm:shape>
        <dgm:presOf/>
        <dgm:constrLst>
          <dgm:constr type="w" for="ch" forName="parentText" refType="w" fact="0.36"/>
          <dgm:constr type="w" for="ch" forName="descendantText" refType="w" fact="0.64"/>
          <dgm:constr type="h" for="ch" forName="parentText" refType="h"/>
          <dgm:constr type="h" for="ch" forName="descendantText" refType="h" refFor="ch" refForName="parentText" fact="0.8"/>
        </dgm:constrLst>
        <dgm:ruleLst/>
        <dgm:layoutNode name="parentText">
          <dgm:varLst>
            <dgm:chMax val="1"/>
            <dgm:bulletEnabled val="1"/>
          </dgm:varLst>
          <dgm:alg type="tx"/>
          <dgm:shape xmlns:r="http://schemas.openxmlformats.org/officeDocument/2006/relationships" type="roundRect" r:blip="" zOrderOff="3">
            <dgm:adjLst/>
          </dgm:shape>
          <dgm:presOf axis="self" ptType="node"/>
          <dgm:constrLst>
            <dgm:constr type="tMarg" refType="primFontSz" fact="0.15"/>
            <dgm:constr type="bMarg" refType="primFontSz" fact="0.15"/>
            <dgm:constr type="lMarg" refType="primFontSz" fact="0.3"/>
            <dgm:constr type="rMarg" refType="primFontSz" fact="0.3"/>
          </dgm:constrLst>
          <dgm:ruleLst>
            <dgm:rule type="primFontSz" val="5" fact="NaN" max="NaN"/>
          </dgm:ruleLst>
        </dgm:layoutNode>
        <dgm:choose name="Name8">
          <dgm:if name="Name9" axis="ch" ptType="node" func="cnt" op="gte" val="1">
            <dgm:layoutNode name="descendantText" styleLbl="alignAccFollowNode1">
              <dgm:varLst>
                <dgm:bulletEnabled val="1"/>
              </dgm:varLst>
              <dgm:alg type="tx">
                <dgm:param type="stBulletLvl" val="1"/>
                <dgm:param type="txAnchorVertCh" val="mid"/>
              </dgm:alg>
              <dgm:choose name="Name10">
                <dgm:if name="Name11" func="var" arg="dir" op="equ" val="norm">
                  <dgm:shape xmlns:r="http://schemas.openxmlformats.org/officeDocument/2006/relationships" rot="90" type="round2SameRect" r:blip="">
                    <dgm:adjLst/>
                  </dgm:shape>
                </dgm:if>
                <dgm:else name="Name12">
                  <dgm:shape xmlns:r="http://schemas.openxmlformats.org/officeDocument/2006/relationships" rot="-90" type="round2SameRect" r:blip="">
                    <dgm:adjLst/>
                  </dgm:shape>
                </dgm:else>
              </dgm:choose>
              <dgm:presOf axis="des" ptType="node"/>
              <dgm:constrLst>
                <dgm:constr type="secFontSz" val="65"/>
                <dgm:constr type="primFontSz" refType="secFontSz"/>
                <dgm:constr type="lMarg" refType="secFontSz" fact="0.3"/>
                <dgm:constr type="rMarg" refType="secFontSz" fact="0.3"/>
                <dgm:constr type="tMarg" refType="secFontSz" fact="0.15"/>
                <dgm:constr type="bMarg" refType="secFontSz" fact="0.15"/>
              </dgm:constrLst>
              <dgm:ruleLst>
                <dgm:rule type="secFontSz" val="5" fact="NaN" max="NaN"/>
              </dgm:ruleLst>
            </dgm:layoutNode>
          </dgm:if>
          <dgm:else name="Name13"/>
        </dgm:choose>
      </dgm:layoutNode>
      <dgm:forEach name="Name14" axis="followSib" ptType="sibTrans" cnt="1">
        <dgm:layoutNode name="sp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</dgm:forEach>
    </dgm:forEach>
  </dgm:layoutNode>
</dgm:layoutDef>
</file>

<file path=ppt/diagrams/layout8.xml><?xml version="1.0" encoding="utf-8"?>
<dgm:layoutDef xmlns:dgm="http://schemas.openxmlformats.org/drawingml/2006/diagram" xmlns:a="http://schemas.openxmlformats.org/drawingml/2006/main" uniqueId="urn:microsoft.com/office/officeart/2008/layout/LinedList">
  <dgm:title val=""/>
  <dgm:desc val=""/>
  <dgm:catLst>
    <dgm:cat type="hierarchy" pri="8000"/>
    <dgm:cat type="list" pri="25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  <dgm:pt modelId="13">
          <dgm:prSet phldr="1"/>
        </dgm:pt>
      </dgm:ptLst>
      <dgm:cxnLst>
        <dgm:cxn modelId="2" srcId="0" destId="1" srcOrd="0" destOrd="0"/>
        <dgm:cxn modelId="3" srcId="1" destId="11" srcOrd="0" destOrd="0"/>
        <dgm:cxn modelId="4" srcId="1" destId="12" srcOrd="1" destOrd="0"/>
        <dgm:cxn modelId="5" srcId="1" destId="13" srcOrd="2" destOrd="0"/>
      </dgm:cxnLst>
      <dgm:bg/>
      <dgm:whole/>
    </dgm:dataModel>
  </dgm:sampData>
  <dgm:style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</dgm:ptLst>
      <dgm:cxnLst>
        <dgm:cxn modelId="2" srcId="0" destId="1" srcOrd="0" destOrd="0"/>
        <dgm:cxn modelId="3" srcId="1" destId="11" srcOrd="0" destOrd="0"/>
        <dgm:cxn modelId="4" srcId="1" destId="12" srcOrd="1" destOrd="0"/>
      </dgm:cxnLst>
      <dgm:bg/>
      <dgm:whole/>
    </dgm:dataModel>
  </dgm:styleData>
  <dgm:clr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</dgm:ptLst>
      <dgm:cxnLst>
        <dgm:cxn modelId="2" srcId="0" destId="1" srcOrd="0" destOrd="0"/>
        <dgm:cxn modelId="3" srcId="1" destId="11" srcOrd="0" destOrd="0"/>
        <dgm:cxn modelId="4" srcId="1" destId="12" srcOrd="1" destOrd="0"/>
      </dgm:cxnLst>
      <dgm:bg/>
      <dgm:whole/>
    </dgm:dataModel>
  </dgm:clrData>
  <dgm:layoutNode name="vert0">
    <dgm:varLst>
      <dgm:dir/>
      <dgm:animOne val="branch"/>
      <dgm:animLvl val="lvl"/>
    </dgm:varLst>
    <dgm:choose name="Name0">
      <dgm:if name="Name1" func="var" arg="dir" op="equ" val="norm">
        <dgm:alg type="lin">
          <dgm:param type="linDir" val="fromT"/>
          <dgm:param type="nodeHorzAlign" val="l"/>
        </dgm:alg>
      </dgm:if>
      <dgm:else name="Name2">
        <dgm:alg type="lin">
          <dgm:param type="linDir" val="fromT"/>
          <dgm:param type="nodeHorzAlign" val="r"/>
        </dgm:alg>
      </dgm:else>
    </dgm:choose>
    <dgm:shape xmlns:r="http://schemas.openxmlformats.org/officeDocument/2006/relationships" r:blip="">
      <dgm:adjLst/>
    </dgm:shape>
    <dgm:presOf/>
    <dgm:constrLst>
      <dgm:constr type="w" for="ch" forName="horz1" refType="w"/>
      <dgm:constr type="h" for="ch" forName="horz1" refType="h"/>
      <dgm:constr type="h" for="des" forName="vert1" refType="h"/>
      <dgm:constr type="h" for="des" forName="tx1" refType="h"/>
      <dgm:constr type="h" for="des" forName="horz2" refType="h"/>
      <dgm:constr type="h" for="des" forName="vert2" refType="h"/>
      <dgm:constr type="h" for="des" forName="horz3" refType="h"/>
      <dgm:constr type="h" for="des" forName="vert3" refType="h"/>
      <dgm:constr type="h" for="des" forName="horz4" refType="h"/>
      <dgm:constr type="h" for="des" ptType="node" refType="h"/>
      <dgm:constr type="primFontSz" for="des" forName="tx1" op="equ" val="65"/>
      <dgm:constr type="primFontSz" for="des" forName="tx2" op="equ" val="65"/>
      <dgm:constr type="primFontSz" for="des" forName="tx3" op="equ" val="65"/>
      <dgm:constr type="primFontSz" for="des" forName="tx4" op="equ" val="65"/>
      <dgm:constr type="w" for="des" forName="thickLine" refType="w"/>
      <dgm:constr type="h" for="des" forName="thickLine"/>
      <dgm:constr type="h" for="des" forName="thinLine1"/>
      <dgm:constr type="h" for="des" forName="thinLine2b"/>
      <dgm:constr type="h" for="des" forName="thinLine3"/>
      <dgm:constr type="h" for="des" forName="vertSpace2a" refType="h" fact="0.05"/>
      <dgm:constr type="h" for="des" forName="vertSpace2b" refType="h" refFor="des" refForName="vertSpace2a"/>
    </dgm:constrLst>
    <dgm:forEach name="Name3" axis="ch" ptType="node">
      <dgm:layoutNode name="thickLine" styleLbl="alignNode1">
        <dgm:alg type="sp"/>
        <dgm:shape xmlns:r="http://schemas.openxmlformats.org/officeDocument/2006/relationships" type="line" r:blip="">
          <dgm:adjLst/>
        </dgm:shape>
        <dgm:presOf/>
      </dgm:layoutNode>
      <dgm:layoutNode name="horz1">
        <dgm:choose name="Name4">
          <dgm:if name="Name5" func="var" arg="dir" op="equ" val="norm">
            <dgm:alg type="lin">
              <dgm:param type="linDir" val="fromL"/>
              <dgm:param type="nodeVertAlign" val="t"/>
            </dgm:alg>
          </dgm:if>
          <dgm:else name="Name6">
            <dgm:alg type="lin">
              <dgm:param type="linDir" val="fromR"/>
              <dgm:param type="nodeVertAlign" val="t"/>
            </dgm:alg>
          </dgm:else>
        </dgm:choose>
        <dgm:shape xmlns:r="http://schemas.openxmlformats.org/officeDocument/2006/relationships" r:blip="">
          <dgm:adjLst/>
        </dgm:shape>
        <dgm:presOf/>
        <dgm:choose name="Name7">
          <dgm:if name="Name8" axis="root des" func="maxDepth" op="equ" val="1">
            <dgm:constrLst>
              <dgm:constr type="w" for="ch" forName="tx1" refType="w"/>
            </dgm:constrLst>
          </dgm:if>
          <dgm:if name="Name9" axis="root des" func="maxDepth" op="equ" val="2">
            <dgm:constrLst>
              <dgm:constr type="w" for="ch" forName="tx1" refType="w" fact="0.2"/>
              <dgm:constr type="w" for="des" forName="tx2" refType="w" fact="0.785"/>
              <dgm:constr type="w" for="des" forName="horzSpace2" refType="w" fact="0.015"/>
              <dgm:constr type="w" for="des" forName="thinLine2b" refType="w" fact="0.8"/>
            </dgm:constrLst>
          </dgm:if>
          <dgm:if name="Name10" axis="root des" func="maxDepth" op="equ" val="3">
            <dgm:constrLst>
              <dgm:constr type="w" for="ch" forName="tx1" refType="w" fact="0.2"/>
              <dgm:constr type="w" for="des" forName="tx2" refType="w" fact="0.385"/>
              <dgm:constr type="w" for="des" forName="tx3" refType="w" fact="0.385"/>
              <dgm:constr type="w" for="des" forName="horzSpace2" refType="w" fact="0.015"/>
              <dgm:constr type="w" for="des" forName="horzSpace3" refType="w" fact="0.015"/>
              <dgm:constr type="w" for="des" forName="thinLine2b" refType="w" fact="0.8"/>
              <dgm:constr type="w" for="des" forName="thinLine3" refType="w" fact="0.385"/>
            </dgm:constrLst>
          </dgm:if>
          <dgm:if name="Name11" axis="root des" func="maxDepth" op="gte" val="4">
            <dgm:constrLst>
              <dgm:constr type="w" for="ch" forName="tx1" refType="w" fact="0.2"/>
              <dgm:constr type="w" for="des" forName="tx2" refType="w" fact="0.2516"/>
              <dgm:constr type="w" for="des" forName="tx3" refType="w" fact="0.2516"/>
              <dgm:constr type="w" for="des" forName="tx4" refType="w" fact="0.2516"/>
              <dgm:constr type="w" for="des" forName="horzSpace2" refType="w" fact="0.015"/>
              <dgm:constr type="w" for="des" forName="horzSpace3" refType="w" fact="0.015"/>
              <dgm:constr type="w" for="des" forName="horzSpace4" refType="w" fact="0.015"/>
              <dgm:constr type="w" for="des" forName="thinLine2b" refType="w" fact="0.8"/>
              <dgm:constr type="w" for="des" forName="thinLine3" refType="w" fact="0.5332"/>
            </dgm:constrLst>
          </dgm:if>
          <dgm:else name="Name12"/>
        </dgm:choose>
        <dgm:layoutNode name="tx1" styleLbl="revTx">
          <dgm:alg type="tx">
            <dgm:param type="parTxLTRAlign" val="l"/>
            <dgm:param type="parTxRTLAlign" val="r"/>
            <dgm:param type="txAnchorVert" val="t"/>
          </dgm:alg>
          <dgm:shape xmlns:r="http://schemas.openxmlformats.org/officeDocument/2006/relationships" type="rect" r:blip="">
            <dgm:adjLst/>
          </dgm:shape>
          <dgm:presOf axis="self"/>
          <dgm:constrLst>
            <dgm:constr type="tMarg" refType="primFontSz" fact="0.3"/>
            <dgm:constr type="bMarg" refType="primFontSz" fact="0.3"/>
            <dgm:constr type="lMarg" refType="primFontSz" fact="0.3"/>
            <dgm:constr type="rMarg" refType="primFontSz" fact="0.3"/>
          </dgm:constrLst>
          <dgm:ruleLst>
            <dgm:rule type="primFontSz" val="5" fact="NaN" max="NaN"/>
          </dgm:ruleLst>
        </dgm:layoutNode>
        <dgm:layoutNode name="vert1">
          <dgm:choose name="Name13">
            <dgm:if name="Name14" func="var" arg="dir" op="equ" val="norm">
              <dgm:alg type="lin">
                <dgm:param type="linDir" val="fromT"/>
                <dgm:param type="nodeHorzAlign" val="l"/>
              </dgm:alg>
            </dgm:if>
            <dgm:else name="Name15">
              <dgm:alg type="lin">
                <dgm:param type="linDir" val="fromT"/>
                <dgm:param type="nodeHorzAlign" val="r"/>
              </dgm:alg>
            </dgm:else>
          </dgm:choose>
          <dgm:shape xmlns:r="http://schemas.openxmlformats.org/officeDocument/2006/relationships" r:blip="">
            <dgm:adjLst/>
          </dgm:shape>
          <dgm:presOf/>
          <dgm:forEach name="Name16" axis="ch" ptType="node">
            <dgm:choose name="Name17">
              <dgm:if name="Name18" axis="self" ptType="node" func="pos" op="equ" val="1">
                <dgm:layoutNode name="vertSpace2a">
                  <dgm:alg type="sp"/>
                  <dgm:shape xmlns:r="http://schemas.openxmlformats.org/officeDocument/2006/relationships" r:blip="">
                    <dgm:adjLst/>
                  </dgm:shape>
                  <dgm:presOf/>
                </dgm:layoutNode>
              </dgm:if>
              <dgm:else name="Name19"/>
            </dgm:choose>
            <dgm:layoutNode name="horz2">
              <dgm:choose name="Name20">
                <dgm:if name="Name21" func="var" arg="dir" op="equ" val="norm">
                  <dgm:alg type="lin">
                    <dgm:param type="linDir" val="fromL"/>
                    <dgm:param type="nodeVertAlign" val="t"/>
                  </dgm:alg>
                </dgm:if>
                <dgm:else name="Name22">
                  <dgm:alg type="lin">
                    <dgm:param type="linDir" val="fromR"/>
                    <dgm:param type="nodeVertAlign" val="t"/>
                  </dgm:alg>
                </dgm:else>
              </dgm:choose>
              <dgm:shape xmlns:r="http://schemas.openxmlformats.org/officeDocument/2006/relationships" r:blip="">
                <dgm:adjLst/>
              </dgm:shape>
              <dgm:presOf/>
              <dgm:layoutNode name="horzSpace2">
                <dgm:alg type="sp"/>
                <dgm:shape xmlns:r="http://schemas.openxmlformats.org/officeDocument/2006/relationships" r:blip="">
                  <dgm:adjLst/>
                </dgm:shape>
                <dgm:presOf/>
              </dgm:layoutNode>
              <dgm:layoutNode name="tx2" styleLbl="revTx">
                <dgm:alg type="tx">
                  <dgm:param type="parTxLTRAlign" val="l"/>
                  <dgm:param type="parTxRTLAlign" val="r"/>
                  <dgm:param type="txAnchorVert" val="t"/>
                </dgm:alg>
                <dgm:shape xmlns:r="http://schemas.openxmlformats.org/officeDocument/2006/relationships" type="rect" r:blip="">
                  <dgm:adjLst/>
                </dgm:shape>
                <dgm:presOf axis="self"/>
                <dgm:constrLst>
                  <dgm:constr type="tMarg" refType="primFontSz" fact="0.3"/>
                  <dgm:constr type="bMarg" refType="primFontSz" fact="0.3"/>
                  <dgm:constr type="lMarg" refType="primFontSz" fact="0.3"/>
                  <dgm:constr type="rMarg" refType="primFontSz" fact="0.3"/>
                </dgm:constrLst>
                <dgm:ruleLst>
                  <dgm:rule type="primFontSz" val="5" fact="NaN" max="NaN"/>
                </dgm:ruleLst>
              </dgm:layoutNode>
              <dgm:layoutNode name="vert2">
                <dgm:choose name="Name23">
                  <dgm:if name="Name24" func="var" arg="dir" op="equ" val="norm">
                    <dgm:alg type="lin">
                      <dgm:param type="linDir" val="fromT"/>
                      <dgm:param type="nodeHorzAlign" val="l"/>
                    </dgm:alg>
                  </dgm:if>
                  <dgm:else name="Name25">
                    <dgm:alg type="lin">
                      <dgm:param type="linDir" val="fromT"/>
                      <dgm:param type="nodeHorzAlign" val="r"/>
                    </dgm:alg>
                  </dgm:else>
                </dgm:choose>
                <dgm:shape xmlns:r="http://schemas.openxmlformats.org/officeDocument/2006/relationships" r:blip="">
                  <dgm:adjLst/>
                </dgm:shape>
                <dgm:presOf/>
                <dgm:forEach name="Name26" axis="ch" ptType="node">
                  <dgm:layoutNode name="horz3">
                    <dgm:choose name="Name27">
                      <dgm:if name="Name28" func="var" arg="dir" op="equ" val="norm">
                        <dgm:alg type="lin">
                          <dgm:param type="linDir" val="fromL"/>
                          <dgm:param type="nodeVertAlign" val="t"/>
                        </dgm:alg>
                      </dgm:if>
                      <dgm:else name="Name29">
                        <dgm:alg type="lin">
                          <dgm:param type="linDir" val="fromR"/>
                          <dgm:param type="nodeVertAlign" val="t"/>
                        </dgm:alg>
                      </dgm:else>
                    </dgm:choose>
                    <dgm:shape xmlns:r="http://schemas.openxmlformats.org/officeDocument/2006/relationships" r:blip="">
                      <dgm:adjLst/>
                    </dgm:shape>
                    <dgm:presOf/>
                    <dgm:layoutNode name="horzSpace3">
                      <dgm:alg type="sp"/>
                      <dgm:shape xmlns:r="http://schemas.openxmlformats.org/officeDocument/2006/relationships" r:blip="">
                        <dgm:adjLst/>
                      </dgm:shape>
                      <dgm:presOf/>
                    </dgm:layoutNode>
                    <dgm:layoutNode name="tx3" styleLbl="revTx">
                      <dgm:alg type="tx">
                        <dgm:param type="parTxLTRAlign" val="l"/>
                        <dgm:param type="parTxRTLAlign" val="r"/>
                        <dgm:param type="txAnchorVert" val="t"/>
                      </dgm:alg>
                      <dgm:shape xmlns:r="http://schemas.openxmlformats.org/officeDocument/2006/relationships" type="rect" r:blip="">
                        <dgm:adjLst/>
                      </dgm:shape>
                      <dgm:presOf axis="self"/>
                      <dgm:constrLst>
                        <dgm:constr type="tMarg" refType="primFontSz" fact="0.3"/>
                        <dgm:constr type="bMarg" refType="primFontSz" fact="0.3"/>
                        <dgm:constr type="lMarg" refType="primFontSz" fact="0.3"/>
                        <dgm:constr type="rMarg" refType="primFontSz" fact="0.3"/>
                      </dgm:constrLst>
                      <dgm:ruleLst>
                        <dgm:rule type="primFontSz" val="5" fact="NaN" max="NaN"/>
                      </dgm:ruleLst>
                    </dgm:layoutNode>
                    <dgm:layoutNode name="vert3">
                      <dgm:choose name="Name30">
                        <dgm:if name="Name31" func="var" arg="dir" op="equ" val="norm">
                          <dgm:alg type="lin">
                            <dgm:param type="linDir" val="fromT"/>
                            <dgm:param type="nodeHorzAlign" val="l"/>
                          </dgm:alg>
                        </dgm:if>
                        <dgm:else name="Name32">
                          <dgm:alg type="lin">
                            <dgm:param type="linDir" val="fromT"/>
                            <dgm:param type="nodeHorzAlign" val="r"/>
                          </dgm:alg>
                        </dgm:else>
                      </dgm:choose>
                      <dgm:shape xmlns:r="http://schemas.openxmlformats.org/officeDocument/2006/relationships" r:blip="">
                        <dgm:adjLst/>
                      </dgm:shape>
                      <dgm:presOf/>
                      <dgm:forEach name="Name33" axis="ch" ptType="node">
                        <dgm:layoutNode name="horz4">
                          <dgm:choose name="Name34">
                            <dgm:if name="Name35" func="var" arg="dir" op="equ" val="norm">
                              <dgm:alg type="lin">
                                <dgm:param type="linDir" val="fromL"/>
                                <dgm:param type="nodeVertAlign" val="t"/>
                              </dgm:alg>
                            </dgm:if>
                            <dgm:else name="Name36">
                              <dgm:alg type="lin">
                                <dgm:param type="linDir" val="fromR"/>
                                <dgm:param type="nodeVertAlign" val="t"/>
                              </dgm:alg>
                            </dgm:else>
                          </dgm:choose>
                          <dgm:shape xmlns:r="http://schemas.openxmlformats.org/officeDocument/2006/relationships" r:blip="">
                            <dgm:adjLst/>
                          </dgm:shape>
                          <dgm:presOf/>
                          <dgm:layoutNode name="horzSpace4">
                            <dgm:alg type="sp"/>
                            <dgm:shape xmlns:r="http://schemas.openxmlformats.org/officeDocument/2006/relationships" r:blip="">
                              <dgm:adjLst/>
                            </dgm:shape>
                            <dgm:presOf/>
                          </dgm:layoutNode>
                          <dgm:layoutNode name="tx4" styleLbl="revTx">
                            <dgm:varLst>
                              <dgm:bulletEnabled val="1"/>
                            </dgm:varLst>
                            <dgm:alg type="tx">
                              <dgm:param type="parTxLTRAlign" val="l"/>
                              <dgm:param type="parTxRTLAlign" val="r"/>
                              <dgm:param type="txAnchorVert" val="t"/>
                            </dgm:alg>
                            <dgm:shape xmlns:r="http://schemas.openxmlformats.org/officeDocument/2006/relationships" type="rect" r:blip="">
                              <dgm:adjLst/>
                            </dgm:shape>
                            <dgm:presOf axis="desOrSelf" ptType="node"/>
                            <dgm:constrLst>
                              <dgm:constr type="tMarg" refType="primFontSz" fact="0.3"/>
                              <dgm:constr type="bMarg" refType="primFontSz" fact="0.3"/>
                              <dgm:constr type="lMarg" refType="primFontSz" fact="0.3"/>
                              <dgm:constr type="rMarg" refType="primFontSz" fact="0.3"/>
                            </dgm:constrLst>
                            <dgm:ruleLst>
                              <dgm:rule type="primFontSz" val="5" fact="NaN" max="NaN"/>
                            </dgm:ruleLst>
                          </dgm:layoutNode>
                        </dgm:layoutNode>
                      </dgm:forEach>
                    </dgm:layoutNode>
                  </dgm:layoutNode>
                  <dgm:forEach name="Name37" axis="followSib" ptType="sibTrans" cnt="1">
                    <dgm:layoutNode name="thinLine3" styleLbl="callout">
                      <dgm:alg type="sp"/>
                      <dgm:shape xmlns:r="http://schemas.openxmlformats.org/officeDocument/2006/relationships" type="line" r:blip="">
                        <dgm:adjLst/>
                      </dgm:shape>
                      <dgm:presOf/>
                    </dgm:layoutNode>
                  </dgm:forEach>
                </dgm:forEach>
              </dgm:layoutNode>
            </dgm:layoutNode>
            <dgm:layoutNode name="thinLine2b" styleLbl="callout">
              <dgm:alg type="sp"/>
              <dgm:shape xmlns:r="http://schemas.openxmlformats.org/officeDocument/2006/relationships" type="line" r:blip="">
                <dgm:adjLst/>
              </dgm:shape>
              <dgm:presOf/>
            </dgm:layoutNode>
            <dgm:layoutNode name="vertSpace2b">
              <dgm:alg type="sp"/>
              <dgm:shape xmlns:r="http://schemas.openxmlformats.org/officeDocument/2006/relationships" r:blip="">
                <dgm:adjLst/>
              </dgm:shape>
              <dgm:presOf/>
            </dgm:layoutNode>
          </dgm:forEach>
        </dgm:layoutNode>
      </dgm:layoutNode>
    </dgm:forEach>
  </dgm:layoutNode>
</dgm:layoutDef>
</file>

<file path=ppt/diagrams/layout9.xml><?xml version="1.0" encoding="utf-8"?>
<dgm:layoutDef xmlns:dgm="http://schemas.openxmlformats.org/drawingml/2006/diagram" xmlns:a="http://schemas.openxmlformats.org/drawingml/2006/main" uniqueId="urn:microsoft.com/office/officeart/2018/2/layout/IconVerticalSolidList">
  <dgm:title val="Icon Vertical Solid List"/>
  <dgm:desc val="Use to show a series of visuals from top to bottom with Level 1 or Level 1 and Level 2 text grouped in a shape. Works best with icons or small pictures with lengthier descriptions."/>
  <dgm:catLst>
    <dgm:cat type="icon" pri="500"/>
  </dgm:catLst>
  <dgm:sampData useDef="1">
    <dgm:dataModel>
      <dgm:ptLst/>
      <dgm:bg/>
      <dgm:whole/>
    </dgm:dataModel>
  </dgm:sampData>
  <dgm:styleData useDef="1">
    <dgm:dataModel>
      <dgm:ptLst/>
      <dgm:bg/>
      <dgm:whole/>
    </dgm:dataModel>
  </dgm:styleData>
  <dgm:clrData useDef="1">
    <dgm:dataModel>
      <dgm:ptLst/>
      <dgm:bg/>
      <dgm:whole/>
    </dgm:dataModel>
  </dgm:clrData>
  <dgm:layoutNode name="root">
    <dgm:varLst>
      <dgm:dir/>
      <dgm:resizeHandles val="exact"/>
    </dgm:varLst>
    <dgm:choose name="Name0">
      <dgm:if name="Name1" axis="self" func="var" arg="dir" op="equ" val="norm">
        <dgm:alg type="lin">
          <dgm:param type="linDir" val="fromT"/>
          <dgm:param type="nodeHorzAlign" val="l"/>
        </dgm:alg>
      </dgm:if>
      <dgm:else name="Name2">
        <dgm:alg type="lin">
          <dgm:param type="linDir" val="fromT"/>
          <dgm:param type="nodeHorzAlign" val="r"/>
        </dgm:alg>
      </dgm:else>
    </dgm:choose>
    <dgm:shape xmlns:r="http://schemas.openxmlformats.org/officeDocument/2006/relationships" r:blip="">
      <dgm:adjLst/>
    </dgm:shape>
    <dgm:presOf/>
    <dgm:choose name="Name3">
      <dgm:if name="Name4" axis="ch" ptType="node" func="cnt" op="lte" val="3">
        <dgm:constrLst>
          <dgm:constr type="h" for="ch" forName="compNode" refType="h" fact="0.3"/>
          <dgm:constr type="w" for="ch" forName="compNode" refType="w"/>
          <dgm:constr type="h" for="ch" forName="sibTrans" refType="h" refFor="ch" refForName="compNode" fact="0.25"/>
          <dgm:constr type="primFontSz" for="des" forName="parTx" val="25"/>
          <dgm:constr type="primFontSz" for="des" forName="desTx" refType="primFontSz" refFor="des" refForName="parTx" op="lte" fact="0.75"/>
          <dgm:constr type="h" for="des" forName="compNode" op="equ"/>
          <dgm:constr type="h" for="des" forName="bgRect" op="equ"/>
          <dgm:constr type="h" for="des" forName="iconRect" op="equ"/>
          <dgm:constr type="w" for="des" forName="iconRect" op="equ"/>
          <dgm:constr type="h" for="des" forName="spaceRect" op="equ"/>
          <dgm:constr type="h" for="des" forName="parTx" op="equ"/>
          <dgm:constr type="h" for="des" forName="desTx" op="equ"/>
        </dgm:constrLst>
      </dgm:if>
      <dgm:if name="Name5" axis="ch" ptType="node" func="cnt" op="lte" val="4">
        <dgm:constrLst>
          <dgm:constr type="h" for="ch" forName="compNode" refType="h" fact="0.3"/>
          <dgm:constr type="w" for="ch" forName="compNode" refType="w"/>
          <dgm:constr type="h" for="ch" forName="sibTrans" refType="h" refFor="ch" refForName="compNode" fact="0.25"/>
          <dgm:constr type="primFontSz" for="des" forName="parTx" val="22"/>
          <dgm:constr type="primFontSz" for="des" forName="desTx" refType="primFontSz" refFor="des" refForName="parTx" op="lte" fact="0.75"/>
          <dgm:constr type="h" for="des" forName="compNode" op="equ"/>
          <dgm:constr type="h" for="des" forName="bgRect" op="equ"/>
          <dgm:constr type="h" for="des" forName="iconRect" op="equ"/>
          <dgm:constr type="w" for="des" forName="iconRect" op="equ"/>
          <dgm:constr type="h" for="des" forName="spaceRect" op="equ"/>
          <dgm:constr type="h" for="des" forName="parTx" op="equ"/>
          <dgm:constr type="h" for="des" forName="desTx" op="equ"/>
        </dgm:constrLst>
      </dgm:if>
      <dgm:if name="Name6" axis="ch" ptType="node" func="cnt" op="lte" val="6">
        <dgm:constrLst>
          <dgm:constr type="h" for="ch" forName="compNode" refType="h" fact="0.3"/>
          <dgm:constr type="w" for="ch" forName="compNode" refType="w"/>
          <dgm:constr type="h" for="ch" forName="sibTrans" refType="h" refFor="ch" refForName="compNode" fact="0.25"/>
          <dgm:constr type="primFontSz" for="des" forName="parTx" val="19"/>
          <dgm:constr type="primFontSz" for="des" forName="desTx" refType="primFontSz" refFor="des" refForName="parTx" op="lte" fact="0.75"/>
          <dgm:constr type="h" for="des" forName="compNode" op="equ"/>
          <dgm:constr type="h" for="des" forName="bgRect" op="equ"/>
          <dgm:constr type="h" for="des" forName="iconRect" op="equ"/>
          <dgm:constr type="w" for="des" forName="iconRect" op="equ"/>
          <dgm:constr type="h" for="des" forName="spaceRect" op="equ"/>
          <dgm:constr type="h" for="des" forName="parTx" op="equ"/>
          <dgm:constr type="h" for="des" forName="desTx" op="equ"/>
        </dgm:constrLst>
      </dgm:if>
      <dgm:else name="Name7">
        <dgm:constrLst>
          <dgm:constr type="h" for="ch" forName="compNode" refType="h" fact="0.3"/>
          <dgm:constr type="w" for="ch" forName="compNode" refType="w"/>
          <dgm:constr type="h" for="ch" forName="sibTrans" refType="h" refFor="ch" refForName="compNode" fact="0.25"/>
          <dgm:constr type="primFontSz" for="des" forName="parTx" val="16"/>
          <dgm:constr type="primFontSz" for="des" forName="desTx" refType="primFontSz" refFor="des" refForName="parTx" op="lte" fact="0.75"/>
          <dgm:constr type="h" for="des" forName="compNode" op="equ"/>
          <dgm:constr type="h" for="des" forName="bgRect" op="equ"/>
          <dgm:constr type="h" for="des" forName="iconRect" op="equ"/>
          <dgm:constr type="w" for="des" forName="iconRect" op="equ"/>
          <dgm:constr type="h" for="des" forName="spaceRect" op="equ"/>
          <dgm:constr type="h" for="des" forName="parTx" op="equ"/>
          <dgm:constr type="h" for="des" forName="desTx" op="equ"/>
        </dgm:constrLst>
      </dgm:else>
    </dgm:choose>
    <dgm:ruleLst>
      <dgm:rule type="h" for="ch" forName="compNode" val="0" fact="NaN" max="NaN"/>
    </dgm:ruleLst>
    <dgm:forEach name="Name8" axis="ch" ptType="node">
      <dgm:layoutNode name="compNode">
        <dgm:alg type="composite"/>
        <dgm:shape xmlns:r="http://schemas.openxmlformats.org/officeDocument/2006/relationships" r:blip="">
          <dgm:adjLst/>
        </dgm:shape>
        <dgm:presOf axis="self"/>
        <dgm:choose name="Name9">
          <dgm:if name="Name10" axis="ch" ptType="node" func="cnt" op="gte" val="1">
            <dgm:constrLst>
              <dgm:constr type="w" for="ch" forName="bgRect" refType="w"/>
              <dgm:constr type="h" for="ch" forName="bgRect" refType="h"/>
              <dgm:constr type="l" for="ch" forName="bgRect"/>
              <dgm:constr type="t" for="ch" forName="bgRect"/>
              <dgm:constr type="h" for="ch" forName="iconRect" refType="h" fact="0.55"/>
              <dgm:constr type="w" for="ch" forName="iconRect" refType="h" refFor="ch" refForName="iconRect"/>
              <dgm:constr type="l" for="ch" forName="iconRect" refType="h" refFor="ch" refForName="iconRect" fact="0.55"/>
              <dgm:constr type="ctrY" for="ch" forName="iconRect" refType="ctrY" refFor="ch" refForName="bgRect"/>
              <dgm:constr type="w" for="ch" forName="spaceRect" refType="l" refFor="ch" refForName="iconRect"/>
              <dgm:constr type="h" for="ch" forName="spaceRect" refType="h"/>
              <dgm:constr type="l" for="ch" forName="spaceRect" refType="r" refFor="ch" refForName="iconRect"/>
              <dgm:constr type="t" for="ch" forName="spaceRect"/>
              <dgm:constr type="w" for="ch" forName="parTx" refType="w" fact="0.45"/>
              <dgm:constr type="h" for="ch" forName="parTx" refType="h"/>
              <dgm:constr type="l" for="ch" forName="parTx" refType="r" refFor="ch" refForName="spaceRect"/>
              <dgm:constr type="t" for="ch" forName="parTx"/>
              <dgm:constr type="h" for="ch" forName="desTx" refType="h"/>
              <dgm:constr type="l" for="ch" forName="desTx" refType="r" refFor="ch" refForName="parTx"/>
              <dgm:constr type="t" for="ch" forName="desTx"/>
            </dgm:constrLst>
          </dgm:if>
          <dgm:else name="Name11">
            <dgm:constrLst>
              <dgm:constr type="w" for="ch" forName="bgRect" refType="w"/>
              <dgm:constr type="h" for="ch" forName="bgRect" refType="h"/>
              <dgm:constr type="l" for="ch" forName="bgRect"/>
              <dgm:constr type="t" for="ch" forName="bgRect"/>
              <dgm:constr type="h" for="ch" forName="iconRect" refType="h" fact="0.55"/>
              <dgm:constr type="w" for="ch" forName="iconRect" refType="h" refFor="ch" refForName="iconRect"/>
              <dgm:constr type="l" for="ch" forName="iconRect" refType="h" refFor="ch" refForName="iconRect" fact="0.55"/>
              <dgm:constr type="ctrY" for="ch" forName="iconRect" refType="ctrY" refFor="ch" refForName="bgRect"/>
              <dgm:constr type="w" for="ch" forName="spaceRect" refType="l" refFor="ch" refForName="iconRect"/>
              <dgm:constr type="h" for="ch" forName="spaceRect" refType="h"/>
              <dgm:constr type="l" for="ch" forName="spaceRect" refType="r" refFor="ch" refForName="iconRect"/>
              <dgm:constr type="t" for="ch" forName="spaceRect"/>
              <dgm:constr type="h" for="ch" forName="parTx" refType="h"/>
              <dgm:constr type="l" for="ch" forName="parTx" refType="r" refFor="ch" refForName="spaceRect"/>
              <dgm:constr type="t" for="ch" forName="parTx"/>
            </dgm:constrLst>
          </dgm:else>
        </dgm:choose>
        <dgm:ruleLst>
          <dgm:rule type="h" val="INF" fact="NaN" max="NaN"/>
        </dgm:ruleLst>
        <dgm:layoutNode name="bgRect" styleLbl="bgShp">
          <dgm:alg type="sp"/>
          <dgm:shape xmlns:r="http://schemas.openxmlformats.org/officeDocument/2006/relationships" type="roundRect" r:blip="">
            <dgm:adjLst>
              <dgm:adj idx="1" val="0.1"/>
            </dgm:adjLst>
          </dgm:shape>
          <dgm:presOf/>
          <dgm:constrLst/>
          <dgm:ruleLst/>
        </dgm:layoutNode>
        <dgm:layoutNode name="iconRect" styleLbl="node1">
          <dgm:alg type="sp"/>
          <dgm:shape xmlns:r="http://schemas.openxmlformats.org/officeDocument/2006/relationships" type="rect" r:blip="" blipPhldr="1">
            <dgm:adjLst/>
          </dgm:shape>
          <dgm:presOf/>
          <dgm:constrLst/>
          <dgm:ruleLst/>
        </dgm:layoutNode>
        <dgm:layoutNode name="spaceRect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  <dgm:layoutNode name="parTx" styleLbl="revTx">
          <dgm:varLst>
            <dgm:chMax val="0"/>
            <dgm:chPref val="0"/>
          </dgm:varLst>
          <dgm:alg type="tx">
            <dgm:param type="txAnchorVert" val="mid"/>
            <dgm:param type="parTxLTRAlign" val="l"/>
            <dgm:param type="shpTxLTRAlignCh" val="l"/>
            <dgm:param type="parTxRTLAlign" val="r"/>
            <dgm:param type="shpTxRTLAlignCh" val="r"/>
          </dgm:alg>
          <dgm:shape xmlns:r="http://schemas.openxmlformats.org/officeDocument/2006/relationships" type="rect" r:blip="">
            <dgm:adjLst/>
          </dgm:shape>
          <dgm:presOf axis="self" ptType="node"/>
          <dgm:constrLst>
            <dgm:constr type="lMarg" refType="h" fact="0.3"/>
            <dgm:constr type="rMarg" refType="h" fact="0.3"/>
            <dgm:constr type="tMarg" refType="h" fact="0.3"/>
            <dgm:constr type="bMarg" refType="h" fact="0.3"/>
          </dgm:constrLst>
          <dgm:ruleLst>
            <dgm:rule type="primFontSz" val="14" fact="NaN" max="NaN"/>
            <dgm:rule type="h" val="INF" fact="NaN" max="NaN"/>
          </dgm:ruleLst>
        </dgm:layoutNode>
        <dgm:choose name="Name12">
          <dgm:if name="Name13" axis="ch" ptType="node" func="cnt" op="gte" val="1">
            <dgm:layoutNode name="desTx" styleLbl="revTx">
              <dgm:varLst/>
              <dgm:alg type="tx">
                <dgm:param type="txAnchorVertCh" val="mid"/>
                <dgm:param type="parTxLTRAlign" val="l"/>
                <dgm:param type="shpTxLTRAlignCh" val="l"/>
                <dgm:param type="parTxRTLAlign" val="r"/>
                <dgm:param type="shpTxRTLAlignCh" val="r"/>
                <dgm:param type="stBulletLvl" val="0"/>
              </dgm:alg>
              <dgm:shape xmlns:r="http://schemas.openxmlformats.org/officeDocument/2006/relationships" type="rect" r:blip="">
                <dgm:adjLst/>
              </dgm:shape>
              <dgm:presOf axis="des" ptType="node"/>
              <dgm:constrLst>
                <dgm:constr type="primFontSz" val="18"/>
                <dgm:constr type="secFontSz" refType="primFontSz"/>
                <dgm:constr type="lMarg" refType="h" fact="0.3"/>
                <dgm:constr type="rMarg" refType="h" fact="0.3"/>
                <dgm:constr type="tMarg" refType="h" fact="0.3"/>
                <dgm:constr type="bMarg" refType="h" fact="0.3"/>
              </dgm:constrLst>
              <dgm:ruleLst>
                <dgm:rule type="primFontSz" val="11" fact="NaN" max="NaN"/>
              </dgm:ruleLst>
            </dgm:layoutNode>
          </dgm:if>
          <dgm:else name="Name14"/>
        </dgm:choose>
      </dgm:layoutNode>
      <dgm:forEach name="Name15" axis="followSib" ptType="sibTrans" cnt="1">
        <dgm:layoutNode name="sibTrans">
          <dgm:alg type="sp"/>
          <dgm:shape xmlns:r="http://schemas.openxmlformats.org/officeDocument/2006/relationships" r:blip="">
            <dgm:adjLst/>
          </dgm:shape>
          <dgm:presOf axis="self"/>
          <dgm:constrLst/>
          <dgm:ruleLst/>
        </dgm:layoutNode>
      </dgm:forEach>
    </dgm:forEach>
  </dgm:layoutNode>
  <dgm:extLst>
    <a:ext uri="{68A01E43-0DF5-4B5B-8FA6-DAF915123BFB}">
      <dgm1612:lstStyle xmlns:dgm1612="http://schemas.microsoft.com/office/drawing/2016/12/diagram">
        <a:lvl1pPr>
          <a:lnSpc>
            <a:spcPct val="100000"/>
          </a:lnSpc>
        </a:lvl1pPr>
        <a:lvl2pPr>
          <a:lnSpc>
            <a:spcPct val="100000"/>
          </a:lnSpc>
        </a:lvl2pPr>
      </dgm1612:lstStyle>
    </a:ext>
  </dgm:extLst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2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3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4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5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6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7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8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9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112A5A1F-F3F1-443F-B2FD-B6CD319A649F}" type="datetimeFigureOut">
              <a:rPr lang="en-GB" smtClean="0"/>
              <a:t>13/04/2026</a:t>
            </a:fld>
            <a:endParaRPr lang="en-GB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GB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76EEA34C-3D8E-494F-9BC9-73E99E5E750D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79219017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3" Type="http://schemas.openxmlformats.org/officeDocument/2006/relationships/hyperlink" Target="https://app.qa.com/lab/create-your-first-amazon-rds-database/" TargetMode="External"/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Relationship Id="rId4" Type="http://schemas.openxmlformats.org/officeDocument/2006/relationships/hyperlink" Target="https://app.qa.com/lab/introduction-dynamodb/" TargetMode="Externa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377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dirty="0">
                <a:hlinkClick r:id="rId3"/>
              </a:rPr>
              <a:t>https://app.qa.com/lab/create-your-first-amazon-rds-database/</a:t>
            </a:r>
            <a:r>
              <a:rPr lang="en-GB" dirty="0"/>
              <a:t> (approx. 1hr 15min)</a:t>
            </a:r>
          </a:p>
          <a:p>
            <a:pPr marL="0" marR="0" lvl="0" indent="0" algn="l" defTabSz="914377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GB" dirty="0">
              <a:hlinkClick r:id="rId4"/>
            </a:endParaRPr>
          </a:p>
          <a:p>
            <a:pPr marL="0" marR="0" lvl="0" indent="0" algn="l" defTabSz="914377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dirty="0">
                <a:hlinkClick r:id="rId4"/>
              </a:rPr>
              <a:t>https://app.qa.com/lab/introduction-dynamodb/</a:t>
            </a:r>
            <a:r>
              <a:rPr lang="en-GB" dirty="0"/>
              <a:t> (approx. 1hr)</a:t>
            </a:r>
          </a:p>
          <a:p>
            <a:endParaRPr lang="en-GB" dirty="0"/>
          </a:p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48901C6-1DA1-FB44-ABEE-06A0FEB7738E}" type="slidenum">
              <a:rPr lang="en-GB" smtClean="0"/>
              <a:t>13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42824992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D5A9249-FCE0-7A08-EB0B-C9DD2E563AA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GB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C36703F2-45DA-EB48-5379-7DAB76CEB7A1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GB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153F81B-6D29-848A-C047-74E4400ACB6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9B2340E-BEE0-4D3C-BB2A-E2361A1E61A1}" type="datetimeFigureOut">
              <a:rPr lang="en-GB" smtClean="0"/>
              <a:t>13/04/2026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141DFB5-6EAC-04C6-3D04-44710BDD7D5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213BE3F-F123-A346-2645-C66E03310B2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C1F394E-218B-4973-8C49-0480B65D2765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67538724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9AF3B95-6260-B3C0-7C43-17D2E16987E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CA7E8BB-2B02-AF0A-9A9D-97E10FB8F90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504FD3F-8260-8764-DB65-9CD41C71C75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9B2340E-BEE0-4D3C-BB2A-E2361A1E61A1}" type="datetimeFigureOut">
              <a:rPr lang="en-GB" smtClean="0"/>
              <a:t>13/04/2026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6EF3BAF-1E6E-6591-9D91-E6CE53134FF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AE78A4E-49AB-BECC-CB65-A3C00695626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C1F394E-218B-4973-8C49-0480B65D2765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38309121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6B7A45A-FB1A-B614-238F-2696472111E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GB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40B2EB1-7975-18D2-CD5B-319D160D633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ADEA292-0764-B37C-45BB-5F1782AAF42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9B2340E-BEE0-4D3C-BB2A-E2361A1E61A1}" type="datetimeFigureOut">
              <a:rPr lang="en-GB" smtClean="0"/>
              <a:t>13/04/2026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2FB1CD8-5FD8-5030-EF20-F32F8642F02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6A5BBCE-BB9E-54B8-4B04-667B8FC6215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C1F394E-218B-4973-8C49-0480B65D2765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34315934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34FB5F2-B3FA-9D8C-584C-40D911C74CD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A44AAD0-75EC-0112-70B0-B1A5547F0728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93341C1F-8848-6311-B9EA-BA9F79CD005E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5A12B6AC-6915-9212-2382-0D80BC907C5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9B2340E-BEE0-4D3C-BB2A-E2361A1E61A1}" type="datetimeFigureOut">
              <a:rPr lang="en-GB" smtClean="0"/>
              <a:t>13/04/2026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3AA371F7-7A37-4D5E-B7A3-D965C7CDD16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6B92472E-8D69-D08B-CADC-021C16D6D2D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C1F394E-218B-4973-8C49-0480B65D2765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93282447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405E58B-3989-4357-2DF9-FC3065E0F12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GB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6A66E8B-7503-8330-FE72-205AD9EE5A2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DD0F484B-FF84-2640-E0BE-7AE9483746CB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E3232A93-0E0D-7073-5AC4-7EAB8E274E9E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7DDBD44B-6AB1-02B0-5AB3-4207F45945DE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82977E79-528F-BBCE-7084-BE7BFEBB7A5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9B2340E-BEE0-4D3C-BB2A-E2361A1E61A1}" type="datetimeFigureOut">
              <a:rPr lang="en-GB" smtClean="0"/>
              <a:t>13/04/2026</a:t>
            </a:fld>
            <a:endParaRPr lang="en-GB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BB768D6D-6680-D4F8-B6EA-1133C7D4C24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C2B6B2C9-731B-C11D-1DD4-CBCCF92CFD5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C1F394E-218B-4973-8C49-0480B65D2765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5910706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5003BD9-4BC5-09D1-C129-EC1F977B12E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2E08DED4-FC2D-FC68-F6E8-9119DC5A04B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9B2340E-BEE0-4D3C-BB2A-E2361A1E61A1}" type="datetimeFigureOut">
              <a:rPr lang="en-GB" smtClean="0"/>
              <a:t>13/04/2026</a:t>
            </a:fld>
            <a:endParaRPr lang="en-GB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CAF7D781-8287-F222-28DF-DEA0DC708CF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11A472AD-1FAA-577C-22E0-B9D24FA96FB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C1F394E-218B-4973-8C49-0480B65D2765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36437985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110E5836-1914-6403-96EC-6DF3C89C4E8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9B2340E-BEE0-4D3C-BB2A-E2361A1E61A1}" type="datetimeFigureOut">
              <a:rPr lang="en-GB" smtClean="0"/>
              <a:t>13/04/2026</a:t>
            </a:fld>
            <a:endParaRPr lang="en-GB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D292B722-278A-9976-8AF8-BC7E4065D69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3536E8B-227E-244E-AC0D-FB07A0017C8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C1F394E-218B-4973-8C49-0480B65D2765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92770255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0B1CE03-5E2C-5278-E380-A3BC225E07A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GB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90128B6-F801-BCCF-191C-27F7AA66271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DEE9F44E-4F03-BDB0-87ED-8A5480D63818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30FB2960-FCFE-14A3-1DED-41345EC15BA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9B2340E-BEE0-4D3C-BB2A-E2361A1E61A1}" type="datetimeFigureOut">
              <a:rPr lang="en-GB" smtClean="0"/>
              <a:t>13/04/2026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8AB6A28-1347-4395-F5E5-61DE9CAD4D4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06F0F1E3-2120-0CC6-C0EC-11016A97AE3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C1F394E-218B-4973-8C49-0480B65D2765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2882132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D9E7BEB-8E7F-0C55-F2CB-8C2B7F440A9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GB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ACC7A5FF-85B9-0D69-B947-6F91C5AF9CD2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GB"/>
              <a:t>Click icon to add picture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A01E4CBC-52DA-CC2B-10B6-704AD313BCE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741C348B-1A26-C9D1-9A03-535AC78CA9C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9B2340E-BEE0-4D3C-BB2A-E2361A1E61A1}" type="datetimeFigureOut">
              <a:rPr lang="en-GB" smtClean="0"/>
              <a:t>13/04/2026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5DED23B-CA08-E719-FCAF-ED5DA84AB7E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34329936-E58E-490B-F34A-1BDBC027F04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C1F394E-218B-4973-8C49-0480B65D2765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85728189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AA8F3AB-C93B-0303-DB2C-B30AB1E381A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CED2D74F-21DA-5F26-E2A0-82950F93CE37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BA6A3F9-76B9-1962-F2DC-882ADEB46AA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9B2340E-BEE0-4D3C-BB2A-E2361A1E61A1}" type="datetimeFigureOut">
              <a:rPr lang="en-GB" smtClean="0"/>
              <a:t>13/04/2026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6EE01FD-447C-3527-5BA3-C1A6CEB91E3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AC21515-4911-0339-454C-CBB6DD90026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C1F394E-218B-4973-8C49-0480B65D2765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9268278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787C9567-B1F3-47CC-C60F-D03D95E240D1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GB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F4389252-CCA6-36DD-D278-0BA3CE923296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DE17A51-39C4-00DA-3F51-A23E95735E0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9B2340E-BEE0-4D3C-BB2A-E2361A1E61A1}" type="datetimeFigureOut">
              <a:rPr lang="en-GB" smtClean="0"/>
              <a:t>13/04/2026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21BA335-43C2-79EE-43D2-1745441B534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413FE06-E4A4-D773-CD06-659A3538128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C1F394E-218B-4973-8C49-0480B65D2765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3174503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tx" preserve="1">
  <p:cSld name="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6F1CDB1-B06B-D1BB-454A-03C431D9C79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CD7B2C6-DADB-3BBF-C60E-CEE80ADF1D4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4FEDCD8-734C-7636-6D8E-EB7BCEB23DB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9B2340E-BEE0-4D3C-BB2A-E2361A1E61A1}" type="datetimeFigureOut">
              <a:rPr lang="en-GB" smtClean="0"/>
              <a:t>13/04/2026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6B5D2AA-8F42-6C90-288C-4AA85B24A0C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09F1D91-E4BC-A883-DA0A-D661D5E841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C1F394E-218B-4973-8C49-0480B65D2765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462462683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Title and ima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lide Number Placeholder 5">
            <a:extLst>
              <a:ext uri="{FF2B5EF4-FFF2-40B4-BE49-F238E27FC236}">
                <a16:creationId xmlns:a16="http://schemas.microsoft.com/office/drawing/2014/main" id="{FC785C16-E254-5242-9D90-DA9B7DC9FE60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256421" y="6511672"/>
            <a:ext cx="785483" cy="180000"/>
          </a:xfrm>
          <a:prstGeom prst="rect">
            <a:avLst/>
          </a:prstGeom>
        </p:spPr>
        <p:txBody>
          <a:bodyPr vert="horz" lIns="0" tIns="0" rIns="0" bIns="0" rtlCol="0" anchor="b" anchorCtr="0"/>
          <a:lstStyle>
            <a:lvl1pPr algn="r">
              <a:defRPr sz="760" b="1" i="0">
                <a:solidFill>
                  <a:schemeClr val="tx1"/>
                </a:solidFill>
                <a:latin typeface="Montserrat" pitchFamily="2" charset="77"/>
              </a:defRPr>
            </a:lvl1pPr>
          </a:lstStyle>
          <a:p>
            <a:fld id="{EF892D59-8F09-EF4B-AD6D-DA609442F868}" type="slidenum">
              <a:rPr lang="en-GB" smtClean="0"/>
              <a:pPr/>
              <a:t>‹#›</a:t>
            </a:fld>
            <a:endParaRPr lang="en-GB" dirty="0"/>
          </a:p>
        </p:txBody>
      </p:sp>
      <p:sp>
        <p:nvSpPr>
          <p:cNvPr id="5" name="Text Placeholder 2">
            <a:extLst>
              <a:ext uri="{FF2B5EF4-FFF2-40B4-BE49-F238E27FC236}">
                <a16:creationId xmlns:a16="http://schemas.microsoft.com/office/drawing/2014/main" id="{503A14FE-D075-C54D-A7E3-E22DBF933384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1212111" y="378746"/>
            <a:ext cx="10595714" cy="520263"/>
          </a:xfrm>
        </p:spPr>
        <p:txBody>
          <a:bodyPr/>
          <a:lstStyle>
            <a:lvl1pPr marL="0" indent="0">
              <a:lnSpc>
                <a:spcPct val="100000"/>
              </a:lnSpc>
              <a:spcAft>
                <a:spcPts val="0"/>
              </a:spcAft>
              <a:buFont typeface="Arial" panose="020B0604020202020204" pitchFamily="34" charset="0"/>
              <a:buNone/>
              <a:defRPr sz="4000" cap="none" baseline="0">
                <a:solidFill>
                  <a:srgbClr val="004050"/>
                </a:solidFill>
                <a:latin typeface="Krana Fat B" panose="00000B00000000000000" pitchFamily="50" charset="0"/>
              </a:defRPr>
            </a:lvl1pPr>
            <a:lvl2pPr marL="0" indent="0">
              <a:buFont typeface="Arial" panose="020B0604020202020204" pitchFamily="34" charset="0"/>
              <a:buNone/>
              <a:defRPr/>
            </a:lvl2pPr>
            <a:lvl3pPr marL="0" indent="0">
              <a:buFont typeface="Arial" panose="020B0604020202020204" pitchFamily="34" charset="0"/>
              <a:buNone/>
              <a:defRPr/>
            </a:lvl3pPr>
            <a:lvl4pPr marL="0" indent="0">
              <a:buFont typeface="Arial" panose="020B0604020202020204" pitchFamily="34" charset="0"/>
              <a:buNone/>
              <a:defRPr/>
            </a:lvl4pPr>
            <a:lvl5pPr marL="0" indent="0">
              <a:buFont typeface="Arial" panose="020B0604020202020204" pitchFamily="34" charset="0"/>
              <a:buNone/>
              <a:defRPr/>
            </a:lvl5pPr>
          </a:lstStyle>
          <a:p>
            <a:pPr lvl="0"/>
            <a:r>
              <a:rPr lang="en-US" dirty="0"/>
              <a:t>Click to edit slide title</a:t>
            </a:r>
          </a:p>
        </p:txBody>
      </p:sp>
    </p:spTree>
    <p:extLst>
      <p:ext uri="{BB962C8B-B14F-4D97-AF65-F5344CB8AC3E}">
        <p14:creationId xmlns:p14="http://schemas.microsoft.com/office/powerpoint/2010/main" val="4216675998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777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0FF599BC-A6CB-2550-9C85-C224FA60FEF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GB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3B26153-4411-43D6-FFC7-7D938824FC1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9B74151-0029-05F4-393B-341BAFBCB92A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79B2340E-BEE0-4D3C-BB2A-E2361A1E61A1}" type="datetimeFigureOut">
              <a:rPr lang="en-GB" smtClean="0"/>
              <a:t>13/04/2026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565E312-3F16-C7B0-1013-D1830A5961B7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EE66097-6762-A250-9A23-C0E628E2882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FC1F394E-218B-4973-8C49-0480B65D2765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66617130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  <p:sldLayoutId id="2147483661" r:id="rId13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1.xml"/><Relationship Id="rId2" Type="http://schemas.openxmlformats.org/officeDocument/2006/relationships/diagramData" Target="../diagrams/data1.xml"/><Relationship Id="rId1" Type="http://schemas.openxmlformats.org/officeDocument/2006/relationships/slideLayout" Target="../slideLayouts/slideLayout12.xml"/><Relationship Id="rId6" Type="http://schemas.microsoft.com/office/2007/relationships/diagramDrawing" Target="../diagrams/drawing1.xml"/><Relationship Id="rId5" Type="http://schemas.openxmlformats.org/officeDocument/2006/relationships/diagramColors" Target="../diagrams/colors1.xml"/><Relationship Id="rId4" Type="http://schemas.openxmlformats.org/officeDocument/2006/relationships/diagramQuickStyle" Target="../diagrams/quickStyle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svg"/><Relationship Id="rId2" Type="http://schemas.openxmlformats.org/officeDocument/2006/relationships/image" Target="../media/image5.svg"/><Relationship Id="rId1" Type="http://schemas.openxmlformats.org/officeDocument/2006/relationships/slideLayout" Target="../slideLayouts/slideLayout12.xml"/><Relationship Id="rId5" Type="http://schemas.openxmlformats.org/officeDocument/2006/relationships/image" Target="../media/image8.svg"/><Relationship Id="rId4" Type="http://schemas.openxmlformats.org/officeDocument/2006/relationships/image" Target="../media/image7.sv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2.xml"/><Relationship Id="rId2" Type="http://schemas.openxmlformats.org/officeDocument/2006/relationships/diagramData" Target="../diagrams/data2.xml"/><Relationship Id="rId1" Type="http://schemas.openxmlformats.org/officeDocument/2006/relationships/slideLayout" Target="../slideLayouts/slideLayout12.xml"/><Relationship Id="rId6" Type="http://schemas.microsoft.com/office/2007/relationships/diagramDrawing" Target="../diagrams/drawing2.xml"/><Relationship Id="rId5" Type="http://schemas.openxmlformats.org/officeDocument/2006/relationships/diagramColors" Target="../diagrams/colors2.xml"/><Relationship Id="rId4" Type="http://schemas.openxmlformats.org/officeDocument/2006/relationships/diagramQuickStyle" Target="../diagrams/quickStyle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3.xml"/><Relationship Id="rId2" Type="http://schemas.openxmlformats.org/officeDocument/2006/relationships/diagramData" Target="../diagrams/data3.xml"/><Relationship Id="rId1" Type="http://schemas.openxmlformats.org/officeDocument/2006/relationships/slideLayout" Target="../slideLayouts/slideLayout12.xml"/><Relationship Id="rId6" Type="http://schemas.microsoft.com/office/2007/relationships/diagramDrawing" Target="../diagrams/drawing3.xml"/><Relationship Id="rId5" Type="http://schemas.openxmlformats.org/officeDocument/2006/relationships/diagramColors" Target="../diagrams/colors3.xml"/><Relationship Id="rId4" Type="http://schemas.openxmlformats.org/officeDocument/2006/relationships/diagramQuickStyle" Target="../diagrams/quickStyle3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4.xml"/><Relationship Id="rId2" Type="http://schemas.openxmlformats.org/officeDocument/2006/relationships/diagramData" Target="../diagrams/data4.xml"/><Relationship Id="rId1" Type="http://schemas.openxmlformats.org/officeDocument/2006/relationships/slideLayout" Target="../slideLayouts/slideLayout12.xml"/><Relationship Id="rId6" Type="http://schemas.microsoft.com/office/2007/relationships/diagramDrawing" Target="../diagrams/drawing4.xml"/><Relationship Id="rId5" Type="http://schemas.openxmlformats.org/officeDocument/2006/relationships/diagramColors" Target="../diagrams/colors4.xml"/><Relationship Id="rId4" Type="http://schemas.openxmlformats.org/officeDocument/2006/relationships/diagramQuickStyle" Target="../diagrams/quickStyle4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diagramData" Target="../diagrams/data5.xml"/><Relationship Id="rId7" Type="http://schemas.microsoft.com/office/2007/relationships/diagramDrawing" Target="../diagrams/drawing5.xml"/><Relationship Id="rId2" Type="http://schemas.openxmlformats.org/officeDocument/2006/relationships/image" Target="../media/image18.svg"/><Relationship Id="rId1" Type="http://schemas.openxmlformats.org/officeDocument/2006/relationships/slideLayout" Target="../slideLayouts/slideLayout12.xml"/><Relationship Id="rId6" Type="http://schemas.openxmlformats.org/officeDocument/2006/relationships/diagramColors" Target="../diagrams/colors5.xml"/><Relationship Id="rId5" Type="http://schemas.openxmlformats.org/officeDocument/2006/relationships/diagramQuickStyle" Target="../diagrams/quickStyle5.xml"/><Relationship Id="rId4" Type="http://schemas.openxmlformats.org/officeDocument/2006/relationships/diagramLayout" Target="../diagrams/layout5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6.xml"/><Relationship Id="rId2" Type="http://schemas.openxmlformats.org/officeDocument/2006/relationships/diagramData" Target="../diagrams/data6.xml"/><Relationship Id="rId1" Type="http://schemas.openxmlformats.org/officeDocument/2006/relationships/slideLayout" Target="../slideLayouts/slideLayout12.xml"/><Relationship Id="rId6" Type="http://schemas.microsoft.com/office/2007/relationships/diagramDrawing" Target="../diagrams/drawing6.xml"/><Relationship Id="rId5" Type="http://schemas.openxmlformats.org/officeDocument/2006/relationships/diagramColors" Target="../diagrams/colors6.xml"/><Relationship Id="rId4" Type="http://schemas.openxmlformats.org/officeDocument/2006/relationships/diagramQuickStyle" Target="../diagrams/quickStyle6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diagramData" Target="../diagrams/data7.xml"/><Relationship Id="rId7" Type="http://schemas.microsoft.com/office/2007/relationships/diagramDrawing" Target="../diagrams/drawing7.xml"/><Relationship Id="rId2" Type="http://schemas.openxmlformats.org/officeDocument/2006/relationships/image" Target="../media/image23.jpeg"/><Relationship Id="rId1" Type="http://schemas.openxmlformats.org/officeDocument/2006/relationships/slideLayout" Target="../slideLayouts/slideLayout12.xml"/><Relationship Id="rId6" Type="http://schemas.openxmlformats.org/officeDocument/2006/relationships/diagramColors" Target="../diagrams/colors7.xml"/><Relationship Id="rId5" Type="http://schemas.openxmlformats.org/officeDocument/2006/relationships/diagramQuickStyle" Target="../diagrams/quickStyle7.xml"/><Relationship Id="rId4" Type="http://schemas.openxmlformats.org/officeDocument/2006/relationships/diagramLayout" Target="../diagrams/layout7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8.xml"/><Relationship Id="rId2" Type="http://schemas.openxmlformats.org/officeDocument/2006/relationships/diagramData" Target="../diagrams/data8.xml"/><Relationship Id="rId1" Type="http://schemas.openxmlformats.org/officeDocument/2006/relationships/slideLayout" Target="../slideLayouts/slideLayout12.xml"/><Relationship Id="rId6" Type="http://schemas.microsoft.com/office/2007/relationships/diagramDrawing" Target="../diagrams/drawing8.xml"/><Relationship Id="rId5" Type="http://schemas.openxmlformats.org/officeDocument/2006/relationships/diagramColors" Target="../diagrams/colors8.xml"/><Relationship Id="rId4" Type="http://schemas.openxmlformats.org/officeDocument/2006/relationships/diagramQuickStyle" Target="../diagrams/quickStyle8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4.jpeg"/><Relationship Id="rId1" Type="http://schemas.openxmlformats.org/officeDocument/2006/relationships/slideLayout" Target="../slideLayouts/slideLayout1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9.xml"/><Relationship Id="rId2" Type="http://schemas.openxmlformats.org/officeDocument/2006/relationships/diagramData" Target="../diagrams/data9.xml"/><Relationship Id="rId1" Type="http://schemas.openxmlformats.org/officeDocument/2006/relationships/slideLayout" Target="../slideLayouts/slideLayout12.xml"/><Relationship Id="rId6" Type="http://schemas.microsoft.com/office/2007/relationships/diagramDrawing" Target="../diagrams/drawing9.xml"/><Relationship Id="rId5" Type="http://schemas.openxmlformats.org/officeDocument/2006/relationships/diagramColors" Target="../diagrams/colors9.xml"/><Relationship Id="rId4" Type="http://schemas.openxmlformats.org/officeDocument/2006/relationships/diagramQuickStyle" Target="../diagrams/quickStyle9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0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3.xml"/><Relationship Id="rId5" Type="http://schemas.openxmlformats.org/officeDocument/2006/relationships/hyperlink" Target="https://app.qa.com/lab/introduction-dynamodb/" TargetMode="External"/><Relationship Id="rId4" Type="http://schemas.openxmlformats.org/officeDocument/2006/relationships/hyperlink" Target="https://app.qa.com/lab/create-your-first-amazon-rds-database/" TargetMode="Externa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3F6CF53-03C3-759D-F9E5-249EF5C5491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R="0" rtl="0"/>
            <a:r>
              <a:rPr lang="en-GB" b="0" i="0" u="none" strike="noStrike" baseline="0">
                <a:solidFill>
                  <a:srgbClr val="0F4761"/>
                </a:solidFill>
                <a:latin typeface="Times New Roman" panose="02020603050405020304" pitchFamily="18" charset="0"/>
              </a:rPr>
              <a:t>What Is Cloud Computing</a:t>
            </a:r>
          </a:p>
        </p:txBody>
      </p:sp>
      <p:graphicFrame>
        <p:nvGraphicFramePr>
          <p:cNvPr id="5" name="Text Placeholder 2">
            <a:extLst>
              <a:ext uri="{FF2B5EF4-FFF2-40B4-BE49-F238E27FC236}">
                <a16:creationId xmlns:a16="http://schemas.microsoft.com/office/drawing/2014/main" id="{CE5F85A3-C268-92D2-CB46-6D1ECE99C855}"/>
              </a:ext>
            </a:extLst>
          </p:cNvPr>
          <p:cNvGraphicFramePr/>
          <p:nvPr/>
        </p:nvGraphicFramePr>
        <p:xfrm>
          <a:off x="838200" y="1825625"/>
          <a:ext cx="10515600" cy="4351338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3633076161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25" name="Rectangle 24">
            <a:extLst>
              <a:ext uri="{FF2B5EF4-FFF2-40B4-BE49-F238E27FC236}">
                <a16:creationId xmlns:a16="http://schemas.microsoft.com/office/drawing/2014/main" id="{7FF47CB7-972F-479F-A36D-9E72D26EC8D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7" name="Freeform: Shape 26">
            <a:extLst>
              <a:ext uri="{FF2B5EF4-FFF2-40B4-BE49-F238E27FC236}">
                <a16:creationId xmlns:a16="http://schemas.microsoft.com/office/drawing/2014/main" id="{0D153B68-5844-490D-8E67-F616D6D721C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-1"/>
            <a:ext cx="11766176" cy="2061837"/>
          </a:xfrm>
          <a:custGeom>
            <a:avLst/>
            <a:gdLst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316893 w 10768629"/>
              <a:gd name="connsiteY28" fmla="*/ 491390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79948 w 10768629"/>
              <a:gd name="connsiteY35" fmla="*/ 576062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407128 w 10768629"/>
              <a:gd name="connsiteY46" fmla="*/ 961344 h 1978172"/>
              <a:gd name="connsiteX47" fmla="*/ 8380548 w 10768629"/>
              <a:gd name="connsiteY47" fmla="*/ 987916 h 1978172"/>
              <a:gd name="connsiteX48" fmla="*/ 8379462 w 10768629"/>
              <a:gd name="connsiteY48" fmla="*/ 987106 h 1978172"/>
              <a:gd name="connsiteX49" fmla="*/ 8369725 w 10768629"/>
              <a:gd name="connsiteY49" fmla="*/ 989186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69666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43525 w 10768629"/>
              <a:gd name="connsiteY78" fmla="*/ 1179064 h 1978172"/>
              <a:gd name="connsiteX79" fmla="*/ 7685942 w 10768629"/>
              <a:gd name="connsiteY79" fmla="*/ 1233723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07190 w 10768629"/>
              <a:gd name="connsiteY82" fmla="*/ 1314737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9437 w 10768629"/>
              <a:gd name="connsiteY140" fmla="*/ 1636968 h 1978172"/>
              <a:gd name="connsiteX141" fmla="*/ 5440853 w 10768629"/>
              <a:gd name="connsiteY141" fmla="*/ 1657958 h 1978172"/>
              <a:gd name="connsiteX142" fmla="*/ 4945936 w 10768629"/>
              <a:gd name="connsiteY142" fmla="*/ 1713743 h 1978172"/>
              <a:gd name="connsiteX143" fmla="*/ 4818446 w 10768629"/>
              <a:gd name="connsiteY143" fmla="*/ 1726895 h 1978172"/>
              <a:gd name="connsiteX144" fmla="*/ 4813657 w 10768629"/>
              <a:gd name="connsiteY144" fmla="*/ 1730706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20200 w 10768629"/>
              <a:gd name="connsiteY151" fmla="*/ 1873173 h 1978172"/>
              <a:gd name="connsiteX152" fmla="*/ 4105361 w 10768629"/>
              <a:gd name="connsiteY152" fmla="*/ 1894711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76289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90336 w 10768629"/>
              <a:gd name="connsiteY159" fmla="*/ 1925039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57504 w 10768629"/>
              <a:gd name="connsiteY162" fmla="*/ 1957276 h 1978172"/>
              <a:gd name="connsiteX163" fmla="*/ 3115176 w 10768629"/>
              <a:gd name="connsiteY163" fmla="*/ 1943459 h 1978172"/>
              <a:gd name="connsiteX164" fmla="*/ 3038835 w 10768629"/>
              <a:gd name="connsiteY164" fmla="*/ 1920210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1967996 w 10768629"/>
              <a:gd name="connsiteY173" fmla="*/ 1953187 h 1978172"/>
              <a:gd name="connsiteX174" fmla="*/ 1855805 w 10768629"/>
              <a:gd name="connsiteY174" fmla="*/ 1926082 h 1978172"/>
              <a:gd name="connsiteX175" fmla="*/ 1790957 w 10768629"/>
              <a:gd name="connsiteY175" fmla="*/ 1919460 h 1978172"/>
              <a:gd name="connsiteX176" fmla="*/ 1613978 w 10768629"/>
              <a:gd name="connsiteY176" fmla="*/ 1891581 h 1978172"/>
              <a:gd name="connsiteX177" fmla="*/ 1436831 w 10768629"/>
              <a:gd name="connsiteY177" fmla="*/ 1856201 h 1978172"/>
              <a:gd name="connsiteX178" fmla="*/ 1332568 w 10768629"/>
              <a:gd name="connsiteY178" fmla="*/ 1793149 h 1978172"/>
              <a:gd name="connsiteX179" fmla="*/ 1186881 w 10768629"/>
              <a:gd name="connsiteY179" fmla="*/ 1768613 h 1978172"/>
              <a:gd name="connsiteX180" fmla="*/ 1162595 w 10768629"/>
              <a:gd name="connsiteY180" fmla="*/ 1758337 h 1978172"/>
              <a:gd name="connsiteX181" fmla="*/ 1128523 w 10768629"/>
              <a:gd name="connsiteY181" fmla="*/ 1763621 h 1978172"/>
              <a:gd name="connsiteX182" fmla="*/ 991903 w 10768629"/>
              <a:gd name="connsiteY182" fmla="*/ 1786741 h 1978172"/>
              <a:gd name="connsiteX183" fmla="*/ 883960 w 10768629"/>
              <a:gd name="connsiteY183" fmla="*/ 1822386 h 1978172"/>
              <a:gd name="connsiteX184" fmla="*/ 766531 w 10768629"/>
              <a:gd name="connsiteY184" fmla="*/ 1805053 h 1978172"/>
              <a:gd name="connsiteX185" fmla="*/ 669779 w 10768629"/>
              <a:gd name="connsiteY185" fmla="*/ 1800537 h 1978172"/>
              <a:gd name="connsiteX186" fmla="*/ 523898 w 10768629"/>
              <a:gd name="connsiteY186" fmla="*/ 1811085 h 1978172"/>
              <a:gd name="connsiteX187" fmla="*/ 360251 w 10768629"/>
              <a:gd name="connsiteY187" fmla="*/ 1830735 h 1978172"/>
              <a:gd name="connsiteX188" fmla="*/ 255207 w 10768629"/>
              <a:gd name="connsiteY188" fmla="*/ 1818275 h 1978172"/>
              <a:gd name="connsiteX189" fmla="*/ 101803 w 10768629"/>
              <a:gd name="connsiteY189" fmla="*/ 1870647 h 1978172"/>
              <a:gd name="connsiteX190" fmla="*/ 25397 w 10768629"/>
              <a:gd name="connsiteY190" fmla="*/ 1888443 h 1978172"/>
              <a:gd name="connsiteX191" fmla="*/ 2370 w 10768629"/>
              <a:gd name="connsiteY191" fmla="*/ 1878311 h 1978172"/>
              <a:gd name="connsiteX192" fmla="*/ 0 w 10768629"/>
              <a:gd name="connsiteY192" fmla="*/ 1878785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316893 w 10768629"/>
              <a:gd name="connsiteY28" fmla="*/ 491390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79948 w 10768629"/>
              <a:gd name="connsiteY35" fmla="*/ 576062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407128 w 10768629"/>
              <a:gd name="connsiteY46" fmla="*/ 961344 h 1978172"/>
              <a:gd name="connsiteX47" fmla="*/ 8380548 w 10768629"/>
              <a:gd name="connsiteY47" fmla="*/ 987916 h 1978172"/>
              <a:gd name="connsiteX48" fmla="*/ 8379462 w 10768629"/>
              <a:gd name="connsiteY48" fmla="*/ 987106 h 1978172"/>
              <a:gd name="connsiteX49" fmla="*/ 8369725 w 10768629"/>
              <a:gd name="connsiteY49" fmla="*/ 989186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69666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43525 w 10768629"/>
              <a:gd name="connsiteY78" fmla="*/ 1179064 h 1978172"/>
              <a:gd name="connsiteX79" fmla="*/ 7685942 w 10768629"/>
              <a:gd name="connsiteY79" fmla="*/ 1233723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07190 w 10768629"/>
              <a:gd name="connsiteY82" fmla="*/ 1314737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9437 w 10768629"/>
              <a:gd name="connsiteY140" fmla="*/ 1636968 h 1978172"/>
              <a:gd name="connsiteX141" fmla="*/ 5440853 w 10768629"/>
              <a:gd name="connsiteY141" fmla="*/ 1657958 h 1978172"/>
              <a:gd name="connsiteX142" fmla="*/ 4945936 w 10768629"/>
              <a:gd name="connsiteY142" fmla="*/ 1713743 h 1978172"/>
              <a:gd name="connsiteX143" fmla="*/ 4818446 w 10768629"/>
              <a:gd name="connsiteY143" fmla="*/ 1726895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20200 w 10768629"/>
              <a:gd name="connsiteY151" fmla="*/ 1873173 h 1978172"/>
              <a:gd name="connsiteX152" fmla="*/ 4105361 w 10768629"/>
              <a:gd name="connsiteY152" fmla="*/ 1894711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76289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90336 w 10768629"/>
              <a:gd name="connsiteY159" fmla="*/ 1925039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57504 w 10768629"/>
              <a:gd name="connsiteY162" fmla="*/ 1957276 h 1978172"/>
              <a:gd name="connsiteX163" fmla="*/ 3115176 w 10768629"/>
              <a:gd name="connsiteY163" fmla="*/ 1943459 h 1978172"/>
              <a:gd name="connsiteX164" fmla="*/ 3038835 w 10768629"/>
              <a:gd name="connsiteY164" fmla="*/ 1920210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1967996 w 10768629"/>
              <a:gd name="connsiteY173" fmla="*/ 1953187 h 1978172"/>
              <a:gd name="connsiteX174" fmla="*/ 1855805 w 10768629"/>
              <a:gd name="connsiteY174" fmla="*/ 1926082 h 1978172"/>
              <a:gd name="connsiteX175" fmla="*/ 1790957 w 10768629"/>
              <a:gd name="connsiteY175" fmla="*/ 1919460 h 1978172"/>
              <a:gd name="connsiteX176" fmla="*/ 1613978 w 10768629"/>
              <a:gd name="connsiteY176" fmla="*/ 1891581 h 1978172"/>
              <a:gd name="connsiteX177" fmla="*/ 1436831 w 10768629"/>
              <a:gd name="connsiteY177" fmla="*/ 1856201 h 1978172"/>
              <a:gd name="connsiteX178" fmla="*/ 1332568 w 10768629"/>
              <a:gd name="connsiteY178" fmla="*/ 1793149 h 1978172"/>
              <a:gd name="connsiteX179" fmla="*/ 1186881 w 10768629"/>
              <a:gd name="connsiteY179" fmla="*/ 1768613 h 1978172"/>
              <a:gd name="connsiteX180" fmla="*/ 1162595 w 10768629"/>
              <a:gd name="connsiteY180" fmla="*/ 1758337 h 1978172"/>
              <a:gd name="connsiteX181" fmla="*/ 1128523 w 10768629"/>
              <a:gd name="connsiteY181" fmla="*/ 1763621 h 1978172"/>
              <a:gd name="connsiteX182" fmla="*/ 991903 w 10768629"/>
              <a:gd name="connsiteY182" fmla="*/ 1786741 h 1978172"/>
              <a:gd name="connsiteX183" fmla="*/ 883960 w 10768629"/>
              <a:gd name="connsiteY183" fmla="*/ 1822386 h 1978172"/>
              <a:gd name="connsiteX184" fmla="*/ 766531 w 10768629"/>
              <a:gd name="connsiteY184" fmla="*/ 1805053 h 1978172"/>
              <a:gd name="connsiteX185" fmla="*/ 669779 w 10768629"/>
              <a:gd name="connsiteY185" fmla="*/ 1800537 h 1978172"/>
              <a:gd name="connsiteX186" fmla="*/ 523898 w 10768629"/>
              <a:gd name="connsiteY186" fmla="*/ 1811085 h 1978172"/>
              <a:gd name="connsiteX187" fmla="*/ 360251 w 10768629"/>
              <a:gd name="connsiteY187" fmla="*/ 1830735 h 1978172"/>
              <a:gd name="connsiteX188" fmla="*/ 255207 w 10768629"/>
              <a:gd name="connsiteY188" fmla="*/ 1818275 h 1978172"/>
              <a:gd name="connsiteX189" fmla="*/ 101803 w 10768629"/>
              <a:gd name="connsiteY189" fmla="*/ 1870647 h 1978172"/>
              <a:gd name="connsiteX190" fmla="*/ 25397 w 10768629"/>
              <a:gd name="connsiteY190" fmla="*/ 1888443 h 1978172"/>
              <a:gd name="connsiteX191" fmla="*/ 2370 w 10768629"/>
              <a:gd name="connsiteY191" fmla="*/ 1878311 h 1978172"/>
              <a:gd name="connsiteX192" fmla="*/ 0 w 10768629"/>
              <a:gd name="connsiteY192" fmla="*/ 1878785 h 1978172"/>
              <a:gd name="connsiteX193" fmla="*/ 0 w 10768629"/>
              <a:gd name="connsiteY193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316893 w 10768629"/>
              <a:gd name="connsiteY28" fmla="*/ 491390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79948 w 10768629"/>
              <a:gd name="connsiteY35" fmla="*/ 576062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407128 w 10768629"/>
              <a:gd name="connsiteY46" fmla="*/ 961344 h 1978172"/>
              <a:gd name="connsiteX47" fmla="*/ 8380548 w 10768629"/>
              <a:gd name="connsiteY47" fmla="*/ 987916 h 1978172"/>
              <a:gd name="connsiteX48" fmla="*/ 8379462 w 10768629"/>
              <a:gd name="connsiteY48" fmla="*/ 987106 h 1978172"/>
              <a:gd name="connsiteX49" fmla="*/ 8369725 w 10768629"/>
              <a:gd name="connsiteY49" fmla="*/ 989186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69666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43525 w 10768629"/>
              <a:gd name="connsiteY78" fmla="*/ 1179064 h 1978172"/>
              <a:gd name="connsiteX79" fmla="*/ 7685942 w 10768629"/>
              <a:gd name="connsiteY79" fmla="*/ 1233723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07190 w 10768629"/>
              <a:gd name="connsiteY82" fmla="*/ 1314737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9437 w 10768629"/>
              <a:gd name="connsiteY140" fmla="*/ 1636968 h 1978172"/>
              <a:gd name="connsiteX141" fmla="*/ 5440853 w 10768629"/>
              <a:gd name="connsiteY141" fmla="*/ 1657958 h 1978172"/>
              <a:gd name="connsiteX142" fmla="*/ 4945936 w 10768629"/>
              <a:gd name="connsiteY142" fmla="*/ 1713743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20200 w 10768629"/>
              <a:gd name="connsiteY151" fmla="*/ 1873173 h 1978172"/>
              <a:gd name="connsiteX152" fmla="*/ 4105361 w 10768629"/>
              <a:gd name="connsiteY152" fmla="*/ 1894711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76289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90336 w 10768629"/>
              <a:gd name="connsiteY159" fmla="*/ 1925039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57504 w 10768629"/>
              <a:gd name="connsiteY162" fmla="*/ 1957276 h 1978172"/>
              <a:gd name="connsiteX163" fmla="*/ 3115176 w 10768629"/>
              <a:gd name="connsiteY163" fmla="*/ 1943459 h 1978172"/>
              <a:gd name="connsiteX164" fmla="*/ 3038835 w 10768629"/>
              <a:gd name="connsiteY164" fmla="*/ 1920210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1967996 w 10768629"/>
              <a:gd name="connsiteY173" fmla="*/ 1953187 h 1978172"/>
              <a:gd name="connsiteX174" fmla="*/ 1855805 w 10768629"/>
              <a:gd name="connsiteY174" fmla="*/ 1926082 h 1978172"/>
              <a:gd name="connsiteX175" fmla="*/ 1790957 w 10768629"/>
              <a:gd name="connsiteY175" fmla="*/ 1919460 h 1978172"/>
              <a:gd name="connsiteX176" fmla="*/ 1613978 w 10768629"/>
              <a:gd name="connsiteY176" fmla="*/ 1891581 h 1978172"/>
              <a:gd name="connsiteX177" fmla="*/ 1436831 w 10768629"/>
              <a:gd name="connsiteY177" fmla="*/ 1856201 h 1978172"/>
              <a:gd name="connsiteX178" fmla="*/ 1332568 w 10768629"/>
              <a:gd name="connsiteY178" fmla="*/ 1793149 h 1978172"/>
              <a:gd name="connsiteX179" fmla="*/ 1186881 w 10768629"/>
              <a:gd name="connsiteY179" fmla="*/ 1768613 h 1978172"/>
              <a:gd name="connsiteX180" fmla="*/ 1162595 w 10768629"/>
              <a:gd name="connsiteY180" fmla="*/ 1758337 h 1978172"/>
              <a:gd name="connsiteX181" fmla="*/ 1128523 w 10768629"/>
              <a:gd name="connsiteY181" fmla="*/ 1763621 h 1978172"/>
              <a:gd name="connsiteX182" fmla="*/ 991903 w 10768629"/>
              <a:gd name="connsiteY182" fmla="*/ 1786741 h 1978172"/>
              <a:gd name="connsiteX183" fmla="*/ 883960 w 10768629"/>
              <a:gd name="connsiteY183" fmla="*/ 1822386 h 1978172"/>
              <a:gd name="connsiteX184" fmla="*/ 766531 w 10768629"/>
              <a:gd name="connsiteY184" fmla="*/ 1805053 h 1978172"/>
              <a:gd name="connsiteX185" fmla="*/ 669779 w 10768629"/>
              <a:gd name="connsiteY185" fmla="*/ 1800537 h 1978172"/>
              <a:gd name="connsiteX186" fmla="*/ 523898 w 10768629"/>
              <a:gd name="connsiteY186" fmla="*/ 1811085 h 1978172"/>
              <a:gd name="connsiteX187" fmla="*/ 360251 w 10768629"/>
              <a:gd name="connsiteY187" fmla="*/ 1830735 h 1978172"/>
              <a:gd name="connsiteX188" fmla="*/ 255207 w 10768629"/>
              <a:gd name="connsiteY188" fmla="*/ 1818275 h 1978172"/>
              <a:gd name="connsiteX189" fmla="*/ 101803 w 10768629"/>
              <a:gd name="connsiteY189" fmla="*/ 1870647 h 1978172"/>
              <a:gd name="connsiteX190" fmla="*/ 25397 w 10768629"/>
              <a:gd name="connsiteY190" fmla="*/ 1888443 h 1978172"/>
              <a:gd name="connsiteX191" fmla="*/ 2370 w 10768629"/>
              <a:gd name="connsiteY191" fmla="*/ 1878311 h 1978172"/>
              <a:gd name="connsiteX192" fmla="*/ 0 w 10768629"/>
              <a:gd name="connsiteY192" fmla="*/ 1878785 h 1978172"/>
              <a:gd name="connsiteX193" fmla="*/ 0 w 10768629"/>
              <a:gd name="connsiteY193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316893 w 10768629"/>
              <a:gd name="connsiteY28" fmla="*/ 491390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79948 w 10768629"/>
              <a:gd name="connsiteY35" fmla="*/ 576062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407128 w 10768629"/>
              <a:gd name="connsiteY46" fmla="*/ 961344 h 1978172"/>
              <a:gd name="connsiteX47" fmla="*/ 8380548 w 10768629"/>
              <a:gd name="connsiteY47" fmla="*/ 987916 h 1978172"/>
              <a:gd name="connsiteX48" fmla="*/ 8379462 w 10768629"/>
              <a:gd name="connsiteY48" fmla="*/ 987106 h 1978172"/>
              <a:gd name="connsiteX49" fmla="*/ 8369725 w 10768629"/>
              <a:gd name="connsiteY49" fmla="*/ 989186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69666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43525 w 10768629"/>
              <a:gd name="connsiteY78" fmla="*/ 1179064 h 1978172"/>
              <a:gd name="connsiteX79" fmla="*/ 7685942 w 10768629"/>
              <a:gd name="connsiteY79" fmla="*/ 1233723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07190 w 10768629"/>
              <a:gd name="connsiteY82" fmla="*/ 1314737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9437 w 10768629"/>
              <a:gd name="connsiteY140" fmla="*/ 1636968 h 1978172"/>
              <a:gd name="connsiteX141" fmla="*/ 5440853 w 10768629"/>
              <a:gd name="connsiteY141" fmla="*/ 1657958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20200 w 10768629"/>
              <a:gd name="connsiteY151" fmla="*/ 1873173 h 1978172"/>
              <a:gd name="connsiteX152" fmla="*/ 4105361 w 10768629"/>
              <a:gd name="connsiteY152" fmla="*/ 1894711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76289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90336 w 10768629"/>
              <a:gd name="connsiteY159" fmla="*/ 1925039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57504 w 10768629"/>
              <a:gd name="connsiteY162" fmla="*/ 1957276 h 1978172"/>
              <a:gd name="connsiteX163" fmla="*/ 3115176 w 10768629"/>
              <a:gd name="connsiteY163" fmla="*/ 1943459 h 1978172"/>
              <a:gd name="connsiteX164" fmla="*/ 3038835 w 10768629"/>
              <a:gd name="connsiteY164" fmla="*/ 1920210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1967996 w 10768629"/>
              <a:gd name="connsiteY173" fmla="*/ 1953187 h 1978172"/>
              <a:gd name="connsiteX174" fmla="*/ 1855805 w 10768629"/>
              <a:gd name="connsiteY174" fmla="*/ 1926082 h 1978172"/>
              <a:gd name="connsiteX175" fmla="*/ 1790957 w 10768629"/>
              <a:gd name="connsiteY175" fmla="*/ 1919460 h 1978172"/>
              <a:gd name="connsiteX176" fmla="*/ 1613978 w 10768629"/>
              <a:gd name="connsiteY176" fmla="*/ 1891581 h 1978172"/>
              <a:gd name="connsiteX177" fmla="*/ 1436831 w 10768629"/>
              <a:gd name="connsiteY177" fmla="*/ 1856201 h 1978172"/>
              <a:gd name="connsiteX178" fmla="*/ 1332568 w 10768629"/>
              <a:gd name="connsiteY178" fmla="*/ 1793149 h 1978172"/>
              <a:gd name="connsiteX179" fmla="*/ 1186881 w 10768629"/>
              <a:gd name="connsiteY179" fmla="*/ 1768613 h 1978172"/>
              <a:gd name="connsiteX180" fmla="*/ 1162595 w 10768629"/>
              <a:gd name="connsiteY180" fmla="*/ 1758337 h 1978172"/>
              <a:gd name="connsiteX181" fmla="*/ 1128523 w 10768629"/>
              <a:gd name="connsiteY181" fmla="*/ 1763621 h 1978172"/>
              <a:gd name="connsiteX182" fmla="*/ 991903 w 10768629"/>
              <a:gd name="connsiteY182" fmla="*/ 1786741 h 1978172"/>
              <a:gd name="connsiteX183" fmla="*/ 883960 w 10768629"/>
              <a:gd name="connsiteY183" fmla="*/ 1822386 h 1978172"/>
              <a:gd name="connsiteX184" fmla="*/ 766531 w 10768629"/>
              <a:gd name="connsiteY184" fmla="*/ 1805053 h 1978172"/>
              <a:gd name="connsiteX185" fmla="*/ 669779 w 10768629"/>
              <a:gd name="connsiteY185" fmla="*/ 1800537 h 1978172"/>
              <a:gd name="connsiteX186" fmla="*/ 523898 w 10768629"/>
              <a:gd name="connsiteY186" fmla="*/ 1811085 h 1978172"/>
              <a:gd name="connsiteX187" fmla="*/ 360251 w 10768629"/>
              <a:gd name="connsiteY187" fmla="*/ 1830735 h 1978172"/>
              <a:gd name="connsiteX188" fmla="*/ 255207 w 10768629"/>
              <a:gd name="connsiteY188" fmla="*/ 1818275 h 1978172"/>
              <a:gd name="connsiteX189" fmla="*/ 101803 w 10768629"/>
              <a:gd name="connsiteY189" fmla="*/ 1870647 h 1978172"/>
              <a:gd name="connsiteX190" fmla="*/ 25397 w 10768629"/>
              <a:gd name="connsiteY190" fmla="*/ 1888443 h 1978172"/>
              <a:gd name="connsiteX191" fmla="*/ 2370 w 10768629"/>
              <a:gd name="connsiteY191" fmla="*/ 1878311 h 1978172"/>
              <a:gd name="connsiteX192" fmla="*/ 0 w 10768629"/>
              <a:gd name="connsiteY192" fmla="*/ 1878785 h 1978172"/>
              <a:gd name="connsiteX193" fmla="*/ 0 w 10768629"/>
              <a:gd name="connsiteY193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316893 w 10768629"/>
              <a:gd name="connsiteY28" fmla="*/ 491390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79948 w 10768629"/>
              <a:gd name="connsiteY35" fmla="*/ 576062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407128 w 10768629"/>
              <a:gd name="connsiteY46" fmla="*/ 961344 h 1978172"/>
              <a:gd name="connsiteX47" fmla="*/ 8380548 w 10768629"/>
              <a:gd name="connsiteY47" fmla="*/ 987916 h 1978172"/>
              <a:gd name="connsiteX48" fmla="*/ 8379462 w 10768629"/>
              <a:gd name="connsiteY48" fmla="*/ 987106 h 1978172"/>
              <a:gd name="connsiteX49" fmla="*/ 8369725 w 10768629"/>
              <a:gd name="connsiteY49" fmla="*/ 989186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69666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43525 w 10768629"/>
              <a:gd name="connsiteY78" fmla="*/ 1179064 h 1978172"/>
              <a:gd name="connsiteX79" fmla="*/ 7685942 w 10768629"/>
              <a:gd name="connsiteY79" fmla="*/ 1233723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07190 w 10768629"/>
              <a:gd name="connsiteY82" fmla="*/ 1314737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40853 w 10768629"/>
              <a:gd name="connsiteY141" fmla="*/ 1657958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20200 w 10768629"/>
              <a:gd name="connsiteY151" fmla="*/ 1873173 h 1978172"/>
              <a:gd name="connsiteX152" fmla="*/ 4105361 w 10768629"/>
              <a:gd name="connsiteY152" fmla="*/ 1894711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76289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90336 w 10768629"/>
              <a:gd name="connsiteY159" fmla="*/ 1925039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57504 w 10768629"/>
              <a:gd name="connsiteY162" fmla="*/ 1957276 h 1978172"/>
              <a:gd name="connsiteX163" fmla="*/ 3115176 w 10768629"/>
              <a:gd name="connsiteY163" fmla="*/ 1943459 h 1978172"/>
              <a:gd name="connsiteX164" fmla="*/ 3038835 w 10768629"/>
              <a:gd name="connsiteY164" fmla="*/ 1920210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1967996 w 10768629"/>
              <a:gd name="connsiteY173" fmla="*/ 1953187 h 1978172"/>
              <a:gd name="connsiteX174" fmla="*/ 1855805 w 10768629"/>
              <a:gd name="connsiteY174" fmla="*/ 1926082 h 1978172"/>
              <a:gd name="connsiteX175" fmla="*/ 1790957 w 10768629"/>
              <a:gd name="connsiteY175" fmla="*/ 1919460 h 1978172"/>
              <a:gd name="connsiteX176" fmla="*/ 1613978 w 10768629"/>
              <a:gd name="connsiteY176" fmla="*/ 1891581 h 1978172"/>
              <a:gd name="connsiteX177" fmla="*/ 1436831 w 10768629"/>
              <a:gd name="connsiteY177" fmla="*/ 1856201 h 1978172"/>
              <a:gd name="connsiteX178" fmla="*/ 1332568 w 10768629"/>
              <a:gd name="connsiteY178" fmla="*/ 1793149 h 1978172"/>
              <a:gd name="connsiteX179" fmla="*/ 1186881 w 10768629"/>
              <a:gd name="connsiteY179" fmla="*/ 1768613 h 1978172"/>
              <a:gd name="connsiteX180" fmla="*/ 1162595 w 10768629"/>
              <a:gd name="connsiteY180" fmla="*/ 1758337 h 1978172"/>
              <a:gd name="connsiteX181" fmla="*/ 1128523 w 10768629"/>
              <a:gd name="connsiteY181" fmla="*/ 1763621 h 1978172"/>
              <a:gd name="connsiteX182" fmla="*/ 991903 w 10768629"/>
              <a:gd name="connsiteY182" fmla="*/ 1786741 h 1978172"/>
              <a:gd name="connsiteX183" fmla="*/ 883960 w 10768629"/>
              <a:gd name="connsiteY183" fmla="*/ 1822386 h 1978172"/>
              <a:gd name="connsiteX184" fmla="*/ 766531 w 10768629"/>
              <a:gd name="connsiteY184" fmla="*/ 1805053 h 1978172"/>
              <a:gd name="connsiteX185" fmla="*/ 669779 w 10768629"/>
              <a:gd name="connsiteY185" fmla="*/ 1800537 h 1978172"/>
              <a:gd name="connsiteX186" fmla="*/ 523898 w 10768629"/>
              <a:gd name="connsiteY186" fmla="*/ 1811085 h 1978172"/>
              <a:gd name="connsiteX187" fmla="*/ 360251 w 10768629"/>
              <a:gd name="connsiteY187" fmla="*/ 1830735 h 1978172"/>
              <a:gd name="connsiteX188" fmla="*/ 255207 w 10768629"/>
              <a:gd name="connsiteY188" fmla="*/ 1818275 h 1978172"/>
              <a:gd name="connsiteX189" fmla="*/ 101803 w 10768629"/>
              <a:gd name="connsiteY189" fmla="*/ 1870647 h 1978172"/>
              <a:gd name="connsiteX190" fmla="*/ 25397 w 10768629"/>
              <a:gd name="connsiteY190" fmla="*/ 1888443 h 1978172"/>
              <a:gd name="connsiteX191" fmla="*/ 2370 w 10768629"/>
              <a:gd name="connsiteY191" fmla="*/ 1878311 h 1978172"/>
              <a:gd name="connsiteX192" fmla="*/ 0 w 10768629"/>
              <a:gd name="connsiteY192" fmla="*/ 1878785 h 1978172"/>
              <a:gd name="connsiteX193" fmla="*/ 0 w 10768629"/>
              <a:gd name="connsiteY193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316893 w 10768629"/>
              <a:gd name="connsiteY28" fmla="*/ 491390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79948 w 10768629"/>
              <a:gd name="connsiteY35" fmla="*/ 576062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407128 w 10768629"/>
              <a:gd name="connsiteY46" fmla="*/ 961344 h 1978172"/>
              <a:gd name="connsiteX47" fmla="*/ 8380548 w 10768629"/>
              <a:gd name="connsiteY47" fmla="*/ 987916 h 1978172"/>
              <a:gd name="connsiteX48" fmla="*/ 8379462 w 10768629"/>
              <a:gd name="connsiteY48" fmla="*/ 987106 h 1978172"/>
              <a:gd name="connsiteX49" fmla="*/ 8369725 w 10768629"/>
              <a:gd name="connsiteY49" fmla="*/ 989186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69666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43525 w 10768629"/>
              <a:gd name="connsiteY78" fmla="*/ 1179064 h 1978172"/>
              <a:gd name="connsiteX79" fmla="*/ 7685942 w 10768629"/>
              <a:gd name="connsiteY79" fmla="*/ 1233723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07190 w 10768629"/>
              <a:gd name="connsiteY82" fmla="*/ 1314737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57384 w 10768629"/>
              <a:gd name="connsiteY141" fmla="*/ 1683952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20200 w 10768629"/>
              <a:gd name="connsiteY151" fmla="*/ 1873173 h 1978172"/>
              <a:gd name="connsiteX152" fmla="*/ 4105361 w 10768629"/>
              <a:gd name="connsiteY152" fmla="*/ 1894711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76289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90336 w 10768629"/>
              <a:gd name="connsiteY159" fmla="*/ 1925039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57504 w 10768629"/>
              <a:gd name="connsiteY162" fmla="*/ 1957276 h 1978172"/>
              <a:gd name="connsiteX163" fmla="*/ 3115176 w 10768629"/>
              <a:gd name="connsiteY163" fmla="*/ 1943459 h 1978172"/>
              <a:gd name="connsiteX164" fmla="*/ 3038835 w 10768629"/>
              <a:gd name="connsiteY164" fmla="*/ 1920210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1967996 w 10768629"/>
              <a:gd name="connsiteY173" fmla="*/ 1953187 h 1978172"/>
              <a:gd name="connsiteX174" fmla="*/ 1855805 w 10768629"/>
              <a:gd name="connsiteY174" fmla="*/ 1926082 h 1978172"/>
              <a:gd name="connsiteX175" fmla="*/ 1790957 w 10768629"/>
              <a:gd name="connsiteY175" fmla="*/ 1919460 h 1978172"/>
              <a:gd name="connsiteX176" fmla="*/ 1613978 w 10768629"/>
              <a:gd name="connsiteY176" fmla="*/ 1891581 h 1978172"/>
              <a:gd name="connsiteX177" fmla="*/ 1436831 w 10768629"/>
              <a:gd name="connsiteY177" fmla="*/ 1856201 h 1978172"/>
              <a:gd name="connsiteX178" fmla="*/ 1332568 w 10768629"/>
              <a:gd name="connsiteY178" fmla="*/ 1793149 h 1978172"/>
              <a:gd name="connsiteX179" fmla="*/ 1186881 w 10768629"/>
              <a:gd name="connsiteY179" fmla="*/ 1768613 h 1978172"/>
              <a:gd name="connsiteX180" fmla="*/ 1162595 w 10768629"/>
              <a:gd name="connsiteY180" fmla="*/ 1758337 h 1978172"/>
              <a:gd name="connsiteX181" fmla="*/ 1128523 w 10768629"/>
              <a:gd name="connsiteY181" fmla="*/ 1763621 h 1978172"/>
              <a:gd name="connsiteX182" fmla="*/ 991903 w 10768629"/>
              <a:gd name="connsiteY182" fmla="*/ 1786741 h 1978172"/>
              <a:gd name="connsiteX183" fmla="*/ 883960 w 10768629"/>
              <a:gd name="connsiteY183" fmla="*/ 1822386 h 1978172"/>
              <a:gd name="connsiteX184" fmla="*/ 766531 w 10768629"/>
              <a:gd name="connsiteY184" fmla="*/ 1805053 h 1978172"/>
              <a:gd name="connsiteX185" fmla="*/ 669779 w 10768629"/>
              <a:gd name="connsiteY185" fmla="*/ 1800537 h 1978172"/>
              <a:gd name="connsiteX186" fmla="*/ 523898 w 10768629"/>
              <a:gd name="connsiteY186" fmla="*/ 1811085 h 1978172"/>
              <a:gd name="connsiteX187" fmla="*/ 360251 w 10768629"/>
              <a:gd name="connsiteY187" fmla="*/ 1830735 h 1978172"/>
              <a:gd name="connsiteX188" fmla="*/ 255207 w 10768629"/>
              <a:gd name="connsiteY188" fmla="*/ 1818275 h 1978172"/>
              <a:gd name="connsiteX189" fmla="*/ 101803 w 10768629"/>
              <a:gd name="connsiteY189" fmla="*/ 1870647 h 1978172"/>
              <a:gd name="connsiteX190" fmla="*/ 25397 w 10768629"/>
              <a:gd name="connsiteY190" fmla="*/ 1888443 h 1978172"/>
              <a:gd name="connsiteX191" fmla="*/ 2370 w 10768629"/>
              <a:gd name="connsiteY191" fmla="*/ 1878311 h 1978172"/>
              <a:gd name="connsiteX192" fmla="*/ 0 w 10768629"/>
              <a:gd name="connsiteY192" fmla="*/ 1878785 h 1978172"/>
              <a:gd name="connsiteX193" fmla="*/ 0 w 10768629"/>
              <a:gd name="connsiteY193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316893 w 10768629"/>
              <a:gd name="connsiteY28" fmla="*/ 491390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79948 w 10768629"/>
              <a:gd name="connsiteY35" fmla="*/ 576062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407128 w 10768629"/>
              <a:gd name="connsiteY46" fmla="*/ 961344 h 1978172"/>
              <a:gd name="connsiteX47" fmla="*/ 8380548 w 10768629"/>
              <a:gd name="connsiteY47" fmla="*/ 987916 h 1978172"/>
              <a:gd name="connsiteX48" fmla="*/ 8379462 w 10768629"/>
              <a:gd name="connsiteY48" fmla="*/ 987106 h 1978172"/>
              <a:gd name="connsiteX49" fmla="*/ 8369725 w 10768629"/>
              <a:gd name="connsiteY49" fmla="*/ 989186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69666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43525 w 10768629"/>
              <a:gd name="connsiteY78" fmla="*/ 1179064 h 1978172"/>
              <a:gd name="connsiteX79" fmla="*/ 7685942 w 10768629"/>
              <a:gd name="connsiteY79" fmla="*/ 1233723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07190 w 10768629"/>
              <a:gd name="connsiteY82" fmla="*/ 1314737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57384 w 10768629"/>
              <a:gd name="connsiteY141" fmla="*/ 1683952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20200 w 10768629"/>
              <a:gd name="connsiteY151" fmla="*/ 1873173 h 1978172"/>
              <a:gd name="connsiteX152" fmla="*/ 4105361 w 10768629"/>
              <a:gd name="connsiteY152" fmla="*/ 1894711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76289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90336 w 10768629"/>
              <a:gd name="connsiteY159" fmla="*/ 1925039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57504 w 10768629"/>
              <a:gd name="connsiteY162" fmla="*/ 1957276 h 1978172"/>
              <a:gd name="connsiteX163" fmla="*/ 3115176 w 10768629"/>
              <a:gd name="connsiteY163" fmla="*/ 1943459 h 1978172"/>
              <a:gd name="connsiteX164" fmla="*/ 3005773 w 10768629"/>
              <a:gd name="connsiteY164" fmla="*/ 1915878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1967996 w 10768629"/>
              <a:gd name="connsiteY173" fmla="*/ 1953187 h 1978172"/>
              <a:gd name="connsiteX174" fmla="*/ 1855805 w 10768629"/>
              <a:gd name="connsiteY174" fmla="*/ 1926082 h 1978172"/>
              <a:gd name="connsiteX175" fmla="*/ 1790957 w 10768629"/>
              <a:gd name="connsiteY175" fmla="*/ 1919460 h 1978172"/>
              <a:gd name="connsiteX176" fmla="*/ 1613978 w 10768629"/>
              <a:gd name="connsiteY176" fmla="*/ 1891581 h 1978172"/>
              <a:gd name="connsiteX177" fmla="*/ 1436831 w 10768629"/>
              <a:gd name="connsiteY177" fmla="*/ 1856201 h 1978172"/>
              <a:gd name="connsiteX178" fmla="*/ 1332568 w 10768629"/>
              <a:gd name="connsiteY178" fmla="*/ 1793149 h 1978172"/>
              <a:gd name="connsiteX179" fmla="*/ 1186881 w 10768629"/>
              <a:gd name="connsiteY179" fmla="*/ 1768613 h 1978172"/>
              <a:gd name="connsiteX180" fmla="*/ 1162595 w 10768629"/>
              <a:gd name="connsiteY180" fmla="*/ 1758337 h 1978172"/>
              <a:gd name="connsiteX181" fmla="*/ 1128523 w 10768629"/>
              <a:gd name="connsiteY181" fmla="*/ 1763621 h 1978172"/>
              <a:gd name="connsiteX182" fmla="*/ 991903 w 10768629"/>
              <a:gd name="connsiteY182" fmla="*/ 1786741 h 1978172"/>
              <a:gd name="connsiteX183" fmla="*/ 883960 w 10768629"/>
              <a:gd name="connsiteY183" fmla="*/ 1822386 h 1978172"/>
              <a:gd name="connsiteX184" fmla="*/ 766531 w 10768629"/>
              <a:gd name="connsiteY184" fmla="*/ 1805053 h 1978172"/>
              <a:gd name="connsiteX185" fmla="*/ 669779 w 10768629"/>
              <a:gd name="connsiteY185" fmla="*/ 1800537 h 1978172"/>
              <a:gd name="connsiteX186" fmla="*/ 523898 w 10768629"/>
              <a:gd name="connsiteY186" fmla="*/ 1811085 h 1978172"/>
              <a:gd name="connsiteX187" fmla="*/ 360251 w 10768629"/>
              <a:gd name="connsiteY187" fmla="*/ 1830735 h 1978172"/>
              <a:gd name="connsiteX188" fmla="*/ 255207 w 10768629"/>
              <a:gd name="connsiteY188" fmla="*/ 1818275 h 1978172"/>
              <a:gd name="connsiteX189" fmla="*/ 101803 w 10768629"/>
              <a:gd name="connsiteY189" fmla="*/ 1870647 h 1978172"/>
              <a:gd name="connsiteX190" fmla="*/ 25397 w 10768629"/>
              <a:gd name="connsiteY190" fmla="*/ 1888443 h 1978172"/>
              <a:gd name="connsiteX191" fmla="*/ 2370 w 10768629"/>
              <a:gd name="connsiteY191" fmla="*/ 1878311 h 1978172"/>
              <a:gd name="connsiteX192" fmla="*/ 0 w 10768629"/>
              <a:gd name="connsiteY192" fmla="*/ 1878785 h 1978172"/>
              <a:gd name="connsiteX193" fmla="*/ 0 w 10768629"/>
              <a:gd name="connsiteY193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316893 w 10768629"/>
              <a:gd name="connsiteY28" fmla="*/ 491390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79948 w 10768629"/>
              <a:gd name="connsiteY35" fmla="*/ 576062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407128 w 10768629"/>
              <a:gd name="connsiteY46" fmla="*/ 961344 h 1978172"/>
              <a:gd name="connsiteX47" fmla="*/ 8380548 w 10768629"/>
              <a:gd name="connsiteY47" fmla="*/ 987916 h 1978172"/>
              <a:gd name="connsiteX48" fmla="*/ 8379462 w 10768629"/>
              <a:gd name="connsiteY48" fmla="*/ 987106 h 1978172"/>
              <a:gd name="connsiteX49" fmla="*/ 8369725 w 10768629"/>
              <a:gd name="connsiteY49" fmla="*/ 989186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69666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43525 w 10768629"/>
              <a:gd name="connsiteY78" fmla="*/ 1179064 h 1978172"/>
              <a:gd name="connsiteX79" fmla="*/ 7685942 w 10768629"/>
              <a:gd name="connsiteY79" fmla="*/ 1233723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07190 w 10768629"/>
              <a:gd name="connsiteY82" fmla="*/ 1314737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57384 w 10768629"/>
              <a:gd name="connsiteY141" fmla="*/ 1683952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20200 w 10768629"/>
              <a:gd name="connsiteY151" fmla="*/ 1873173 h 1978172"/>
              <a:gd name="connsiteX152" fmla="*/ 4105361 w 10768629"/>
              <a:gd name="connsiteY152" fmla="*/ 1894711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76289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90336 w 10768629"/>
              <a:gd name="connsiteY159" fmla="*/ 1925039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57504 w 10768629"/>
              <a:gd name="connsiteY162" fmla="*/ 1957276 h 1978172"/>
              <a:gd name="connsiteX163" fmla="*/ 3115176 w 10768629"/>
              <a:gd name="connsiteY163" fmla="*/ 1943459 h 1978172"/>
              <a:gd name="connsiteX164" fmla="*/ 3005773 w 10768629"/>
              <a:gd name="connsiteY164" fmla="*/ 1915878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1967996 w 10768629"/>
              <a:gd name="connsiteY173" fmla="*/ 1953187 h 1978172"/>
              <a:gd name="connsiteX174" fmla="*/ 1855805 w 10768629"/>
              <a:gd name="connsiteY174" fmla="*/ 1926082 h 1978172"/>
              <a:gd name="connsiteX175" fmla="*/ 1790957 w 10768629"/>
              <a:gd name="connsiteY175" fmla="*/ 1919460 h 1978172"/>
              <a:gd name="connsiteX176" fmla="*/ 1613978 w 10768629"/>
              <a:gd name="connsiteY176" fmla="*/ 1891581 h 1978172"/>
              <a:gd name="connsiteX177" fmla="*/ 1436831 w 10768629"/>
              <a:gd name="connsiteY177" fmla="*/ 1856201 h 1978172"/>
              <a:gd name="connsiteX178" fmla="*/ 1332568 w 10768629"/>
              <a:gd name="connsiteY178" fmla="*/ 1793149 h 1978172"/>
              <a:gd name="connsiteX179" fmla="*/ 1186881 w 10768629"/>
              <a:gd name="connsiteY179" fmla="*/ 1768613 h 1978172"/>
              <a:gd name="connsiteX180" fmla="*/ 1162595 w 10768629"/>
              <a:gd name="connsiteY180" fmla="*/ 1758337 h 1978172"/>
              <a:gd name="connsiteX181" fmla="*/ 1128523 w 10768629"/>
              <a:gd name="connsiteY181" fmla="*/ 1763621 h 1978172"/>
              <a:gd name="connsiteX182" fmla="*/ 991903 w 10768629"/>
              <a:gd name="connsiteY182" fmla="*/ 1786741 h 1978172"/>
              <a:gd name="connsiteX183" fmla="*/ 883960 w 10768629"/>
              <a:gd name="connsiteY183" fmla="*/ 1822386 h 1978172"/>
              <a:gd name="connsiteX184" fmla="*/ 766531 w 10768629"/>
              <a:gd name="connsiteY184" fmla="*/ 1805053 h 1978172"/>
              <a:gd name="connsiteX185" fmla="*/ 669779 w 10768629"/>
              <a:gd name="connsiteY185" fmla="*/ 1800537 h 1978172"/>
              <a:gd name="connsiteX186" fmla="*/ 523898 w 10768629"/>
              <a:gd name="connsiteY186" fmla="*/ 1811085 h 1978172"/>
              <a:gd name="connsiteX187" fmla="*/ 360251 w 10768629"/>
              <a:gd name="connsiteY187" fmla="*/ 1830735 h 1978172"/>
              <a:gd name="connsiteX188" fmla="*/ 255207 w 10768629"/>
              <a:gd name="connsiteY188" fmla="*/ 1818275 h 1978172"/>
              <a:gd name="connsiteX189" fmla="*/ 101803 w 10768629"/>
              <a:gd name="connsiteY189" fmla="*/ 1870647 h 1978172"/>
              <a:gd name="connsiteX190" fmla="*/ 25397 w 10768629"/>
              <a:gd name="connsiteY190" fmla="*/ 1888443 h 1978172"/>
              <a:gd name="connsiteX191" fmla="*/ 2370 w 10768629"/>
              <a:gd name="connsiteY191" fmla="*/ 1878311 h 1978172"/>
              <a:gd name="connsiteX192" fmla="*/ 0 w 10768629"/>
              <a:gd name="connsiteY192" fmla="*/ 1878785 h 1978172"/>
              <a:gd name="connsiteX193" fmla="*/ 0 w 10768629"/>
              <a:gd name="connsiteY193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316893 w 10768629"/>
              <a:gd name="connsiteY28" fmla="*/ 491390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79948 w 10768629"/>
              <a:gd name="connsiteY35" fmla="*/ 576062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407128 w 10768629"/>
              <a:gd name="connsiteY46" fmla="*/ 961344 h 1978172"/>
              <a:gd name="connsiteX47" fmla="*/ 8380548 w 10768629"/>
              <a:gd name="connsiteY47" fmla="*/ 987916 h 1978172"/>
              <a:gd name="connsiteX48" fmla="*/ 8379462 w 10768629"/>
              <a:gd name="connsiteY48" fmla="*/ 987106 h 1978172"/>
              <a:gd name="connsiteX49" fmla="*/ 8369725 w 10768629"/>
              <a:gd name="connsiteY49" fmla="*/ 989186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69666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43525 w 10768629"/>
              <a:gd name="connsiteY78" fmla="*/ 1179064 h 1978172"/>
              <a:gd name="connsiteX79" fmla="*/ 7685942 w 10768629"/>
              <a:gd name="connsiteY79" fmla="*/ 1233723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07190 w 10768629"/>
              <a:gd name="connsiteY82" fmla="*/ 1314737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57384 w 10768629"/>
              <a:gd name="connsiteY141" fmla="*/ 1683952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20200 w 10768629"/>
              <a:gd name="connsiteY151" fmla="*/ 1873173 h 1978172"/>
              <a:gd name="connsiteX152" fmla="*/ 4105361 w 10768629"/>
              <a:gd name="connsiteY152" fmla="*/ 1894711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76289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90336 w 10768629"/>
              <a:gd name="connsiteY159" fmla="*/ 1925039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57504 w 10768629"/>
              <a:gd name="connsiteY162" fmla="*/ 1957276 h 1978172"/>
              <a:gd name="connsiteX163" fmla="*/ 3115176 w 10768629"/>
              <a:gd name="connsiteY163" fmla="*/ 1943459 h 1978172"/>
              <a:gd name="connsiteX164" fmla="*/ 3005773 w 10768629"/>
              <a:gd name="connsiteY164" fmla="*/ 1915878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1967996 w 10768629"/>
              <a:gd name="connsiteY173" fmla="*/ 1953187 h 1978172"/>
              <a:gd name="connsiteX174" fmla="*/ 1855805 w 10768629"/>
              <a:gd name="connsiteY174" fmla="*/ 1926082 h 1978172"/>
              <a:gd name="connsiteX175" fmla="*/ 1790957 w 10768629"/>
              <a:gd name="connsiteY175" fmla="*/ 1919460 h 1978172"/>
              <a:gd name="connsiteX176" fmla="*/ 1613978 w 10768629"/>
              <a:gd name="connsiteY176" fmla="*/ 1891581 h 1978172"/>
              <a:gd name="connsiteX177" fmla="*/ 1436831 w 10768629"/>
              <a:gd name="connsiteY177" fmla="*/ 1856201 h 1978172"/>
              <a:gd name="connsiteX178" fmla="*/ 1357365 w 10768629"/>
              <a:gd name="connsiteY178" fmla="*/ 1832140 h 1978172"/>
              <a:gd name="connsiteX179" fmla="*/ 1186881 w 10768629"/>
              <a:gd name="connsiteY179" fmla="*/ 1768613 h 1978172"/>
              <a:gd name="connsiteX180" fmla="*/ 1162595 w 10768629"/>
              <a:gd name="connsiteY180" fmla="*/ 1758337 h 1978172"/>
              <a:gd name="connsiteX181" fmla="*/ 1128523 w 10768629"/>
              <a:gd name="connsiteY181" fmla="*/ 1763621 h 1978172"/>
              <a:gd name="connsiteX182" fmla="*/ 991903 w 10768629"/>
              <a:gd name="connsiteY182" fmla="*/ 1786741 h 1978172"/>
              <a:gd name="connsiteX183" fmla="*/ 883960 w 10768629"/>
              <a:gd name="connsiteY183" fmla="*/ 1822386 h 1978172"/>
              <a:gd name="connsiteX184" fmla="*/ 766531 w 10768629"/>
              <a:gd name="connsiteY184" fmla="*/ 1805053 h 1978172"/>
              <a:gd name="connsiteX185" fmla="*/ 669779 w 10768629"/>
              <a:gd name="connsiteY185" fmla="*/ 1800537 h 1978172"/>
              <a:gd name="connsiteX186" fmla="*/ 523898 w 10768629"/>
              <a:gd name="connsiteY186" fmla="*/ 1811085 h 1978172"/>
              <a:gd name="connsiteX187" fmla="*/ 360251 w 10768629"/>
              <a:gd name="connsiteY187" fmla="*/ 1830735 h 1978172"/>
              <a:gd name="connsiteX188" fmla="*/ 255207 w 10768629"/>
              <a:gd name="connsiteY188" fmla="*/ 1818275 h 1978172"/>
              <a:gd name="connsiteX189" fmla="*/ 101803 w 10768629"/>
              <a:gd name="connsiteY189" fmla="*/ 1870647 h 1978172"/>
              <a:gd name="connsiteX190" fmla="*/ 25397 w 10768629"/>
              <a:gd name="connsiteY190" fmla="*/ 1888443 h 1978172"/>
              <a:gd name="connsiteX191" fmla="*/ 2370 w 10768629"/>
              <a:gd name="connsiteY191" fmla="*/ 1878311 h 1978172"/>
              <a:gd name="connsiteX192" fmla="*/ 0 w 10768629"/>
              <a:gd name="connsiteY192" fmla="*/ 1878785 h 1978172"/>
              <a:gd name="connsiteX193" fmla="*/ 0 w 10768629"/>
              <a:gd name="connsiteY193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316893 w 10768629"/>
              <a:gd name="connsiteY28" fmla="*/ 491390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79948 w 10768629"/>
              <a:gd name="connsiteY35" fmla="*/ 576062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407128 w 10768629"/>
              <a:gd name="connsiteY46" fmla="*/ 961344 h 1978172"/>
              <a:gd name="connsiteX47" fmla="*/ 8380548 w 10768629"/>
              <a:gd name="connsiteY47" fmla="*/ 987916 h 1978172"/>
              <a:gd name="connsiteX48" fmla="*/ 8379462 w 10768629"/>
              <a:gd name="connsiteY48" fmla="*/ 987106 h 1978172"/>
              <a:gd name="connsiteX49" fmla="*/ 8369725 w 10768629"/>
              <a:gd name="connsiteY49" fmla="*/ 989186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69666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43525 w 10768629"/>
              <a:gd name="connsiteY78" fmla="*/ 1179064 h 1978172"/>
              <a:gd name="connsiteX79" fmla="*/ 7685942 w 10768629"/>
              <a:gd name="connsiteY79" fmla="*/ 1233723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07190 w 10768629"/>
              <a:gd name="connsiteY82" fmla="*/ 1314737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57384 w 10768629"/>
              <a:gd name="connsiteY141" fmla="*/ 1683952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20200 w 10768629"/>
              <a:gd name="connsiteY151" fmla="*/ 1873173 h 1978172"/>
              <a:gd name="connsiteX152" fmla="*/ 4105361 w 10768629"/>
              <a:gd name="connsiteY152" fmla="*/ 1894711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76289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90336 w 10768629"/>
              <a:gd name="connsiteY159" fmla="*/ 1925039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57504 w 10768629"/>
              <a:gd name="connsiteY162" fmla="*/ 1957276 h 1978172"/>
              <a:gd name="connsiteX163" fmla="*/ 3115176 w 10768629"/>
              <a:gd name="connsiteY163" fmla="*/ 1943459 h 1978172"/>
              <a:gd name="connsiteX164" fmla="*/ 3005773 w 10768629"/>
              <a:gd name="connsiteY164" fmla="*/ 1915878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1967996 w 10768629"/>
              <a:gd name="connsiteY173" fmla="*/ 1953187 h 1978172"/>
              <a:gd name="connsiteX174" fmla="*/ 1855805 w 10768629"/>
              <a:gd name="connsiteY174" fmla="*/ 1926082 h 1978172"/>
              <a:gd name="connsiteX175" fmla="*/ 1790957 w 10768629"/>
              <a:gd name="connsiteY175" fmla="*/ 1919460 h 1978172"/>
              <a:gd name="connsiteX176" fmla="*/ 1613978 w 10768629"/>
              <a:gd name="connsiteY176" fmla="*/ 1891581 h 1978172"/>
              <a:gd name="connsiteX177" fmla="*/ 1436831 w 10768629"/>
              <a:gd name="connsiteY177" fmla="*/ 1856201 h 1978172"/>
              <a:gd name="connsiteX178" fmla="*/ 1357365 w 10768629"/>
              <a:gd name="connsiteY178" fmla="*/ 1832140 h 1978172"/>
              <a:gd name="connsiteX179" fmla="*/ 1186881 w 10768629"/>
              <a:gd name="connsiteY179" fmla="*/ 1768613 h 1978172"/>
              <a:gd name="connsiteX180" fmla="*/ 1162595 w 10768629"/>
              <a:gd name="connsiteY180" fmla="*/ 1758337 h 1978172"/>
              <a:gd name="connsiteX181" fmla="*/ 1128523 w 10768629"/>
              <a:gd name="connsiteY181" fmla="*/ 1763621 h 1978172"/>
              <a:gd name="connsiteX182" fmla="*/ 991903 w 10768629"/>
              <a:gd name="connsiteY182" fmla="*/ 1786741 h 1978172"/>
              <a:gd name="connsiteX183" fmla="*/ 883960 w 10768629"/>
              <a:gd name="connsiteY183" fmla="*/ 1822386 h 1978172"/>
              <a:gd name="connsiteX184" fmla="*/ 766531 w 10768629"/>
              <a:gd name="connsiteY184" fmla="*/ 1805053 h 1978172"/>
              <a:gd name="connsiteX185" fmla="*/ 669779 w 10768629"/>
              <a:gd name="connsiteY185" fmla="*/ 1800537 h 1978172"/>
              <a:gd name="connsiteX186" fmla="*/ 523898 w 10768629"/>
              <a:gd name="connsiteY186" fmla="*/ 1811085 h 1978172"/>
              <a:gd name="connsiteX187" fmla="*/ 360251 w 10768629"/>
              <a:gd name="connsiteY187" fmla="*/ 1830735 h 1978172"/>
              <a:gd name="connsiteX188" fmla="*/ 255207 w 10768629"/>
              <a:gd name="connsiteY188" fmla="*/ 1818275 h 1978172"/>
              <a:gd name="connsiteX189" fmla="*/ 101803 w 10768629"/>
              <a:gd name="connsiteY189" fmla="*/ 1870647 h 1978172"/>
              <a:gd name="connsiteX190" fmla="*/ 25397 w 10768629"/>
              <a:gd name="connsiteY190" fmla="*/ 1888443 h 1978172"/>
              <a:gd name="connsiteX191" fmla="*/ 2370 w 10768629"/>
              <a:gd name="connsiteY191" fmla="*/ 1878311 h 1978172"/>
              <a:gd name="connsiteX192" fmla="*/ 0 w 10768629"/>
              <a:gd name="connsiteY192" fmla="*/ 1878785 h 1978172"/>
              <a:gd name="connsiteX193" fmla="*/ 0 w 10768629"/>
              <a:gd name="connsiteY193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316893 w 10768629"/>
              <a:gd name="connsiteY28" fmla="*/ 491390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79948 w 10768629"/>
              <a:gd name="connsiteY35" fmla="*/ 576062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407128 w 10768629"/>
              <a:gd name="connsiteY46" fmla="*/ 961344 h 1978172"/>
              <a:gd name="connsiteX47" fmla="*/ 8380548 w 10768629"/>
              <a:gd name="connsiteY47" fmla="*/ 987916 h 1978172"/>
              <a:gd name="connsiteX48" fmla="*/ 8379462 w 10768629"/>
              <a:gd name="connsiteY48" fmla="*/ 987106 h 1978172"/>
              <a:gd name="connsiteX49" fmla="*/ 8369725 w 10768629"/>
              <a:gd name="connsiteY49" fmla="*/ 989186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69666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43525 w 10768629"/>
              <a:gd name="connsiteY78" fmla="*/ 1179064 h 1978172"/>
              <a:gd name="connsiteX79" fmla="*/ 7685942 w 10768629"/>
              <a:gd name="connsiteY79" fmla="*/ 1233723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07190 w 10768629"/>
              <a:gd name="connsiteY82" fmla="*/ 1314737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57384 w 10768629"/>
              <a:gd name="connsiteY141" fmla="*/ 1683952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20200 w 10768629"/>
              <a:gd name="connsiteY151" fmla="*/ 1873173 h 1978172"/>
              <a:gd name="connsiteX152" fmla="*/ 4105361 w 10768629"/>
              <a:gd name="connsiteY152" fmla="*/ 1894711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76289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90336 w 10768629"/>
              <a:gd name="connsiteY159" fmla="*/ 1925039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57504 w 10768629"/>
              <a:gd name="connsiteY162" fmla="*/ 1957276 h 1978172"/>
              <a:gd name="connsiteX163" fmla="*/ 3115176 w 10768629"/>
              <a:gd name="connsiteY163" fmla="*/ 1943459 h 1978172"/>
              <a:gd name="connsiteX164" fmla="*/ 3005773 w 10768629"/>
              <a:gd name="connsiteY164" fmla="*/ 1915878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1967996 w 10768629"/>
              <a:gd name="connsiteY173" fmla="*/ 1953187 h 1978172"/>
              <a:gd name="connsiteX174" fmla="*/ 1855805 w 10768629"/>
              <a:gd name="connsiteY174" fmla="*/ 1926082 h 1978172"/>
              <a:gd name="connsiteX175" fmla="*/ 1790957 w 10768629"/>
              <a:gd name="connsiteY175" fmla="*/ 1919460 h 1978172"/>
              <a:gd name="connsiteX176" fmla="*/ 1613978 w 10768629"/>
              <a:gd name="connsiteY176" fmla="*/ 1891581 h 1978172"/>
              <a:gd name="connsiteX177" fmla="*/ 1436831 w 10768629"/>
              <a:gd name="connsiteY177" fmla="*/ 1856201 h 1978172"/>
              <a:gd name="connsiteX178" fmla="*/ 1357365 w 10768629"/>
              <a:gd name="connsiteY178" fmla="*/ 1832140 h 1978172"/>
              <a:gd name="connsiteX179" fmla="*/ 1232341 w 10768629"/>
              <a:gd name="connsiteY179" fmla="*/ 1785942 h 1978172"/>
              <a:gd name="connsiteX180" fmla="*/ 1162595 w 10768629"/>
              <a:gd name="connsiteY180" fmla="*/ 1758337 h 1978172"/>
              <a:gd name="connsiteX181" fmla="*/ 1128523 w 10768629"/>
              <a:gd name="connsiteY181" fmla="*/ 1763621 h 1978172"/>
              <a:gd name="connsiteX182" fmla="*/ 991903 w 10768629"/>
              <a:gd name="connsiteY182" fmla="*/ 1786741 h 1978172"/>
              <a:gd name="connsiteX183" fmla="*/ 883960 w 10768629"/>
              <a:gd name="connsiteY183" fmla="*/ 1822386 h 1978172"/>
              <a:gd name="connsiteX184" fmla="*/ 766531 w 10768629"/>
              <a:gd name="connsiteY184" fmla="*/ 1805053 h 1978172"/>
              <a:gd name="connsiteX185" fmla="*/ 669779 w 10768629"/>
              <a:gd name="connsiteY185" fmla="*/ 1800537 h 1978172"/>
              <a:gd name="connsiteX186" fmla="*/ 523898 w 10768629"/>
              <a:gd name="connsiteY186" fmla="*/ 1811085 h 1978172"/>
              <a:gd name="connsiteX187" fmla="*/ 360251 w 10768629"/>
              <a:gd name="connsiteY187" fmla="*/ 1830735 h 1978172"/>
              <a:gd name="connsiteX188" fmla="*/ 255207 w 10768629"/>
              <a:gd name="connsiteY188" fmla="*/ 1818275 h 1978172"/>
              <a:gd name="connsiteX189" fmla="*/ 101803 w 10768629"/>
              <a:gd name="connsiteY189" fmla="*/ 1870647 h 1978172"/>
              <a:gd name="connsiteX190" fmla="*/ 25397 w 10768629"/>
              <a:gd name="connsiteY190" fmla="*/ 1888443 h 1978172"/>
              <a:gd name="connsiteX191" fmla="*/ 2370 w 10768629"/>
              <a:gd name="connsiteY191" fmla="*/ 1878311 h 1978172"/>
              <a:gd name="connsiteX192" fmla="*/ 0 w 10768629"/>
              <a:gd name="connsiteY192" fmla="*/ 1878785 h 1978172"/>
              <a:gd name="connsiteX193" fmla="*/ 0 w 10768629"/>
              <a:gd name="connsiteY193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316893 w 10768629"/>
              <a:gd name="connsiteY28" fmla="*/ 491390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79948 w 10768629"/>
              <a:gd name="connsiteY35" fmla="*/ 576062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407128 w 10768629"/>
              <a:gd name="connsiteY46" fmla="*/ 961344 h 1978172"/>
              <a:gd name="connsiteX47" fmla="*/ 8380548 w 10768629"/>
              <a:gd name="connsiteY47" fmla="*/ 987916 h 1978172"/>
              <a:gd name="connsiteX48" fmla="*/ 8379462 w 10768629"/>
              <a:gd name="connsiteY48" fmla="*/ 987106 h 1978172"/>
              <a:gd name="connsiteX49" fmla="*/ 8369725 w 10768629"/>
              <a:gd name="connsiteY49" fmla="*/ 989186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69666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43525 w 10768629"/>
              <a:gd name="connsiteY78" fmla="*/ 1179064 h 1978172"/>
              <a:gd name="connsiteX79" fmla="*/ 7685942 w 10768629"/>
              <a:gd name="connsiteY79" fmla="*/ 1233723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07190 w 10768629"/>
              <a:gd name="connsiteY82" fmla="*/ 1314737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57384 w 10768629"/>
              <a:gd name="connsiteY141" fmla="*/ 1683952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20200 w 10768629"/>
              <a:gd name="connsiteY151" fmla="*/ 1873173 h 1978172"/>
              <a:gd name="connsiteX152" fmla="*/ 4105361 w 10768629"/>
              <a:gd name="connsiteY152" fmla="*/ 1894711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76289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90336 w 10768629"/>
              <a:gd name="connsiteY159" fmla="*/ 1925039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57504 w 10768629"/>
              <a:gd name="connsiteY162" fmla="*/ 1957276 h 1978172"/>
              <a:gd name="connsiteX163" fmla="*/ 3115176 w 10768629"/>
              <a:gd name="connsiteY163" fmla="*/ 1943459 h 1978172"/>
              <a:gd name="connsiteX164" fmla="*/ 3005773 w 10768629"/>
              <a:gd name="connsiteY164" fmla="*/ 1915878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1967996 w 10768629"/>
              <a:gd name="connsiteY173" fmla="*/ 1953187 h 1978172"/>
              <a:gd name="connsiteX174" fmla="*/ 1855805 w 10768629"/>
              <a:gd name="connsiteY174" fmla="*/ 1926082 h 1978172"/>
              <a:gd name="connsiteX175" fmla="*/ 1790957 w 10768629"/>
              <a:gd name="connsiteY175" fmla="*/ 1919460 h 1978172"/>
              <a:gd name="connsiteX176" fmla="*/ 1613978 w 10768629"/>
              <a:gd name="connsiteY176" fmla="*/ 1891581 h 1978172"/>
              <a:gd name="connsiteX177" fmla="*/ 1436831 w 10768629"/>
              <a:gd name="connsiteY177" fmla="*/ 1856201 h 1978172"/>
              <a:gd name="connsiteX178" fmla="*/ 1357365 w 10768629"/>
              <a:gd name="connsiteY178" fmla="*/ 1832140 h 1978172"/>
              <a:gd name="connsiteX179" fmla="*/ 1232341 w 10768629"/>
              <a:gd name="connsiteY179" fmla="*/ 1785942 h 1978172"/>
              <a:gd name="connsiteX180" fmla="*/ 1162595 w 10768629"/>
              <a:gd name="connsiteY180" fmla="*/ 1758337 h 1978172"/>
              <a:gd name="connsiteX181" fmla="*/ 1128523 w 10768629"/>
              <a:gd name="connsiteY181" fmla="*/ 1763621 h 1978172"/>
              <a:gd name="connsiteX182" fmla="*/ 991903 w 10768629"/>
              <a:gd name="connsiteY182" fmla="*/ 1786741 h 1978172"/>
              <a:gd name="connsiteX183" fmla="*/ 883960 w 10768629"/>
              <a:gd name="connsiteY183" fmla="*/ 1822386 h 1978172"/>
              <a:gd name="connsiteX184" fmla="*/ 766531 w 10768629"/>
              <a:gd name="connsiteY184" fmla="*/ 1805053 h 1978172"/>
              <a:gd name="connsiteX185" fmla="*/ 669779 w 10768629"/>
              <a:gd name="connsiteY185" fmla="*/ 1800537 h 1978172"/>
              <a:gd name="connsiteX186" fmla="*/ 523898 w 10768629"/>
              <a:gd name="connsiteY186" fmla="*/ 1811085 h 1978172"/>
              <a:gd name="connsiteX187" fmla="*/ 360251 w 10768629"/>
              <a:gd name="connsiteY187" fmla="*/ 1830735 h 1978172"/>
              <a:gd name="connsiteX188" fmla="*/ 255207 w 10768629"/>
              <a:gd name="connsiteY188" fmla="*/ 1818275 h 1978172"/>
              <a:gd name="connsiteX189" fmla="*/ 101803 w 10768629"/>
              <a:gd name="connsiteY189" fmla="*/ 1870647 h 1978172"/>
              <a:gd name="connsiteX190" fmla="*/ 25397 w 10768629"/>
              <a:gd name="connsiteY190" fmla="*/ 1888443 h 1978172"/>
              <a:gd name="connsiteX191" fmla="*/ 2370 w 10768629"/>
              <a:gd name="connsiteY191" fmla="*/ 1878311 h 1978172"/>
              <a:gd name="connsiteX192" fmla="*/ 0 w 10768629"/>
              <a:gd name="connsiteY192" fmla="*/ 1878785 h 1978172"/>
              <a:gd name="connsiteX193" fmla="*/ 0 w 10768629"/>
              <a:gd name="connsiteY193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316893 w 10768629"/>
              <a:gd name="connsiteY28" fmla="*/ 491390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79948 w 10768629"/>
              <a:gd name="connsiteY35" fmla="*/ 576062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407128 w 10768629"/>
              <a:gd name="connsiteY46" fmla="*/ 961344 h 1978172"/>
              <a:gd name="connsiteX47" fmla="*/ 8380548 w 10768629"/>
              <a:gd name="connsiteY47" fmla="*/ 987916 h 1978172"/>
              <a:gd name="connsiteX48" fmla="*/ 8379462 w 10768629"/>
              <a:gd name="connsiteY48" fmla="*/ 987106 h 1978172"/>
              <a:gd name="connsiteX49" fmla="*/ 8369725 w 10768629"/>
              <a:gd name="connsiteY49" fmla="*/ 989186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69666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43525 w 10768629"/>
              <a:gd name="connsiteY78" fmla="*/ 1179064 h 1978172"/>
              <a:gd name="connsiteX79" fmla="*/ 7685942 w 10768629"/>
              <a:gd name="connsiteY79" fmla="*/ 1233723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07190 w 10768629"/>
              <a:gd name="connsiteY82" fmla="*/ 1314737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57384 w 10768629"/>
              <a:gd name="connsiteY141" fmla="*/ 1683952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20200 w 10768629"/>
              <a:gd name="connsiteY151" fmla="*/ 1873173 h 1978172"/>
              <a:gd name="connsiteX152" fmla="*/ 4105361 w 10768629"/>
              <a:gd name="connsiteY152" fmla="*/ 1894711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76289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90336 w 10768629"/>
              <a:gd name="connsiteY159" fmla="*/ 1925039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57504 w 10768629"/>
              <a:gd name="connsiteY162" fmla="*/ 1957276 h 1978172"/>
              <a:gd name="connsiteX163" fmla="*/ 3115176 w 10768629"/>
              <a:gd name="connsiteY163" fmla="*/ 1943459 h 1978172"/>
              <a:gd name="connsiteX164" fmla="*/ 3005773 w 10768629"/>
              <a:gd name="connsiteY164" fmla="*/ 1915878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2033299 w 10768629"/>
              <a:gd name="connsiteY173" fmla="*/ 1969042 h 1978172"/>
              <a:gd name="connsiteX174" fmla="*/ 1967996 w 10768629"/>
              <a:gd name="connsiteY174" fmla="*/ 1953187 h 1978172"/>
              <a:gd name="connsiteX175" fmla="*/ 1855805 w 10768629"/>
              <a:gd name="connsiteY175" fmla="*/ 1926082 h 1978172"/>
              <a:gd name="connsiteX176" fmla="*/ 1790957 w 10768629"/>
              <a:gd name="connsiteY176" fmla="*/ 1919460 h 1978172"/>
              <a:gd name="connsiteX177" fmla="*/ 1613978 w 10768629"/>
              <a:gd name="connsiteY177" fmla="*/ 1891581 h 1978172"/>
              <a:gd name="connsiteX178" fmla="*/ 1436831 w 10768629"/>
              <a:gd name="connsiteY178" fmla="*/ 1856201 h 1978172"/>
              <a:gd name="connsiteX179" fmla="*/ 1357365 w 10768629"/>
              <a:gd name="connsiteY179" fmla="*/ 1832140 h 1978172"/>
              <a:gd name="connsiteX180" fmla="*/ 1232341 w 10768629"/>
              <a:gd name="connsiteY180" fmla="*/ 1785942 h 1978172"/>
              <a:gd name="connsiteX181" fmla="*/ 1162595 w 10768629"/>
              <a:gd name="connsiteY181" fmla="*/ 1758337 h 1978172"/>
              <a:gd name="connsiteX182" fmla="*/ 1128523 w 10768629"/>
              <a:gd name="connsiteY182" fmla="*/ 1763621 h 1978172"/>
              <a:gd name="connsiteX183" fmla="*/ 991903 w 10768629"/>
              <a:gd name="connsiteY183" fmla="*/ 1786741 h 1978172"/>
              <a:gd name="connsiteX184" fmla="*/ 883960 w 10768629"/>
              <a:gd name="connsiteY184" fmla="*/ 1822386 h 1978172"/>
              <a:gd name="connsiteX185" fmla="*/ 766531 w 10768629"/>
              <a:gd name="connsiteY185" fmla="*/ 1805053 h 1978172"/>
              <a:gd name="connsiteX186" fmla="*/ 669779 w 10768629"/>
              <a:gd name="connsiteY186" fmla="*/ 1800537 h 1978172"/>
              <a:gd name="connsiteX187" fmla="*/ 523898 w 10768629"/>
              <a:gd name="connsiteY187" fmla="*/ 1811085 h 1978172"/>
              <a:gd name="connsiteX188" fmla="*/ 360251 w 10768629"/>
              <a:gd name="connsiteY188" fmla="*/ 1830735 h 1978172"/>
              <a:gd name="connsiteX189" fmla="*/ 255207 w 10768629"/>
              <a:gd name="connsiteY189" fmla="*/ 1818275 h 1978172"/>
              <a:gd name="connsiteX190" fmla="*/ 101803 w 10768629"/>
              <a:gd name="connsiteY190" fmla="*/ 1870647 h 1978172"/>
              <a:gd name="connsiteX191" fmla="*/ 25397 w 10768629"/>
              <a:gd name="connsiteY191" fmla="*/ 1888443 h 1978172"/>
              <a:gd name="connsiteX192" fmla="*/ 2370 w 10768629"/>
              <a:gd name="connsiteY192" fmla="*/ 1878311 h 1978172"/>
              <a:gd name="connsiteX193" fmla="*/ 0 w 10768629"/>
              <a:gd name="connsiteY193" fmla="*/ 1878785 h 1978172"/>
              <a:gd name="connsiteX194" fmla="*/ 0 w 10768629"/>
              <a:gd name="connsiteY194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316893 w 10768629"/>
              <a:gd name="connsiteY28" fmla="*/ 491390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79948 w 10768629"/>
              <a:gd name="connsiteY35" fmla="*/ 576062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407128 w 10768629"/>
              <a:gd name="connsiteY46" fmla="*/ 961344 h 1978172"/>
              <a:gd name="connsiteX47" fmla="*/ 8380548 w 10768629"/>
              <a:gd name="connsiteY47" fmla="*/ 987916 h 1978172"/>
              <a:gd name="connsiteX48" fmla="*/ 8379462 w 10768629"/>
              <a:gd name="connsiteY48" fmla="*/ 987106 h 1978172"/>
              <a:gd name="connsiteX49" fmla="*/ 8369725 w 10768629"/>
              <a:gd name="connsiteY49" fmla="*/ 989186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69666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43525 w 10768629"/>
              <a:gd name="connsiteY78" fmla="*/ 1179064 h 1978172"/>
              <a:gd name="connsiteX79" fmla="*/ 7685942 w 10768629"/>
              <a:gd name="connsiteY79" fmla="*/ 1233723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07190 w 10768629"/>
              <a:gd name="connsiteY82" fmla="*/ 1314737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57384 w 10768629"/>
              <a:gd name="connsiteY141" fmla="*/ 1683952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20200 w 10768629"/>
              <a:gd name="connsiteY151" fmla="*/ 1873173 h 1978172"/>
              <a:gd name="connsiteX152" fmla="*/ 4105361 w 10768629"/>
              <a:gd name="connsiteY152" fmla="*/ 1894711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76289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90336 w 10768629"/>
              <a:gd name="connsiteY159" fmla="*/ 1925039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57504 w 10768629"/>
              <a:gd name="connsiteY162" fmla="*/ 1957276 h 1978172"/>
              <a:gd name="connsiteX163" fmla="*/ 3069716 w 10768629"/>
              <a:gd name="connsiteY163" fmla="*/ 1930463 h 1978172"/>
              <a:gd name="connsiteX164" fmla="*/ 3005773 w 10768629"/>
              <a:gd name="connsiteY164" fmla="*/ 1915878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2033299 w 10768629"/>
              <a:gd name="connsiteY173" fmla="*/ 1969042 h 1978172"/>
              <a:gd name="connsiteX174" fmla="*/ 1967996 w 10768629"/>
              <a:gd name="connsiteY174" fmla="*/ 1953187 h 1978172"/>
              <a:gd name="connsiteX175" fmla="*/ 1855805 w 10768629"/>
              <a:gd name="connsiteY175" fmla="*/ 1926082 h 1978172"/>
              <a:gd name="connsiteX176" fmla="*/ 1790957 w 10768629"/>
              <a:gd name="connsiteY176" fmla="*/ 1919460 h 1978172"/>
              <a:gd name="connsiteX177" fmla="*/ 1613978 w 10768629"/>
              <a:gd name="connsiteY177" fmla="*/ 1891581 h 1978172"/>
              <a:gd name="connsiteX178" fmla="*/ 1436831 w 10768629"/>
              <a:gd name="connsiteY178" fmla="*/ 1856201 h 1978172"/>
              <a:gd name="connsiteX179" fmla="*/ 1357365 w 10768629"/>
              <a:gd name="connsiteY179" fmla="*/ 1832140 h 1978172"/>
              <a:gd name="connsiteX180" fmla="*/ 1232341 w 10768629"/>
              <a:gd name="connsiteY180" fmla="*/ 1785942 h 1978172"/>
              <a:gd name="connsiteX181" fmla="*/ 1162595 w 10768629"/>
              <a:gd name="connsiteY181" fmla="*/ 1758337 h 1978172"/>
              <a:gd name="connsiteX182" fmla="*/ 1128523 w 10768629"/>
              <a:gd name="connsiteY182" fmla="*/ 1763621 h 1978172"/>
              <a:gd name="connsiteX183" fmla="*/ 991903 w 10768629"/>
              <a:gd name="connsiteY183" fmla="*/ 1786741 h 1978172"/>
              <a:gd name="connsiteX184" fmla="*/ 883960 w 10768629"/>
              <a:gd name="connsiteY184" fmla="*/ 1822386 h 1978172"/>
              <a:gd name="connsiteX185" fmla="*/ 766531 w 10768629"/>
              <a:gd name="connsiteY185" fmla="*/ 1805053 h 1978172"/>
              <a:gd name="connsiteX186" fmla="*/ 669779 w 10768629"/>
              <a:gd name="connsiteY186" fmla="*/ 1800537 h 1978172"/>
              <a:gd name="connsiteX187" fmla="*/ 523898 w 10768629"/>
              <a:gd name="connsiteY187" fmla="*/ 1811085 h 1978172"/>
              <a:gd name="connsiteX188" fmla="*/ 360251 w 10768629"/>
              <a:gd name="connsiteY188" fmla="*/ 1830735 h 1978172"/>
              <a:gd name="connsiteX189" fmla="*/ 255207 w 10768629"/>
              <a:gd name="connsiteY189" fmla="*/ 1818275 h 1978172"/>
              <a:gd name="connsiteX190" fmla="*/ 101803 w 10768629"/>
              <a:gd name="connsiteY190" fmla="*/ 1870647 h 1978172"/>
              <a:gd name="connsiteX191" fmla="*/ 25397 w 10768629"/>
              <a:gd name="connsiteY191" fmla="*/ 1888443 h 1978172"/>
              <a:gd name="connsiteX192" fmla="*/ 2370 w 10768629"/>
              <a:gd name="connsiteY192" fmla="*/ 1878311 h 1978172"/>
              <a:gd name="connsiteX193" fmla="*/ 0 w 10768629"/>
              <a:gd name="connsiteY193" fmla="*/ 1878785 h 1978172"/>
              <a:gd name="connsiteX194" fmla="*/ 0 w 10768629"/>
              <a:gd name="connsiteY194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316893 w 10768629"/>
              <a:gd name="connsiteY28" fmla="*/ 491390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79948 w 10768629"/>
              <a:gd name="connsiteY35" fmla="*/ 576062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407128 w 10768629"/>
              <a:gd name="connsiteY46" fmla="*/ 961344 h 1978172"/>
              <a:gd name="connsiteX47" fmla="*/ 8380548 w 10768629"/>
              <a:gd name="connsiteY47" fmla="*/ 987916 h 1978172"/>
              <a:gd name="connsiteX48" fmla="*/ 8379462 w 10768629"/>
              <a:gd name="connsiteY48" fmla="*/ 987106 h 1978172"/>
              <a:gd name="connsiteX49" fmla="*/ 8369725 w 10768629"/>
              <a:gd name="connsiteY49" fmla="*/ 989186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69666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43525 w 10768629"/>
              <a:gd name="connsiteY78" fmla="*/ 1179064 h 1978172"/>
              <a:gd name="connsiteX79" fmla="*/ 7685942 w 10768629"/>
              <a:gd name="connsiteY79" fmla="*/ 1233723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07190 w 10768629"/>
              <a:gd name="connsiteY82" fmla="*/ 1314737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57384 w 10768629"/>
              <a:gd name="connsiteY141" fmla="*/ 1683952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20200 w 10768629"/>
              <a:gd name="connsiteY151" fmla="*/ 1873173 h 1978172"/>
              <a:gd name="connsiteX152" fmla="*/ 4105361 w 10768629"/>
              <a:gd name="connsiteY152" fmla="*/ 1894711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76289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90336 w 10768629"/>
              <a:gd name="connsiteY159" fmla="*/ 1925039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12044 w 10768629"/>
              <a:gd name="connsiteY162" fmla="*/ 1935614 h 1978172"/>
              <a:gd name="connsiteX163" fmla="*/ 3069716 w 10768629"/>
              <a:gd name="connsiteY163" fmla="*/ 1930463 h 1978172"/>
              <a:gd name="connsiteX164" fmla="*/ 3005773 w 10768629"/>
              <a:gd name="connsiteY164" fmla="*/ 1915878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2033299 w 10768629"/>
              <a:gd name="connsiteY173" fmla="*/ 1969042 h 1978172"/>
              <a:gd name="connsiteX174" fmla="*/ 1967996 w 10768629"/>
              <a:gd name="connsiteY174" fmla="*/ 1953187 h 1978172"/>
              <a:gd name="connsiteX175" fmla="*/ 1855805 w 10768629"/>
              <a:gd name="connsiteY175" fmla="*/ 1926082 h 1978172"/>
              <a:gd name="connsiteX176" fmla="*/ 1790957 w 10768629"/>
              <a:gd name="connsiteY176" fmla="*/ 1919460 h 1978172"/>
              <a:gd name="connsiteX177" fmla="*/ 1613978 w 10768629"/>
              <a:gd name="connsiteY177" fmla="*/ 1891581 h 1978172"/>
              <a:gd name="connsiteX178" fmla="*/ 1436831 w 10768629"/>
              <a:gd name="connsiteY178" fmla="*/ 1856201 h 1978172"/>
              <a:gd name="connsiteX179" fmla="*/ 1357365 w 10768629"/>
              <a:gd name="connsiteY179" fmla="*/ 1832140 h 1978172"/>
              <a:gd name="connsiteX180" fmla="*/ 1232341 w 10768629"/>
              <a:gd name="connsiteY180" fmla="*/ 1785942 h 1978172"/>
              <a:gd name="connsiteX181" fmla="*/ 1162595 w 10768629"/>
              <a:gd name="connsiteY181" fmla="*/ 1758337 h 1978172"/>
              <a:gd name="connsiteX182" fmla="*/ 1128523 w 10768629"/>
              <a:gd name="connsiteY182" fmla="*/ 1763621 h 1978172"/>
              <a:gd name="connsiteX183" fmla="*/ 991903 w 10768629"/>
              <a:gd name="connsiteY183" fmla="*/ 1786741 h 1978172"/>
              <a:gd name="connsiteX184" fmla="*/ 883960 w 10768629"/>
              <a:gd name="connsiteY184" fmla="*/ 1822386 h 1978172"/>
              <a:gd name="connsiteX185" fmla="*/ 766531 w 10768629"/>
              <a:gd name="connsiteY185" fmla="*/ 1805053 h 1978172"/>
              <a:gd name="connsiteX186" fmla="*/ 669779 w 10768629"/>
              <a:gd name="connsiteY186" fmla="*/ 1800537 h 1978172"/>
              <a:gd name="connsiteX187" fmla="*/ 523898 w 10768629"/>
              <a:gd name="connsiteY187" fmla="*/ 1811085 h 1978172"/>
              <a:gd name="connsiteX188" fmla="*/ 360251 w 10768629"/>
              <a:gd name="connsiteY188" fmla="*/ 1830735 h 1978172"/>
              <a:gd name="connsiteX189" fmla="*/ 255207 w 10768629"/>
              <a:gd name="connsiteY189" fmla="*/ 1818275 h 1978172"/>
              <a:gd name="connsiteX190" fmla="*/ 101803 w 10768629"/>
              <a:gd name="connsiteY190" fmla="*/ 1870647 h 1978172"/>
              <a:gd name="connsiteX191" fmla="*/ 25397 w 10768629"/>
              <a:gd name="connsiteY191" fmla="*/ 1888443 h 1978172"/>
              <a:gd name="connsiteX192" fmla="*/ 2370 w 10768629"/>
              <a:gd name="connsiteY192" fmla="*/ 1878311 h 1978172"/>
              <a:gd name="connsiteX193" fmla="*/ 0 w 10768629"/>
              <a:gd name="connsiteY193" fmla="*/ 1878785 h 1978172"/>
              <a:gd name="connsiteX194" fmla="*/ 0 w 10768629"/>
              <a:gd name="connsiteY194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316893 w 10768629"/>
              <a:gd name="connsiteY28" fmla="*/ 491390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79948 w 10768629"/>
              <a:gd name="connsiteY35" fmla="*/ 576062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407128 w 10768629"/>
              <a:gd name="connsiteY46" fmla="*/ 961344 h 1978172"/>
              <a:gd name="connsiteX47" fmla="*/ 8380548 w 10768629"/>
              <a:gd name="connsiteY47" fmla="*/ 987916 h 1978172"/>
              <a:gd name="connsiteX48" fmla="*/ 8379462 w 10768629"/>
              <a:gd name="connsiteY48" fmla="*/ 987106 h 1978172"/>
              <a:gd name="connsiteX49" fmla="*/ 8369725 w 10768629"/>
              <a:gd name="connsiteY49" fmla="*/ 989186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69666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43525 w 10768629"/>
              <a:gd name="connsiteY78" fmla="*/ 1179064 h 1978172"/>
              <a:gd name="connsiteX79" fmla="*/ 7685942 w 10768629"/>
              <a:gd name="connsiteY79" fmla="*/ 1233723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07190 w 10768629"/>
              <a:gd name="connsiteY82" fmla="*/ 1314737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57384 w 10768629"/>
              <a:gd name="connsiteY141" fmla="*/ 1683952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20200 w 10768629"/>
              <a:gd name="connsiteY151" fmla="*/ 1873173 h 1978172"/>
              <a:gd name="connsiteX152" fmla="*/ 4105361 w 10768629"/>
              <a:gd name="connsiteY152" fmla="*/ 1894711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76289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69672 w 10768629"/>
              <a:gd name="connsiteY159" fmla="*/ 1938036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12044 w 10768629"/>
              <a:gd name="connsiteY162" fmla="*/ 1935614 h 1978172"/>
              <a:gd name="connsiteX163" fmla="*/ 3069716 w 10768629"/>
              <a:gd name="connsiteY163" fmla="*/ 1930463 h 1978172"/>
              <a:gd name="connsiteX164" fmla="*/ 3005773 w 10768629"/>
              <a:gd name="connsiteY164" fmla="*/ 1915878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2033299 w 10768629"/>
              <a:gd name="connsiteY173" fmla="*/ 1969042 h 1978172"/>
              <a:gd name="connsiteX174" fmla="*/ 1967996 w 10768629"/>
              <a:gd name="connsiteY174" fmla="*/ 1953187 h 1978172"/>
              <a:gd name="connsiteX175" fmla="*/ 1855805 w 10768629"/>
              <a:gd name="connsiteY175" fmla="*/ 1926082 h 1978172"/>
              <a:gd name="connsiteX176" fmla="*/ 1790957 w 10768629"/>
              <a:gd name="connsiteY176" fmla="*/ 1919460 h 1978172"/>
              <a:gd name="connsiteX177" fmla="*/ 1613978 w 10768629"/>
              <a:gd name="connsiteY177" fmla="*/ 1891581 h 1978172"/>
              <a:gd name="connsiteX178" fmla="*/ 1436831 w 10768629"/>
              <a:gd name="connsiteY178" fmla="*/ 1856201 h 1978172"/>
              <a:gd name="connsiteX179" fmla="*/ 1357365 w 10768629"/>
              <a:gd name="connsiteY179" fmla="*/ 1832140 h 1978172"/>
              <a:gd name="connsiteX180" fmla="*/ 1232341 w 10768629"/>
              <a:gd name="connsiteY180" fmla="*/ 1785942 h 1978172"/>
              <a:gd name="connsiteX181" fmla="*/ 1162595 w 10768629"/>
              <a:gd name="connsiteY181" fmla="*/ 1758337 h 1978172"/>
              <a:gd name="connsiteX182" fmla="*/ 1128523 w 10768629"/>
              <a:gd name="connsiteY182" fmla="*/ 1763621 h 1978172"/>
              <a:gd name="connsiteX183" fmla="*/ 991903 w 10768629"/>
              <a:gd name="connsiteY183" fmla="*/ 1786741 h 1978172"/>
              <a:gd name="connsiteX184" fmla="*/ 883960 w 10768629"/>
              <a:gd name="connsiteY184" fmla="*/ 1822386 h 1978172"/>
              <a:gd name="connsiteX185" fmla="*/ 766531 w 10768629"/>
              <a:gd name="connsiteY185" fmla="*/ 1805053 h 1978172"/>
              <a:gd name="connsiteX186" fmla="*/ 669779 w 10768629"/>
              <a:gd name="connsiteY186" fmla="*/ 1800537 h 1978172"/>
              <a:gd name="connsiteX187" fmla="*/ 523898 w 10768629"/>
              <a:gd name="connsiteY187" fmla="*/ 1811085 h 1978172"/>
              <a:gd name="connsiteX188" fmla="*/ 360251 w 10768629"/>
              <a:gd name="connsiteY188" fmla="*/ 1830735 h 1978172"/>
              <a:gd name="connsiteX189" fmla="*/ 255207 w 10768629"/>
              <a:gd name="connsiteY189" fmla="*/ 1818275 h 1978172"/>
              <a:gd name="connsiteX190" fmla="*/ 101803 w 10768629"/>
              <a:gd name="connsiteY190" fmla="*/ 1870647 h 1978172"/>
              <a:gd name="connsiteX191" fmla="*/ 25397 w 10768629"/>
              <a:gd name="connsiteY191" fmla="*/ 1888443 h 1978172"/>
              <a:gd name="connsiteX192" fmla="*/ 2370 w 10768629"/>
              <a:gd name="connsiteY192" fmla="*/ 1878311 h 1978172"/>
              <a:gd name="connsiteX193" fmla="*/ 0 w 10768629"/>
              <a:gd name="connsiteY193" fmla="*/ 1878785 h 1978172"/>
              <a:gd name="connsiteX194" fmla="*/ 0 w 10768629"/>
              <a:gd name="connsiteY194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316893 w 10768629"/>
              <a:gd name="connsiteY28" fmla="*/ 491390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79948 w 10768629"/>
              <a:gd name="connsiteY35" fmla="*/ 576062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407128 w 10768629"/>
              <a:gd name="connsiteY46" fmla="*/ 961344 h 1978172"/>
              <a:gd name="connsiteX47" fmla="*/ 8380548 w 10768629"/>
              <a:gd name="connsiteY47" fmla="*/ 987916 h 1978172"/>
              <a:gd name="connsiteX48" fmla="*/ 8379462 w 10768629"/>
              <a:gd name="connsiteY48" fmla="*/ 987106 h 1978172"/>
              <a:gd name="connsiteX49" fmla="*/ 8369725 w 10768629"/>
              <a:gd name="connsiteY49" fmla="*/ 989186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69666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43525 w 10768629"/>
              <a:gd name="connsiteY78" fmla="*/ 1179064 h 1978172"/>
              <a:gd name="connsiteX79" fmla="*/ 7685942 w 10768629"/>
              <a:gd name="connsiteY79" fmla="*/ 1233723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07190 w 10768629"/>
              <a:gd name="connsiteY82" fmla="*/ 1314737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57384 w 10768629"/>
              <a:gd name="connsiteY141" fmla="*/ 1683952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20200 w 10768629"/>
              <a:gd name="connsiteY151" fmla="*/ 1873173 h 1978172"/>
              <a:gd name="connsiteX152" fmla="*/ 4105361 w 10768629"/>
              <a:gd name="connsiteY152" fmla="*/ 1894711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76289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69672 w 10768629"/>
              <a:gd name="connsiteY159" fmla="*/ 1938036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12044 w 10768629"/>
              <a:gd name="connsiteY162" fmla="*/ 1935614 h 1978172"/>
              <a:gd name="connsiteX163" fmla="*/ 3069716 w 10768629"/>
              <a:gd name="connsiteY163" fmla="*/ 1930463 h 1978172"/>
              <a:gd name="connsiteX164" fmla="*/ 3005773 w 10768629"/>
              <a:gd name="connsiteY164" fmla="*/ 1915878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2033299 w 10768629"/>
              <a:gd name="connsiteY173" fmla="*/ 1969042 h 1978172"/>
              <a:gd name="connsiteX174" fmla="*/ 1967996 w 10768629"/>
              <a:gd name="connsiteY174" fmla="*/ 1953187 h 1978172"/>
              <a:gd name="connsiteX175" fmla="*/ 1855805 w 10768629"/>
              <a:gd name="connsiteY175" fmla="*/ 1926082 h 1978172"/>
              <a:gd name="connsiteX176" fmla="*/ 1790957 w 10768629"/>
              <a:gd name="connsiteY176" fmla="*/ 1919460 h 1978172"/>
              <a:gd name="connsiteX177" fmla="*/ 1613978 w 10768629"/>
              <a:gd name="connsiteY177" fmla="*/ 1891581 h 1978172"/>
              <a:gd name="connsiteX178" fmla="*/ 1436831 w 10768629"/>
              <a:gd name="connsiteY178" fmla="*/ 1856201 h 1978172"/>
              <a:gd name="connsiteX179" fmla="*/ 1357365 w 10768629"/>
              <a:gd name="connsiteY179" fmla="*/ 1832140 h 1978172"/>
              <a:gd name="connsiteX180" fmla="*/ 1232341 w 10768629"/>
              <a:gd name="connsiteY180" fmla="*/ 1785942 h 1978172"/>
              <a:gd name="connsiteX181" fmla="*/ 1162595 w 10768629"/>
              <a:gd name="connsiteY181" fmla="*/ 1758337 h 1978172"/>
              <a:gd name="connsiteX182" fmla="*/ 1128523 w 10768629"/>
              <a:gd name="connsiteY182" fmla="*/ 1763621 h 1978172"/>
              <a:gd name="connsiteX183" fmla="*/ 991903 w 10768629"/>
              <a:gd name="connsiteY183" fmla="*/ 1786741 h 1978172"/>
              <a:gd name="connsiteX184" fmla="*/ 883960 w 10768629"/>
              <a:gd name="connsiteY184" fmla="*/ 1822386 h 1978172"/>
              <a:gd name="connsiteX185" fmla="*/ 766531 w 10768629"/>
              <a:gd name="connsiteY185" fmla="*/ 1805053 h 1978172"/>
              <a:gd name="connsiteX186" fmla="*/ 669779 w 10768629"/>
              <a:gd name="connsiteY186" fmla="*/ 1800537 h 1978172"/>
              <a:gd name="connsiteX187" fmla="*/ 523898 w 10768629"/>
              <a:gd name="connsiteY187" fmla="*/ 1811085 h 1978172"/>
              <a:gd name="connsiteX188" fmla="*/ 360251 w 10768629"/>
              <a:gd name="connsiteY188" fmla="*/ 1830735 h 1978172"/>
              <a:gd name="connsiteX189" fmla="*/ 255207 w 10768629"/>
              <a:gd name="connsiteY189" fmla="*/ 1818275 h 1978172"/>
              <a:gd name="connsiteX190" fmla="*/ 101803 w 10768629"/>
              <a:gd name="connsiteY190" fmla="*/ 1870647 h 1978172"/>
              <a:gd name="connsiteX191" fmla="*/ 25397 w 10768629"/>
              <a:gd name="connsiteY191" fmla="*/ 1888443 h 1978172"/>
              <a:gd name="connsiteX192" fmla="*/ 2370 w 10768629"/>
              <a:gd name="connsiteY192" fmla="*/ 1878311 h 1978172"/>
              <a:gd name="connsiteX193" fmla="*/ 0 w 10768629"/>
              <a:gd name="connsiteY193" fmla="*/ 1878785 h 1978172"/>
              <a:gd name="connsiteX194" fmla="*/ 0 w 10768629"/>
              <a:gd name="connsiteY194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316893 w 10768629"/>
              <a:gd name="connsiteY28" fmla="*/ 491390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79948 w 10768629"/>
              <a:gd name="connsiteY35" fmla="*/ 576062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407128 w 10768629"/>
              <a:gd name="connsiteY46" fmla="*/ 961344 h 1978172"/>
              <a:gd name="connsiteX47" fmla="*/ 8380548 w 10768629"/>
              <a:gd name="connsiteY47" fmla="*/ 987916 h 1978172"/>
              <a:gd name="connsiteX48" fmla="*/ 8379462 w 10768629"/>
              <a:gd name="connsiteY48" fmla="*/ 987106 h 1978172"/>
              <a:gd name="connsiteX49" fmla="*/ 8369725 w 10768629"/>
              <a:gd name="connsiteY49" fmla="*/ 989186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69666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43525 w 10768629"/>
              <a:gd name="connsiteY78" fmla="*/ 1179064 h 1978172"/>
              <a:gd name="connsiteX79" fmla="*/ 7685942 w 10768629"/>
              <a:gd name="connsiteY79" fmla="*/ 1233723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07190 w 10768629"/>
              <a:gd name="connsiteY82" fmla="*/ 1314737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57384 w 10768629"/>
              <a:gd name="connsiteY141" fmla="*/ 1683952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20200 w 10768629"/>
              <a:gd name="connsiteY151" fmla="*/ 1873173 h 1978172"/>
              <a:gd name="connsiteX152" fmla="*/ 4105361 w 10768629"/>
              <a:gd name="connsiteY152" fmla="*/ 1894711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76289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69672 w 10768629"/>
              <a:gd name="connsiteY159" fmla="*/ 1938036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12044 w 10768629"/>
              <a:gd name="connsiteY162" fmla="*/ 1935614 h 1978172"/>
              <a:gd name="connsiteX163" fmla="*/ 3069716 w 10768629"/>
              <a:gd name="connsiteY163" fmla="*/ 1930463 h 1978172"/>
              <a:gd name="connsiteX164" fmla="*/ 3005773 w 10768629"/>
              <a:gd name="connsiteY164" fmla="*/ 1915878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2033299 w 10768629"/>
              <a:gd name="connsiteY173" fmla="*/ 1969042 h 1978172"/>
              <a:gd name="connsiteX174" fmla="*/ 1967996 w 10768629"/>
              <a:gd name="connsiteY174" fmla="*/ 1953187 h 1978172"/>
              <a:gd name="connsiteX175" fmla="*/ 1855805 w 10768629"/>
              <a:gd name="connsiteY175" fmla="*/ 1926082 h 1978172"/>
              <a:gd name="connsiteX176" fmla="*/ 1790957 w 10768629"/>
              <a:gd name="connsiteY176" fmla="*/ 1919460 h 1978172"/>
              <a:gd name="connsiteX177" fmla="*/ 1613978 w 10768629"/>
              <a:gd name="connsiteY177" fmla="*/ 1891581 h 1978172"/>
              <a:gd name="connsiteX178" fmla="*/ 1436831 w 10768629"/>
              <a:gd name="connsiteY178" fmla="*/ 1856201 h 1978172"/>
              <a:gd name="connsiteX179" fmla="*/ 1357365 w 10768629"/>
              <a:gd name="connsiteY179" fmla="*/ 1832140 h 1978172"/>
              <a:gd name="connsiteX180" fmla="*/ 1232341 w 10768629"/>
              <a:gd name="connsiteY180" fmla="*/ 1785942 h 1978172"/>
              <a:gd name="connsiteX181" fmla="*/ 1162595 w 10768629"/>
              <a:gd name="connsiteY181" fmla="*/ 1758337 h 1978172"/>
              <a:gd name="connsiteX182" fmla="*/ 1128523 w 10768629"/>
              <a:gd name="connsiteY182" fmla="*/ 1763621 h 1978172"/>
              <a:gd name="connsiteX183" fmla="*/ 991903 w 10768629"/>
              <a:gd name="connsiteY183" fmla="*/ 1786741 h 1978172"/>
              <a:gd name="connsiteX184" fmla="*/ 883960 w 10768629"/>
              <a:gd name="connsiteY184" fmla="*/ 1822386 h 1978172"/>
              <a:gd name="connsiteX185" fmla="*/ 766531 w 10768629"/>
              <a:gd name="connsiteY185" fmla="*/ 1805053 h 1978172"/>
              <a:gd name="connsiteX186" fmla="*/ 669779 w 10768629"/>
              <a:gd name="connsiteY186" fmla="*/ 1800537 h 1978172"/>
              <a:gd name="connsiteX187" fmla="*/ 523898 w 10768629"/>
              <a:gd name="connsiteY187" fmla="*/ 1811085 h 1978172"/>
              <a:gd name="connsiteX188" fmla="*/ 360251 w 10768629"/>
              <a:gd name="connsiteY188" fmla="*/ 1830735 h 1978172"/>
              <a:gd name="connsiteX189" fmla="*/ 255207 w 10768629"/>
              <a:gd name="connsiteY189" fmla="*/ 1818275 h 1978172"/>
              <a:gd name="connsiteX190" fmla="*/ 101803 w 10768629"/>
              <a:gd name="connsiteY190" fmla="*/ 1870647 h 1978172"/>
              <a:gd name="connsiteX191" fmla="*/ 25397 w 10768629"/>
              <a:gd name="connsiteY191" fmla="*/ 1888443 h 1978172"/>
              <a:gd name="connsiteX192" fmla="*/ 2370 w 10768629"/>
              <a:gd name="connsiteY192" fmla="*/ 1878311 h 1978172"/>
              <a:gd name="connsiteX193" fmla="*/ 0 w 10768629"/>
              <a:gd name="connsiteY193" fmla="*/ 1878785 h 1978172"/>
              <a:gd name="connsiteX194" fmla="*/ 0 w 10768629"/>
              <a:gd name="connsiteY194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316893 w 10768629"/>
              <a:gd name="connsiteY28" fmla="*/ 491390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79948 w 10768629"/>
              <a:gd name="connsiteY35" fmla="*/ 576062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407128 w 10768629"/>
              <a:gd name="connsiteY46" fmla="*/ 961344 h 1978172"/>
              <a:gd name="connsiteX47" fmla="*/ 8380548 w 10768629"/>
              <a:gd name="connsiteY47" fmla="*/ 987916 h 1978172"/>
              <a:gd name="connsiteX48" fmla="*/ 8379462 w 10768629"/>
              <a:gd name="connsiteY48" fmla="*/ 987106 h 1978172"/>
              <a:gd name="connsiteX49" fmla="*/ 8369725 w 10768629"/>
              <a:gd name="connsiteY49" fmla="*/ 989186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69666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43525 w 10768629"/>
              <a:gd name="connsiteY78" fmla="*/ 1179064 h 1978172"/>
              <a:gd name="connsiteX79" fmla="*/ 7685942 w 10768629"/>
              <a:gd name="connsiteY79" fmla="*/ 1233723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07190 w 10768629"/>
              <a:gd name="connsiteY82" fmla="*/ 1314737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57384 w 10768629"/>
              <a:gd name="connsiteY141" fmla="*/ 1683952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20200 w 10768629"/>
              <a:gd name="connsiteY151" fmla="*/ 1873173 h 1978172"/>
              <a:gd name="connsiteX152" fmla="*/ 4105361 w 10768629"/>
              <a:gd name="connsiteY152" fmla="*/ 1894711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89285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69672 w 10768629"/>
              <a:gd name="connsiteY159" fmla="*/ 1938036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12044 w 10768629"/>
              <a:gd name="connsiteY162" fmla="*/ 1935614 h 1978172"/>
              <a:gd name="connsiteX163" fmla="*/ 3069716 w 10768629"/>
              <a:gd name="connsiteY163" fmla="*/ 1930463 h 1978172"/>
              <a:gd name="connsiteX164" fmla="*/ 3005773 w 10768629"/>
              <a:gd name="connsiteY164" fmla="*/ 1915878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2033299 w 10768629"/>
              <a:gd name="connsiteY173" fmla="*/ 1969042 h 1978172"/>
              <a:gd name="connsiteX174" fmla="*/ 1967996 w 10768629"/>
              <a:gd name="connsiteY174" fmla="*/ 1953187 h 1978172"/>
              <a:gd name="connsiteX175" fmla="*/ 1855805 w 10768629"/>
              <a:gd name="connsiteY175" fmla="*/ 1926082 h 1978172"/>
              <a:gd name="connsiteX176" fmla="*/ 1790957 w 10768629"/>
              <a:gd name="connsiteY176" fmla="*/ 1919460 h 1978172"/>
              <a:gd name="connsiteX177" fmla="*/ 1613978 w 10768629"/>
              <a:gd name="connsiteY177" fmla="*/ 1891581 h 1978172"/>
              <a:gd name="connsiteX178" fmla="*/ 1436831 w 10768629"/>
              <a:gd name="connsiteY178" fmla="*/ 1856201 h 1978172"/>
              <a:gd name="connsiteX179" fmla="*/ 1357365 w 10768629"/>
              <a:gd name="connsiteY179" fmla="*/ 1832140 h 1978172"/>
              <a:gd name="connsiteX180" fmla="*/ 1232341 w 10768629"/>
              <a:gd name="connsiteY180" fmla="*/ 1785942 h 1978172"/>
              <a:gd name="connsiteX181" fmla="*/ 1162595 w 10768629"/>
              <a:gd name="connsiteY181" fmla="*/ 1758337 h 1978172"/>
              <a:gd name="connsiteX182" fmla="*/ 1128523 w 10768629"/>
              <a:gd name="connsiteY182" fmla="*/ 1763621 h 1978172"/>
              <a:gd name="connsiteX183" fmla="*/ 991903 w 10768629"/>
              <a:gd name="connsiteY183" fmla="*/ 1786741 h 1978172"/>
              <a:gd name="connsiteX184" fmla="*/ 883960 w 10768629"/>
              <a:gd name="connsiteY184" fmla="*/ 1822386 h 1978172"/>
              <a:gd name="connsiteX185" fmla="*/ 766531 w 10768629"/>
              <a:gd name="connsiteY185" fmla="*/ 1805053 h 1978172"/>
              <a:gd name="connsiteX186" fmla="*/ 669779 w 10768629"/>
              <a:gd name="connsiteY186" fmla="*/ 1800537 h 1978172"/>
              <a:gd name="connsiteX187" fmla="*/ 523898 w 10768629"/>
              <a:gd name="connsiteY187" fmla="*/ 1811085 h 1978172"/>
              <a:gd name="connsiteX188" fmla="*/ 360251 w 10768629"/>
              <a:gd name="connsiteY188" fmla="*/ 1830735 h 1978172"/>
              <a:gd name="connsiteX189" fmla="*/ 255207 w 10768629"/>
              <a:gd name="connsiteY189" fmla="*/ 1818275 h 1978172"/>
              <a:gd name="connsiteX190" fmla="*/ 101803 w 10768629"/>
              <a:gd name="connsiteY190" fmla="*/ 1870647 h 1978172"/>
              <a:gd name="connsiteX191" fmla="*/ 25397 w 10768629"/>
              <a:gd name="connsiteY191" fmla="*/ 1888443 h 1978172"/>
              <a:gd name="connsiteX192" fmla="*/ 2370 w 10768629"/>
              <a:gd name="connsiteY192" fmla="*/ 1878311 h 1978172"/>
              <a:gd name="connsiteX193" fmla="*/ 0 w 10768629"/>
              <a:gd name="connsiteY193" fmla="*/ 1878785 h 1978172"/>
              <a:gd name="connsiteX194" fmla="*/ 0 w 10768629"/>
              <a:gd name="connsiteY194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316893 w 10768629"/>
              <a:gd name="connsiteY28" fmla="*/ 491390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79948 w 10768629"/>
              <a:gd name="connsiteY35" fmla="*/ 576062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407128 w 10768629"/>
              <a:gd name="connsiteY46" fmla="*/ 961344 h 1978172"/>
              <a:gd name="connsiteX47" fmla="*/ 8380548 w 10768629"/>
              <a:gd name="connsiteY47" fmla="*/ 987916 h 1978172"/>
              <a:gd name="connsiteX48" fmla="*/ 8379462 w 10768629"/>
              <a:gd name="connsiteY48" fmla="*/ 987106 h 1978172"/>
              <a:gd name="connsiteX49" fmla="*/ 8369725 w 10768629"/>
              <a:gd name="connsiteY49" fmla="*/ 989186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69666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43525 w 10768629"/>
              <a:gd name="connsiteY78" fmla="*/ 1179064 h 1978172"/>
              <a:gd name="connsiteX79" fmla="*/ 7685942 w 10768629"/>
              <a:gd name="connsiteY79" fmla="*/ 1233723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07190 w 10768629"/>
              <a:gd name="connsiteY82" fmla="*/ 1314737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57384 w 10768629"/>
              <a:gd name="connsiteY141" fmla="*/ 1683952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20200 w 10768629"/>
              <a:gd name="connsiteY151" fmla="*/ 1873173 h 1978172"/>
              <a:gd name="connsiteX152" fmla="*/ 4105361 w 10768629"/>
              <a:gd name="connsiteY152" fmla="*/ 1894711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89285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69672 w 10768629"/>
              <a:gd name="connsiteY159" fmla="*/ 1938036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12044 w 10768629"/>
              <a:gd name="connsiteY162" fmla="*/ 1935614 h 1978172"/>
              <a:gd name="connsiteX163" fmla="*/ 3069716 w 10768629"/>
              <a:gd name="connsiteY163" fmla="*/ 1930463 h 1978172"/>
              <a:gd name="connsiteX164" fmla="*/ 3005773 w 10768629"/>
              <a:gd name="connsiteY164" fmla="*/ 1915878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2033299 w 10768629"/>
              <a:gd name="connsiteY173" fmla="*/ 1969042 h 1978172"/>
              <a:gd name="connsiteX174" fmla="*/ 1967996 w 10768629"/>
              <a:gd name="connsiteY174" fmla="*/ 1953187 h 1978172"/>
              <a:gd name="connsiteX175" fmla="*/ 1855805 w 10768629"/>
              <a:gd name="connsiteY175" fmla="*/ 1926082 h 1978172"/>
              <a:gd name="connsiteX176" fmla="*/ 1790957 w 10768629"/>
              <a:gd name="connsiteY176" fmla="*/ 1919460 h 1978172"/>
              <a:gd name="connsiteX177" fmla="*/ 1613978 w 10768629"/>
              <a:gd name="connsiteY177" fmla="*/ 1891581 h 1978172"/>
              <a:gd name="connsiteX178" fmla="*/ 1436831 w 10768629"/>
              <a:gd name="connsiteY178" fmla="*/ 1856201 h 1978172"/>
              <a:gd name="connsiteX179" fmla="*/ 1357365 w 10768629"/>
              <a:gd name="connsiteY179" fmla="*/ 1832140 h 1978172"/>
              <a:gd name="connsiteX180" fmla="*/ 1232341 w 10768629"/>
              <a:gd name="connsiteY180" fmla="*/ 1785942 h 1978172"/>
              <a:gd name="connsiteX181" fmla="*/ 1162595 w 10768629"/>
              <a:gd name="connsiteY181" fmla="*/ 1758337 h 1978172"/>
              <a:gd name="connsiteX182" fmla="*/ 1128523 w 10768629"/>
              <a:gd name="connsiteY182" fmla="*/ 1763621 h 1978172"/>
              <a:gd name="connsiteX183" fmla="*/ 991903 w 10768629"/>
              <a:gd name="connsiteY183" fmla="*/ 1786741 h 1978172"/>
              <a:gd name="connsiteX184" fmla="*/ 883960 w 10768629"/>
              <a:gd name="connsiteY184" fmla="*/ 1822386 h 1978172"/>
              <a:gd name="connsiteX185" fmla="*/ 766531 w 10768629"/>
              <a:gd name="connsiteY185" fmla="*/ 1805053 h 1978172"/>
              <a:gd name="connsiteX186" fmla="*/ 669779 w 10768629"/>
              <a:gd name="connsiteY186" fmla="*/ 1800537 h 1978172"/>
              <a:gd name="connsiteX187" fmla="*/ 523898 w 10768629"/>
              <a:gd name="connsiteY187" fmla="*/ 1811085 h 1978172"/>
              <a:gd name="connsiteX188" fmla="*/ 360251 w 10768629"/>
              <a:gd name="connsiteY188" fmla="*/ 1830735 h 1978172"/>
              <a:gd name="connsiteX189" fmla="*/ 255207 w 10768629"/>
              <a:gd name="connsiteY189" fmla="*/ 1818275 h 1978172"/>
              <a:gd name="connsiteX190" fmla="*/ 101803 w 10768629"/>
              <a:gd name="connsiteY190" fmla="*/ 1870647 h 1978172"/>
              <a:gd name="connsiteX191" fmla="*/ 25397 w 10768629"/>
              <a:gd name="connsiteY191" fmla="*/ 1888443 h 1978172"/>
              <a:gd name="connsiteX192" fmla="*/ 2370 w 10768629"/>
              <a:gd name="connsiteY192" fmla="*/ 1878311 h 1978172"/>
              <a:gd name="connsiteX193" fmla="*/ 0 w 10768629"/>
              <a:gd name="connsiteY193" fmla="*/ 1878785 h 1978172"/>
              <a:gd name="connsiteX194" fmla="*/ 0 w 10768629"/>
              <a:gd name="connsiteY194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316893 w 10768629"/>
              <a:gd name="connsiteY28" fmla="*/ 491390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79948 w 10768629"/>
              <a:gd name="connsiteY35" fmla="*/ 576062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407128 w 10768629"/>
              <a:gd name="connsiteY46" fmla="*/ 961344 h 1978172"/>
              <a:gd name="connsiteX47" fmla="*/ 8380548 w 10768629"/>
              <a:gd name="connsiteY47" fmla="*/ 987916 h 1978172"/>
              <a:gd name="connsiteX48" fmla="*/ 8379462 w 10768629"/>
              <a:gd name="connsiteY48" fmla="*/ 987106 h 1978172"/>
              <a:gd name="connsiteX49" fmla="*/ 8369725 w 10768629"/>
              <a:gd name="connsiteY49" fmla="*/ 989186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69666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43525 w 10768629"/>
              <a:gd name="connsiteY78" fmla="*/ 1179064 h 1978172"/>
              <a:gd name="connsiteX79" fmla="*/ 7685942 w 10768629"/>
              <a:gd name="connsiteY79" fmla="*/ 1233723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07190 w 10768629"/>
              <a:gd name="connsiteY82" fmla="*/ 1314737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57384 w 10768629"/>
              <a:gd name="connsiteY141" fmla="*/ 1683952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20200 w 10768629"/>
              <a:gd name="connsiteY151" fmla="*/ 1873173 h 1978172"/>
              <a:gd name="connsiteX152" fmla="*/ 4105361 w 10768629"/>
              <a:gd name="connsiteY152" fmla="*/ 1894711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89285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69672 w 10768629"/>
              <a:gd name="connsiteY159" fmla="*/ 1938036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12044 w 10768629"/>
              <a:gd name="connsiteY162" fmla="*/ 1935614 h 1978172"/>
              <a:gd name="connsiteX163" fmla="*/ 3069716 w 10768629"/>
              <a:gd name="connsiteY163" fmla="*/ 1930463 h 1978172"/>
              <a:gd name="connsiteX164" fmla="*/ 3005773 w 10768629"/>
              <a:gd name="connsiteY164" fmla="*/ 1915878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2033299 w 10768629"/>
              <a:gd name="connsiteY173" fmla="*/ 1969042 h 1978172"/>
              <a:gd name="connsiteX174" fmla="*/ 1967996 w 10768629"/>
              <a:gd name="connsiteY174" fmla="*/ 1953187 h 1978172"/>
              <a:gd name="connsiteX175" fmla="*/ 1855805 w 10768629"/>
              <a:gd name="connsiteY175" fmla="*/ 1926082 h 1978172"/>
              <a:gd name="connsiteX176" fmla="*/ 1790957 w 10768629"/>
              <a:gd name="connsiteY176" fmla="*/ 1919460 h 1978172"/>
              <a:gd name="connsiteX177" fmla="*/ 1613978 w 10768629"/>
              <a:gd name="connsiteY177" fmla="*/ 1891581 h 1978172"/>
              <a:gd name="connsiteX178" fmla="*/ 1436831 w 10768629"/>
              <a:gd name="connsiteY178" fmla="*/ 1856201 h 1978172"/>
              <a:gd name="connsiteX179" fmla="*/ 1357365 w 10768629"/>
              <a:gd name="connsiteY179" fmla="*/ 1832140 h 1978172"/>
              <a:gd name="connsiteX180" fmla="*/ 1232341 w 10768629"/>
              <a:gd name="connsiteY180" fmla="*/ 1785942 h 1978172"/>
              <a:gd name="connsiteX181" fmla="*/ 1162595 w 10768629"/>
              <a:gd name="connsiteY181" fmla="*/ 1758337 h 1978172"/>
              <a:gd name="connsiteX182" fmla="*/ 1128523 w 10768629"/>
              <a:gd name="connsiteY182" fmla="*/ 1763621 h 1978172"/>
              <a:gd name="connsiteX183" fmla="*/ 991903 w 10768629"/>
              <a:gd name="connsiteY183" fmla="*/ 1786741 h 1978172"/>
              <a:gd name="connsiteX184" fmla="*/ 883960 w 10768629"/>
              <a:gd name="connsiteY184" fmla="*/ 1822386 h 1978172"/>
              <a:gd name="connsiteX185" fmla="*/ 766531 w 10768629"/>
              <a:gd name="connsiteY185" fmla="*/ 1805053 h 1978172"/>
              <a:gd name="connsiteX186" fmla="*/ 669779 w 10768629"/>
              <a:gd name="connsiteY186" fmla="*/ 1800537 h 1978172"/>
              <a:gd name="connsiteX187" fmla="*/ 523898 w 10768629"/>
              <a:gd name="connsiteY187" fmla="*/ 1811085 h 1978172"/>
              <a:gd name="connsiteX188" fmla="*/ 360251 w 10768629"/>
              <a:gd name="connsiteY188" fmla="*/ 1830735 h 1978172"/>
              <a:gd name="connsiteX189" fmla="*/ 255207 w 10768629"/>
              <a:gd name="connsiteY189" fmla="*/ 1818275 h 1978172"/>
              <a:gd name="connsiteX190" fmla="*/ 101803 w 10768629"/>
              <a:gd name="connsiteY190" fmla="*/ 1870647 h 1978172"/>
              <a:gd name="connsiteX191" fmla="*/ 25397 w 10768629"/>
              <a:gd name="connsiteY191" fmla="*/ 1888443 h 1978172"/>
              <a:gd name="connsiteX192" fmla="*/ 2370 w 10768629"/>
              <a:gd name="connsiteY192" fmla="*/ 1878311 h 1978172"/>
              <a:gd name="connsiteX193" fmla="*/ 0 w 10768629"/>
              <a:gd name="connsiteY193" fmla="*/ 1878785 h 1978172"/>
              <a:gd name="connsiteX194" fmla="*/ 0 w 10768629"/>
              <a:gd name="connsiteY194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316893 w 10768629"/>
              <a:gd name="connsiteY28" fmla="*/ 491390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79948 w 10768629"/>
              <a:gd name="connsiteY35" fmla="*/ 576062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407128 w 10768629"/>
              <a:gd name="connsiteY46" fmla="*/ 961344 h 1978172"/>
              <a:gd name="connsiteX47" fmla="*/ 8380548 w 10768629"/>
              <a:gd name="connsiteY47" fmla="*/ 987916 h 1978172"/>
              <a:gd name="connsiteX48" fmla="*/ 8379462 w 10768629"/>
              <a:gd name="connsiteY48" fmla="*/ 987106 h 1978172"/>
              <a:gd name="connsiteX49" fmla="*/ 8369725 w 10768629"/>
              <a:gd name="connsiteY49" fmla="*/ 989186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69666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43525 w 10768629"/>
              <a:gd name="connsiteY78" fmla="*/ 1179064 h 1978172"/>
              <a:gd name="connsiteX79" fmla="*/ 7685942 w 10768629"/>
              <a:gd name="connsiteY79" fmla="*/ 1233723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07190 w 10768629"/>
              <a:gd name="connsiteY82" fmla="*/ 1314737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57384 w 10768629"/>
              <a:gd name="connsiteY141" fmla="*/ 1683952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20200 w 10768629"/>
              <a:gd name="connsiteY151" fmla="*/ 1873173 h 1978172"/>
              <a:gd name="connsiteX152" fmla="*/ 4105361 w 10768629"/>
              <a:gd name="connsiteY152" fmla="*/ 1894711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89285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69672 w 10768629"/>
              <a:gd name="connsiteY159" fmla="*/ 1938036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12044 w 10768629"/>
              <a:gd name="connsiteY162" fmla="*/ 1935614 h 1978172"/>
              <a:gd name="connsiteX163" fmla="*/ 3069716 w 10768629"/>
              <a:gd name="connsiteY163" fmla="*/ 1930463 h 1978172"/>
              <a:gd name="connsiteX164" fmla="*/ 3005773 w 10768629"/>
              <a:gd name="connsiteY164" fmla="*/ 1915878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2033299 w 10768629"/>
              <a:gd name="connsiteY173" fmla="*/ 1969042 h 1978172"/>
              <a:gd name="connsiteX174" fmla="*/ 1967996 w 10768629"/>
              <a:gd name="connsiteY174" fmla="*/ 1953187 h 1978172"/>
              <a:gd name="connsiteX175" fmla="*/ 1855805 w 10768629"/>
              <a:gd name="connsiteY175" fmla="*/ 1926082 h 1978172"/>
              <a:gd name="connsiteX176" fmla="*/ 1790957 w 10768629"/>
              <a:gd name="connsiteY176" fmla="*/ 1919460 h 1978172"/>
              <a:gd name="connsiteX177" fmla="*/ 1613978 w 10768629"/>
              <a:gd name="connsiteY177" fmla="*/ 1891581 h 1978172"/>
              <a:gd name="connsiteX178" fmla="*/ 1436831 w 10768629"/>
              <a:gd name="connsiteY178" fmla="*/ 1856201 h 1978172"/>
              <a:gd name="connsiteX179" fmla="*/ 1357365 w 10768629"/>
              <a:gd name="connsiteY179" fmla="*/ 1832140 h 1978172"/>
              <a:gd name="connsiteX180" fmla="*/ 1232341 w 10768629"/>
              <a:gd name="connsiteY180" fmla="*/ 1785942 h 1978172"/>
              <a:gd name="connsiteX181" fmla="*/ 1162595 w 10768629"/>
              <a:gd name="connsiteY181" fmla="*/ 1758337 h 1978172"/>
              <a:gd name="connsiteX182" fmla="*/ 1128523 w 10768629"/>
              <a:gd name="connsiteY182" fmla="*/ 1763621 h 1978172"/>
              <a:gd name="connsiteX183" fmla="*/ 991903 w 10768629"/>
              <a:gd name="connsiteY183" fmla="*/ 1786741 h 1978172"/>
              <a:gd name="connsiteX184" fmla="*/ 883960 w 10768629"/>
              <a:gd name="connsiteY184" fmla="*/ 1822386 h 1978172"/>
              <a:gd name="connsiteX185" fmla="*/ 766531 w 10768629"/>
              <a:gd name="connsiteY185" fmla="*/ 1805053 h 1978172"/>
              <a:gd name="connsiteX186" fmla="*/ 669779 w 10768629"/>
              <a:gd name="connsiteY186" fmla="*/ 1800537 h 1978172"/>
              <a:gd name="connsiteX187" fmla="*/ 523898 w 10768629"/>
              <a:gd name="connsiteY187" fmla="*/ 1811085 h 1978172"/>
              <a:gd name="connsiteX188" fmla="*/ 360251 w 10768629"/>
              <a:gd name="connsiteY188" fmla="*/ 1830735 h 1978172"/>
              <a:gd name="connsiteX189" fmla="*/ 255207 w 10768629"/>
              <a:gd name="connsiteY189" fmla="*/ 1818275 h 1978172"/>
              <a:gd name="connsiteX190" fmla="*/ 101803 w 10768629"/>
              <a:gd name="connsiteY190" fmla="*/ 1870647 h 1978172"/>
              <a:gd name="connsiteX191" fmla="*/ 25397 w 10768629"/>
              <a:gd name="connsiteY191" fmla="*/ 1888443 h 1978172"/>
              <a:gd name="connsiteX192" fmla="*/ 2370 w 10768629"/>
              <a:gd name="connsiteY192" fmla="*/ 1878311 h 1978172"/>
              <a:gd name="connsiteX193" fmla="*/ 0 w 10768629"/>
              <a:gd name="connsiteY193" fmla="*/ 1878785 h 1978172"/>
              <a:gd name="connsiteX194" fmla="*/ 0 w 10768629"/>
              <a:gd name="connsiteY194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316893 w 10768629"/>
              <a:gd name="connsiteY28" fmla="*/ 491390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79948 w 10768629"/>
              <a:gd name="connsiteY35" fmla="*/ 576062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407128 w 10768629"/>
              <a:gd name="connsiteY46" fmla="*/ 961344 h 1978172"/>
              <a:gd name="connsiteX47" fmla="*/ 8380548 w 10768629"/>
              <a:gd name="connsiteY47" fmla="*/ 987916 h 1978172"/>
              <a:gd name="connsiteX48" fmla="*/ 8379462 w 10768629"/>
              <a:gd name="connsiteY48" fmla="*/ 987106 h 1978172"/>
              <a:gd name="connsiteX49" fmla="*/ 8369725 w 10768629"/>
              <a:gd name="connsiteY49" fmla="*/ 989186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69666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43525 w 10768629"/>
              <a:gd name="connsiteY78" fmla="*/ 1179064 h 1978172"/>
              <a:gd name="connsiteX79" fmla="*/ 7685942 w 10768629"/>
              <a:gd name="connsiteY79" fmla="*/ 1233723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07190 w 10768629"/>
              <a:gd name="connsiteY82" fmla="*/ 1314737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57384 w 10768629"/>
              <a:gd name="connsiteY141" fmla="*/ 1683952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20200 w 10768629"/>
              <a:gd name="connsiteY151" fmla="*/ 1873173 h 1978172"/>
              <a:gd name="connsiteX152" fmla="*/ 4105361 w 10768629"/>
              <a:gd name="connsiteY152" fmla="*/ 1894711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89285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69672 w 10768629"/>
              <a:gd name="connsiteY159" fmla="*/ 1938036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12044 w 10768629"/>
              <a:gd name="connsiteY162" fmla="*/ 1935614 h 1978172"/>
              <a:gd name="connsiteX163" fmla="*/ 3069716 w 10768629"/>
              <a:gd name="connsiteY163" fmla="*/ 1930463 h 1978172"/>
              <a:gd name="connsiteX164" fmla="*/ 3005773 w 10768629"/>
              <a:gd name="connsiteY164" fmla="*/ 1915878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2033299 w 10768629"/>
              <a:gd name="connsiteY173" fmla="*/ 1969042 h 1978172"/>
              <a:gd name="connsiteX174" fmla="*/ 1967996 w 10768629"/>
              <a:gd name="connsiteY174" fmla="*/ 1953187 h 1978172"/>
              <a:gd name="connsiteX175" fmla="*/ 1855805 w 10768629"/>
              <a:gd name="connsiteY175" fmla="*/ 1926082 h 1978172"/>
              <a:gd name="connsiteX176" fmla="*/ 1790957 w 10768629"/>
              <a:gd name="connsiteY176" fmla="*/ 1919460 h 1978172"/>
              <a:gd name="connsiteX177" fmla="*/ 1613978 w 10768629"/>
              <a:gd name="connsiteY177" fmla="*/ 1891581 h 1978172"/>
              <a:gd name="connsiteX178" fmla="*/ 1436831 w 10768629"/>
              <a:gd name="connsiteY178" fmla="*/ 1856201 h 1978172"/>
              <a:gd name="connsiteX179" fmla="*/ 1357365 w 10768629"/>
              <a:gd name="connsiteY179" fmla="*/ 1832140 h 1978172"/>
              <a:gd name="connsiteX180" fmla="*/ 1232341 w 10768629"/>
              <a:gd name="connsiteY180" fmla="*/ 1785942 h 1978172"/>
              <a:gd name="connsiteX181" fmla="*/ 1162595 w 10768629"/>
              <a:gd name="connsiteY181" fmla="*/ 1758337 h 1978172"/>
              <a:gd name="connsiteX182" fmla="*/ 1128523 w 10768629"/>
              <a:gd name="connsiteY182" fmla="*/ 1763621 h 1978172"/>
              <a:gd name="connsiteX183" fmla="*/ 991903 w 10768629"/>
              <a:gd name="connsiteY183" fmla="*/ 1786741 h 1978172"/>
              <a:gd name="connsiteX184" fmla="*/ 883960 w 10768629"/>
              <a:gd name="connsiteY184" fmla="*/ 1822386 h 1978172"/>
              <a:gd name="connsiteX185" fmla="*/ 766531 w 10768629"/>
              <a:gd name="connsiteY185" fmla="*/ 1805053 h 1978172"/>
              <a:gd name="connsiteX186" fmla="*/ 669779 w 10768629"/>
              <a:gd name="connsiteY186" fmla="*/ 1800537 h 1978172"/>
              <a:gd name="connsiteX187" fmla="*/ 523898 w 10768629"/>
              <a:gd name="connsiteY187" fmla="*/ 1811085 h 1978172"/>
              <a:gd name="connsiteX188" fmla="*/ 360251 w 10768629"/>
              <a:gd name="connsiteY188" fmla="*/ 1830735 h 1978172"/>
              <a:gd name="connsiteX189" fmla="*/ 255207 w 10768629"/>
              <a:gd name="connsiteY189" fmla="*/ 1818275 h 1978172"/>
              <a:gd name="connsiteX190" fmla="*/ 101803 w 10768629"/>
              <a:gd name="connsiteY190" fmla="*/ 1870647 h 1978172"/>
              <a:gd name="connsiteX191" fmla="*/ 25397 w 10768629"/>
              <a:gd name="connsiteY191" fmla="*/ 1888443 h 1978172"/>
              <a:gd name="connsiteX192" fmla="*/ 2370 w 10768629"/>
              <a:gd name="connsiteY192" fmla="*/ 1878311 h 1978172"/>
              <a:gd name="connsiteX193" fmla="*/ 0 w 10768629"/>
              <a:gd name="connsiteY193" fmla="*/ 1878785 h 1978172"/>
              <a:gd name="connsiteX194" fmla="*/ 0 w 10768629"/>
              <a:gd name="connsiteY194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316893 w 10768629"/>
              <a:gd name="connsiteY28" fmla="*/ 491390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79948 w 10768629"/>
              <a:gd name="connsiteY35" fmla="*/ 576062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407128 w 10768629"/>
              <a:gd name="connsiteY46" fmla="*/ 961344 h 1978172"/>
              <a:gd name="connsiteX47" fmla="*/ 8380548 w 10768629"/>
              <a:gd name="connsiteY47" fmla="*/ 987916 h 1978172"/>
              <a:gd name="connsiteX48" fmla="*/ 8379462 w 10768629"/>
              <a:gd name="connsiteY48" fmla="*/ 987106 h 1978172"/>
              <a:gd name="connsiteX49" fmla="*/ 8369725 w 10768629"/>
              <a:gd name="connsiteY49" fmla="*/ 989186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69666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43525 w 10768629"/>
              <a:gd name="connsiteY78" fmla="*/ 1179064 h 1978172"/>
              <a:gd name="connsiteX79" fmla="*/ 7685942 w 10768629"/>
              <a:gd name="connsiteY79" fmla="*/ 1233723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07190 w 10768629"/>
              <a:gd name="connsiteY82" fmla="*/ 1314737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57384 w 10768629"/>
              <a:gd name="connsiteY141" fmla="*/ 1683952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20200 w 10768629"/>
              <a:gd name="connsiteY151" fmla="*/ 1873173 h 1978172"/>
              <a:gd name="connsiteX152" fmla="*/ 4105361 w 10768629"/>
              <a:gd name="connsiteY152" fmla="*/ 1894711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89285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69672 w 10768629"/>
              <a:gd name="connsiteY159" fmla="*/ 1938036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12044 w 10768629"/>
              <a:gd name="connsiteY162" fmla="*/ 1935614 h 1978172"/>
              <a:gd name="connsiteX163" fmla="*/ 3069716 w 10768629"/>
              <a:gd name="connsiteY163" fmla="*/ 1930463 h 1978172"/>
              <a:gd name="connsiteX164" fmla="*/ 3005773 w 10768629"/>
              <a:gd name="connsiteY164" fmla="*/ 1915878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2033299 w 10768629"/>
              <a:gd name="connsiteY173" fmla="*/ 1969042 h 1978172"/>
              <a:gd name="connsiteX174" fmla="*/ 1967996 w 10768629"/>
              <a:gd name="connsiteY174" fmla="*/ 1953187 h 1978172"/>
              <a:gd name="connsiteX175" fmla="*/ 1855805 w 10768629"/>
              <a:gd name="connsiteY175" fmla="*/ 1926082 h 1978172"/>
              <a:gd name="connsiteX176" fmla="*/ 1790957 w 10768629"/>
              <a:gd name="connsiteY176" fmla="*/ 1919460 h 1978172"/>
              <a:gd name="connsiteX177" fmla="*/ 1613978 w 10768629"/>
              <a:gd name="connsiteY177" fmla="*/ 1891581 h 1978172"/>
              <a:gd name="connsiteX178" fmla="*/ 1436831 w 10768629"/>
              <a:gd name="connsiteY178" fmla="*/ 1856201 h 1978172"/>
              <a:gd name="connsiteX179" fmla="*/ 1357365 w 10768629"/>
              <a:gd name="connsiteY179" fmla="*/ 1832140 h 1978172"/>
              <a:gd name="connsiteX180" fmla="*/ 1232341 w 10768629"/>
              <a:gd name="connsiteY180" fmla="*/ 1785942 h 1978172"/>
              <a:gd name="connsiteX181" fmla="*/ 1162595 w 10768629"/>
              <a:gd name="connsiteY181" fmla="*/ 1758337 h 1978172"/>
              <a:gd name="connsiteX182" fmla="*/ 1128523 w 10768629"/>
              <a:gd name="connsiteY182" fmla="*/ 1763621 h 1978172"/>
              <a:gd name="connsiteX183" fmla="*/ 991903 w 10768629"/>
              <a:gd name="connsiteY183" fmla="*/ 1786741 h 1978172"/>
              <a:gd name="connsiteX184" fmla="*/ 883960 w 10768629"/>
              <a:gd name="connsiteY184" fmla="*/ 1822386 h 1978172"/>
              <a:gd name="connsiteX185" fmla="*/ 766531 w 10768629"/>
              <a:gd name="connsiteY185" fmla="*/ 1805053 h 1978172"/>
              <a:gd name="connsiteX186" fmla="*/ 669779 w 10768629"/>
              <a:gd name="connsiteY186" fmla="*/ 1800537 h 1978172"/>
              <a:gd name="connsiteX187" fmla="*/ 523898 w 10768629"/>
              <a:gd name="connsiteY187" fmla="*/ 1811085 h 1978172"/>
              <a:gd name="connsiteX188" fmla="*/ 360251 w 10768629"/>
              <a:gd name="connsiteY188" fmla="*/ 1830735 h 1978172"/>
              <a:gd name="connsiteX189" fmla="*/ 255207 w 10768629"/>
              <a:gd name="connsiteY189" fmla="*/ 1818275 h 1978172"/>
              <a:gd name="connsiteX190" fmla="*/ 101803 w 10768629"/>
              <a:gd name="connsiteY190" fmla="*/ 1870647 h 1978172"/>
              <a:gd name="connsiteX191" fmla="*/ 25397 w 10768629"/>
              <a:gd name="connsiteY191" fmla="*/ 1888443 h 1978172"/>
              <a:gd name="connsiteX192" fmla="*/ 2370 w 10768629"/>
              <a:gd name="connsiteY192" fmla="*/ 1878311 h 1978172"/>
              <a:gd name="connsiteX193" fmla="*/ 0 w 10768629"/>
              <a:gd name="connsiteY193" fmla="*/ 1878785 h 1978172"/>
              <a:gd name="connsiteX194" fmla="*/ 0 w 10768629"/>
              <a:gd name="connsiteY194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316893 w 10768629"/>
              <a:gd name="connsiteY28" fmla="*/ 491390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79948 w 10768629"/>
              <a:gd name="connsiteY35" fmla="*/ 576062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394729 w 10768629"/>
              <a:gd name="connsiteY46" fmla="*/ 948347 h 1978172"/>
              <a:gd name="connsiteX47" fmla="*/ 8380548 w 10768629"/>
              <a:gd name="connsiteY47" fmla="*/ 987916 h 1978172"/>
              <a:gd name="connsiteX48" fmla="*/ 8379462 w 10768629"/>
              <a:gd name="connsiteY48" fmla="*/ 987106 h 1978172"/>
              <a:gd name="connsiteX49" fmla="*/ 8369725 w 10768629"/>
              <a:gd name="connsiteY49" fmla="*/ 989186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69666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43525 w 10768629"/>
              <a:gd name="connsiteY78" fmla="*/ 1179064 h 1978172"/>
              <a:gd name="connsiteX79" fmla="*/ 7685942 w 10768629"/>
              <a:gd name="connsiteY79" fmla="*/ 1233723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07190 w 10768629"/>
              <a:gd name="connsiteY82" fmla="*/ 1314737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57384 w 10768629"/>
              <a:gd name="connsiteY141" fmla="*/ 1683952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20200 w 10768629"/>
              <a:gd name="connsiteY151" fmla="*/ 1873173 h 1978172"/>
              <a:gd name="connsiteX152" fmla="*/ 4105361 w 10768629"/>
              <a:gd name="connsiteY152" fmla="*/ 1894711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89285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69672 w 10768629"/>
              <a:gd name="connsiteY159" fmla="*/ 1938036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12044 w 10768629"/>
              <a:gd name="connsiteY162" fmla="*/ 1935614 h 1978172"/>
              <a:gd name="connsiteX163" fmla="*/ 3069716 w 10768629"/>
              <a:gd name="connsiteY163" fmla="*/ 1930463 h 1978172"/>
              <a:gd name="connsiteX164" fmla="*/ 3005773 w 10768629"/>
              <a:gd name="connsiteY164" fmla="*/ 1915878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2033299 w 10768629"/>
              <a:gd name="connsiteY173" fmla="*/ 1969042 h 1978172"/>
              <a:gd name="connsiteX174" fmla="*/ 1967996 w 10768629"/>
              <a:gd name="connsiteY174" fmla="*/ 1953187 h 1978172"/>
              <a:gd name="connsiteX175" fmla="*/ 1855805 w 10768629"/>
              <a:gd name="connsiteY175" fmla="*/ 1926082 h 1978172"/>
              <a:gd name="connsiteX176" fmla="*/ 1790957 w 10768629"/>
              <a:gd name="connsiteY176" fmla="*/ 1919460 h 1978172"/>
              <a:gd name="connsiteX177" fmla="*/ 1613978 w 10768629"/>
              <a:gd name="connsiteY177" fmla="*/ 1891581 h 1978172"/>
              <a:gd name="connsiteX178" fmla="*/ 1436831 w 10768629"/>
              <a:gd name="connsiteY178" fmla="*/ 1856201 h 1978172"/>
              <a:gd name="connsiteX179" fmla="*/ 1357365 w 10768629"/>
              <a:gd name="connsiteY179" fmla="*/ 1832140 h 1978172"/>
              <a:gd name="connsiteX180" fmla="*/ 1232341 w 10768629"/>
              <a:gd name="connsiteY180" fmla="*/ 1785942 h 1978172"/>
              <a:gd name="connsiteX181" fmla="*/ 1162595 w 10768629"/>
              <a:gd name="connsiteY181" fmla="*/ 1758337 h 1978172"/>
              <a:gd name="connsiteX182" fmla="*/ 1128523 w 10768629"/>
              <a:gd name="connsiteY182" fmla="*/ 1763621 h 1978172"/>
              <a:gd name="connsiteX183" fmla="*/ 991903 w 10768629"/>
              <a:gd name="connsiteY183" fmla="*/ 1786741 h 1978172"/>
              <a:gd name="connsiteX184" fmla="*/ 883960 w 10768629"/>
              <a:gd name="connsiteY184" fmla="*/ 1822386 h 1978172"/>
              <a:gd name="connsiteX185" fmla="*/ 766531 w 10768629"/>
              <a:gd name="connsiteY185" fmla="*/ 1805053 h 1978172"/>
              <a:gd name="connsiteX186" fmla="*/ 669779 w 10768629"/>
              <a:gd name="connsiteY186" fmla="*/ 1800537 h 1978172"/>
              <a:gd name="connsiteX187" fmla="*/ 523898 w 10768629"/>
              <a:gd name="connsiteY187" fmla="*/ 1811085 h 1978172"/>
              <a:gd name="connsiteX188" fmla="*/ 360251 w 10768629"/>
              <a:gd name="connsiteY188" fmla="*/ 1830735 h 1978172"/>
              <a:gd name="connsiteX189" fmla="*/ 255207 w 10768629"/>
              <a:gd name="connsiteY189" fmla="*/ 1818275 h 1978172"/>
              <a:gd name="connsiteX190" fmla="*/ 101803 w 10768629"/>
              <a:gd name="connsiteY190" fmla="*/ 1870647 h 1978172"/>
              <a:gd name="connsiteX191" fmla="*/ 25397 w 10768629"/>
              <a:gd name="connsiteY191" fmla="*/ 1888443 h 1978172"/>
              <a:gd name="connsiteX192" fmla="*/ 2370 w 10768629"/>
              <a:gd name="connsiteY192" fmla="*/ 1878311 h 1978172"/>
              <a:gd name="connsiteX193" fmla="*/ 0 w 10768629"/>
              <a:gd name="connsiteY193" fmla="*/ 1878785 h 1978172"/>
              <a:gd name="connsiteX194" fmla="*/ 0 w 10768629"/>
              <a:gd name="connsiteY194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316893 w 10768629"/>
              <a:gd name="connsiteY28" fmla="*/ 491390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79948 w 10768629"/>
              <a:gd name="connsiteY35" fmla="*/ 576062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394729 w 10768629"/>
              <a:gd name="connsiteY46" fmla="*/ 948347 h 1978172"/>
              <a:gd name="connsiteX47" fmla="*/ 8380548 w 10768629"/>
              <a:gd name="connsiteY47" fmla="*/ 987916 h 1978172"/>
              <a:gd name="connsiteX48" fmla="*/ 8379462 w 10768629"/>
              <a:gd name="connsiteY48" fmla="*/ 987106 h 1978172"/>
              <a:gd name="connsiteX49" fmla="*/ 8340796 w 10768629"/>
              <a:gd name="connsiteY49" fmla="*/ 980522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69666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43525 w 10768629"/>
              <a:gd name="connsiteY78" fmla="*/ 1179064 h 1978172"/>
              <a:gd name="connsiteX79" fmla="*/ 7685942 w 10768629"/>
              <a:gd name="connsiteY79" fmla="*/ 1233723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07190 w 10768629"/>
              <a:gd name="connsiteY82" fmla="*/ 1314737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57384 w 10768629"/>
              <a:gd name="connsiteY141" fmla="*/ 1683952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20200 w 10768629"/>
              <a:gd name="connsiteY151" fmla="*/ 1873173 h 1978172"/>
              <a:gd name="connsiteX152" fmla="*/ 4105361 w 10768629"/>
              <a:gd name="connsiteY152" fmla="*/ 1894711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89285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69672 w 10768629"/>
              <a:gd name="connsiteY159" fmla="*/ 1938036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12044 w 10768629"/>
              <a:gd name="connsiteY162" fmla="*/ 1935614 h 1978172"/>
              <a:gd name="connsiteX163" fmla="*/ 3069716 w 10768629"/>
              <a:gd name="connsiteY163" fmla="*/ 1930463 h 1978172"/>
              <a:gd name="connsiteX164" fmla="*/ 3005773 w 10768629"/>
              <a:gd name="connsiteY164" fmla="*/ 1915878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2033299 w 10768629"/>
              <a:gd name="connsiteY173" fmla="*/ 1969042 h 1978172"/>
              <a:gd name="connsiteX174" fmla="*/ 1967996 w 10768629"/>
              <a:gd name="connsiteY174" fmla="*/ 1953187 h 1978172"/>
              <a:gd name="connsiteX175" fmla="*/ 1855805 w 10768629"/>
              <a:gd name="connsiteY175" fmla="*/ 1926082 h 1978172"/>
              <a:gd name="connsiteX176" fmla="*/ 1790957 w 10768629"/>
              <a:gd name="connsiteY176" fmla="*/ 1919460 h 1978172"/>
              <a:gd name="connsiteX177" fmla="*/ 1613978 w 10768629"/>
              <a:gd name="connsiteY177" fmla="*/ 1891581 h 1978172"/>
              <a:gd name="connsiteX178" fmla="*/ 1436831 w 10768629"/>
              <a:gd name="connsiteY178" fmla="*/ 1856201 h 1978172"/>
              <a:gd name="connsiteX179" fmla="*/ 1357365 w 10768629"/>
              <a:gd name="connsiteY179" fmla="*/ 1832140 h 1978172"/>
              <a:gd name="connsiteX180" fmla="*/ 1232341 w 10768629"/>
              <a:gd name="connsiteY180" fmla="*/ 1785942 h 1978172"/>
              <a:gd name="connsiteX181" fmla="*/ 1162595 w 10768629"/>
              <a:gd name="connsiteY181" fmla="*/ 1758337 h 1978172"/>
              <a:gd name="connsiteX182" fmla="*/ 1128523 w 10768629"/>
              <a:gd name="connsiteY182" fmla="*/ 1763621 h 1978172"/>
              <a:gd name="connsiteX183" fmla="*/ 991903 w 10768629"/>
              <a:gd name="connsiteY183" fmla="*/ 1786741 h 1978172"/>
              <a:gd name="connsiteX184" fmla="*/ 883960 w 10768629"/>
              <a:gd name="connsiteY184" fmla="*/ 1822386 h 1978172"/>
              <a:gd name="connsiteX185" fmla="*/ 766531 w 10768629"/>
              <a:gd name="connsiteY185" fmla="*/ 1805053 h 1978172"/>
              <a:gd name="connsiteX186" fmla="*/ 669779 w 10768629"/>
              <a:gd name="connsiteY186" fmla="*/ 1800537 h 1978172"/>
              <a:gd name="connsiteX187" fmla="*/ 523898 w 10768629"/>
              <a:gd name="connsiteY187" fmla="*/ 1811085 h 1978172"/>
              <a:gd name="connsiteX188" fmla="*/ 360251 w 10768629"/>
              <a:gd name="connsiteY188" fmla="*/ 1830735 h 1978172"/>
              <a:gd name="connsiteX189" fmla="*/ 255207 w 10768629"/>
              <a:gd name="connsiteY189" fmla="*/ 1818275 h 1978172"/>
              <a:gd name="connsiteX190" fmla="*/ 101803 w 10768629"/>
              <a:gd name="connsiteY190" fmla="*/ 1870647 h 1978172"/>
              <a:gd name="connsiteX191" fmla="*/ 25397 w 10768629"/>
              <a:gd name="connsiteY191" fmla="*/ 1888443 h 1978172"/>
              <a:gd name="connsiteX192" fmla="*/ 2370 w 10768629"/>
              <a:gd name="connsiteY192" fmla="*/ 1878311 h 1978172"/>
              <a:gd name="connsiteX193" fmla="*/ 0 w 10768629"/>
              <a:gd name="connsiteY193" fmla="*/ 1878785 h 1978172"/>
              <a:gd name="connsiteX194" fmla="*/ 0 w 10768629"/>
              <a:gd name="connsiteY194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316893 w 10768629"/>
              <a:gd name="connsiteY28" fmla="*/ 491390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79948 w 10768629"/>
              <a:gd name="connsiteY35" fmla="*/ 576062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394729 w 10768629"/>
              <a:gd name="connsiteY46" fmla="*/ 948347 h 1978172"/>
              <a:gd name="connsiteX47" fmla="*/ 8380548 w 10768629"/>
              <a:gd name="connsiteY47" fmla="*/ 987916 h 1978172"/>
              <a:gd name="connsiteX48" fmla="*/ 8375330 w 10768629"/>
              <a:gd name="connsiteY48" fmla="*/ 965444 h 1978172"/>
              <a:gd name="connsiteX49" fmla="*/ 8340796 w 10768629"/>
              <a:gd name="connsiteY49" fmla="*/ 980522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69666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43525 w 10768629"/>
              <a:gd name="connsiteY78" fmla="*/ 1179064 h 1978172"/>
              <a:gd name="connsiteX79" fmla="*/ 7685942 w 10768629"/>
              <a:gd name="connsiteY79" fmla="*/ 1233723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07190 w 10768629"/>
              <a:gd name="connsiteY82" fmla="*/ 1314737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57384 w 10768629"/>
              <a:gd name="connsiteY141" fmla="*/ 1683952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20200 w 10768629"/>
              <a:gd name="connsiteY151" fmla="*/ 1873173 h 1978172"/>
              <a:gd name="connsiteX152" fmla="*/ 4105361 w 10768629"/>
              <a:gd name="connsiteY152" fmla="*/ 1894711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89285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69672 w 10768629"/>
              <a:gd name="connsiteY159" fmla="*/ 1938036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12044 w 10768629"/>
              <a:gd name="connsiteY162" fmla="*/ 1935614 h 1978172"/>
              <a:gd name="connsiteX163" fmla="*/ 3069716 w 10768629"/>
              <a:gd name="connsiteY163" fmla="*/ 1930463 h 1978172"/>
              <a:gd name="connsiteX164" fmla="*/ 3005773 w 10768629"/>
              <a:gd name="connsiteY164" fmla="*/ 1915878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2033299 w 10768629"/>
              <a:gd name="connsiteY173" fmla="*/ 1969042 h 1978172"/>
              <a:gd name="connsiteX174" fmla="*/ 1967996 w 10768629"/>
              <a:gd name="connsiteY174" fmla="*/ 1953187 h 1978172"/>
              <a:gd name="connsiteX175" fmla="*/ 1855805 w 10768629"/>
              <a:gd name="connsiteY175" fmla="*/ 1926082 h 1978172"/>
              <a:gd name="connsiteX176" fmla="*/ 1790957 w 10768629"/>
              <a:gd name="connsiteY176" fmla="*/ 1919460 h 1978172"/>
              <a:gd name="connsiteX177" fmla="*/ 1613978 w 10768629"/>
              <a:gd name="connsiteY177" fmla="*/ 1891581 h 1978172"/>
              <a:gd name="connsiteX178" fmla="*/ 1436831 w 10768629"/>
              <a:gd name="connsiteY178" fmla="*/ 1856201 h 1978172"/>
              <a:gd name="connsiteX179" fmla="*/ 1357365 w 10768629"/>
              <a:gd name="connsiteY179" fmla="*/ 1832140 h 1978172"/>
              <a:gd name="connsiteX180" fmla="*/ 1232341 w 10768629"/>
              <a:gd name="connsiteY180" fmla="*/ 1785942 h 1978172"/>
              <a:gd name="connsiteX181" fmla="*/ 1162595 w 10768629"/>
              <a:gd name="connsiteY181" fmla="*/ 1758337 h 1978172"/>
              <a:gd name="connsiteX182" fmla="*/ 1128523 w 10768629"/>
              <a:gd name="connsiteY182" fmla="*/ 1763621 h 1978172"/>
              <a:gd name="connsiteX183" fmla="*/ 991903 w 10768629"/>
              <a:gd name="connsiteY183" fmla="*/ 1786741 h 1978172"/>
              <a:gd name="connsiteX184" fmla="*/ 883960 w 10768629"/>
              <a:gd name="connsiteY184" fmla="*/ 1822386 h 1978172"/>
              <a:gd name="connsiteX185" fmla="*/ 766531 w 10768629"/>
              <a:gd name="connsiteY185" fmla="*/ 1805053 h 1978172"/>
              <a:gd name="connsiteX186" fmla="*/ 669779 w 10768629"/>
              <a:gd name="connsiteY186" fmla="*/ 1800537 h 1978172"/>
              <a:gd name="connsiteX187" fmla="*/ 523898 w 10768629"/>
              <a:gd name="connsiteY187" fmla="*/ 1811085 h 1978172"/>
              <a:gd name="connsiteX188" fmla="*/ 360251 w 10768629"/>
              <a:gd name="connsiteY188" fmla="*/ 1830735 h 1978172"/>
              <a:gd name="connsiteX189" fmla="*/ 255207 w 10768629"/>
              <a:gd name="connsiteY189" fmla="*/ 1818275 h 1978172"/>
              <a:gd name="connsiteX190" fmla="*/ 101803 w 10768629"/>
              <a:gd name="connsiteY190" fmla="*/ 1870647 h 1978172"/>
              <a:gd name="connsiteX191" fmla="*/ 25397 w 10768629"/>
              <a:gd name="connsiteY191" fmla="*/ 1888443 h 1978172"/>
              <a:gd name="connsiteX192" fmla="*/ 2370 w 10768629"/>
              <a:gd name="connsiteY192" fmla="*/ 1878311 h 1978172"/>
              <a:gd name="connsiteX193" fmla="*/ 0 w 10768629"/>
              <a:gd name="connsiteY193" fmla="*/ 1878785 h 1978172"/>
              <a:gd name="connsiteX194" fmla="*/ 0 w 10768629"/>
              <a:gd name="connsiteY194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316893 w 10768629"/>
              <a:gd name="connsiteY28" fmla="*/ 491390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67549 w 10768629"/>
              <a:gd name="connsiteY35" fmla="*/ 584727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394729 w 10768629"/>
              <a:gd name="connsiteY46" fmla="*/ 948347 h 1978172"/>
              <a:gd name="connsiteX47" fmla="*/ 8380548 w 10768629"/>
              <a:gd name="connsiteY47" fmla="*/ 987916 h 1978172"/>
              <a:gd name="connsiteX48" fmla="*/ 8375330 w 10768629"/>
              <a:gd name="connsiteY48" fmla="*/ 965444 h 1978172"/>
              <a:gd name="connsiteX49" fmla="*/ 8340796 w 10768629"/>
              <a:gd name="connsiteY49" fmla="*/ 980522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69666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43525 w 10768629"/>
              <a:gd name="connsiteY78" fmla="*/ 1179064 h 1978172"/>
              <a:gd name="connsiteX79" fmla="*/ 7685942 w 10768629"/>
              <a:gd name="connsiteY79" fmla="*/ 1233723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07190 w 10768629"/>
              <a:gd name="connsiteY82" fmla="*/ 1314737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57384 w 10768629"/>
              <a:gd name="connsiteY141" fmla="*/ 1683952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20200 w 10768629"/>
              <a:gd name="connsiteY151" fmla="*/ 1873173 h 1978172"/>
              <a:gd name="connsiteX152" fmla="*/ 4105361 w 10768629"/>
              <a:gd name="connsiteY152" fmla="*/ 1894711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89285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69672 w 10768629"/>
              <a:gd name="connsiteY159" fmla="*/ 1938036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12044 w 10768629"/>
              <a:gd name="connsiteY162" fmla="*/ 1935614 h 1978172"/>
              <a:gd name="connsiteX163" fmla="*/ 3069716 w 10768629"/>
              <a:gd name="connsiteY163" fmla="*/ 1930463 h 1978172"/>
              <a:gd name="connsiteX164" fmla="*/ 3005773 w 10768629"/>
              <a:gd name="connsiteY164" fmla="*/ 1915878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2033299 w 10768629"/>
              <a:gd name="connsiteY173" fmla="*/ 1969042 h 1978172"/>
              <a:gd name="connsiteX174" fmla="*/ 1967996 w 10768629"/>
              <a:gd name="connsiteY174" fmla="*/ 1953187 h 1978172"/>
              <a:gd name="connsiteX175" fmla="*/ 1855805 w 10768629"/>
              <a:gd name="connsiteY175" fmla="*/ 1926082 h 1978172"/>
              <a:gd name="connsiteX176" fmla="*/ 1790957 w 10768629"/>
              <a:gd name="connsiteY176" fmla="*/ 1919460 h 1978172"/>
              <a:gd name="connsiteX177" fmla="*/ 1613978 w 10768629"/>
              <a:gd name="connsiteY177" fmla="*/ 1891581 h 1978172"/>
              <a:gd name="connsiteX178" fmla="*/ 1436831 w 10768629"/>
              <a:gd name="connsiteY178" fmla="*/ 1856201 h 1978172"/>
              <a:gd name="connsiteX179" fmla="*/ 1357365 w 10768629"/>
              <a:gd name="connsiteY179" fmla="*/ 1832140 h 1978172"/>
              <a:gd name="connsiteX180" fmla="*/ 1232341 w 10768629"/>
              <a:gd name="connsiteY180" fmla="*/ 1785942 h 1978172"/>
              <a:gd name="connsiteX181" fmla="*/ 1162595 w 10768629"/>
              <a:gd name="connsiteY181" fmla="*/ 1758337 h 1978172"/>
              <a:gd name="connsiteX182" fmla="*/ 1128523 w 10768629"/>
              <a:gd name="connsiteY182" fmla="*/ 1763621 h 1978172"/>
              <a:gd name="connsiteX183" fmla="*/ 991903 w 10768629"/>
              <a:gd name="connsiteY183" fmla="*/ 1786741 h 1978172"/>
              <a:gd name="connsiteX184" fmla="*/ 883960 w 10768629"/>
              <a:gd name="connsiteY184" fmla="*/ 1822386 h 1978172"/>
              <a:gd name="connsiteX185" fmla="*/ 766531 w 10768629"/>
              <a:gd name="connsiteY185" fmla="*/ 1805053 h 1978172"/>
              <a:gd name="connsiteX186" fmla="*/ 669779 w 10768629"/>
              <a:gd name="connsiteY186" fmla="*/ 1800537 h 1978172"/>
              <a:gd name="connsiteX187" fmla="*/ 523898 w 10768629"/>
              <a:gd name="connsiteY187" fmla="*/ 1811085 h 1978172"/>
              <a:gd name="connsiteX188" fmla="*/ 360251 w 10768629"/>
              <a:gd name="connsiteY188" fmla="*/ 1830735 h 1978172"/>
              <a:gd name="connsiteX189" fmla="*/ 255207 w 10768629"/>
              <a:gd name="connsiteY189" fmla="*/ 1818275 h 1978172"/>
              <a:gd name="connsiteX190" fmla="*/ 101803 w 10768629"/>
              <a:gd name="connsiteY190" fmla="*/ 1870647 h 1978172"/>
              <a:gd name="connsiteX191" fmla="*/ 25397 w 10768629"/>
              <a:gd name="connsiteY191" fmla="*/ 1888443 h 1978172"/>
              <a:gd name="connsiteX192" fmla="*/ 2370 w 10768629"/>
              <a:gd name="connsiteY192" fmla="*/ 1878311 h 1978172"/>
              <a:gd name="connsiteX193" fmla="*/ 0 w 10768629"/>
              <a:gd name="connsiteY193" fmla="*/ 1878785 h 1978172"/>
              <a:gd name="connsiteX194" fmla="*/ 0 w 10768629"/>
              <a:gd name="connsiteY194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287964 w 10768629"/>
              <a:gd name="connsiteY28" fmla="*/ 513052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67549 w 10768629"/>
              <a:gd name="connsiteY35" fmla="*/ 584727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394729 w 10768629"/>
              <a:gd name="connsiteY46" fmla="*/ 948347 h 1978172"/>
              <a:gd name="connsiteX47" fmla="*/ 8380548 w 10768629"/>
              <a:gd name="connsiteY47" fmla="*/ 987916 h 1978172"/>
              <a:gd name="connsiteX48" fmla="*/ 8375330 w 10768629"/>
              <a:gd name="connsiteY48" fmla="*/ 965444 h 1978172"/>
              <a:gd name="connsiteX49" fmla="*/ 8340796 w 10768629"/>
              <a:gd name="connsiteY49" fmla="*/ 980522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69666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43525 w 10768629"/>
              <a:gd name="connsiteY78" fmla="*/ 1179064 h 1978172"/>
              <a:gd name="connsiteX79" fmla="*/ 7685942 w 10768629"/>
              <a:gd name="connsiteY79" fmla="*/ 1233723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07190 w 10768629"/>
              <a:gd name="connsiteY82" fmla="*/ 1314737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57384 w 10768629"/>
              <a:gd name="connsiteY141" fmla="*/ 1683952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20200 w 10768629"/>
              <a:gd name="connsiteY151" fmla="*/ 1873173 h 1978172"/>
              <a:gd name="connsiteX152" fmla="*/ 4105361 w 10768629"/>
              <a:gd name="connsiteY152" fmla="*/ 1894711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89285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69672 w 10768629"/>
              <a:gd name="connsiteY159" fmla="*/ 1938036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12044 w 10768629"/>
              <a:gd name="connsiteY162" fmla="*/ 1935614 h 1978172"/>
              <a:gd name="connsiteX163" fmla="*/ 3069716 w 10768629"/>
              <a:gd name="connsiteY163" fmla="*/ 1930463 h 1978172"/>
              <a:gd name="connsiteX164" fmla="*/ 3005773 w 10768629"/>
              <a:gd name="connsiteY164" fmla="*/ 1915878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2033299 w 10768629"/>
              <a:gd name="connsiteY173" fmla="*/ 1969042 h 1978172"/>
              <a:gd name="connsiteX174" fmla="*/ 1967996 w 10768629"/>
              <a:gd name="connsiteY174" fmla="*/ 1953187 h 1978172"/>
              <a:gd name="connsiteX175" fmla="*/ 1855805 w 10768629"/>
              <a:gd name="connsiteY175" fmla="*/ 1926082 h 1978172"/>
              <a:gd name="connsiteX176" fmla="*/ 1790957 w 10768629"/>
              <a:gd name="connsiteY176" fmla="*/ 1919460 h 1978172"/>
              <a:gd name="connsiteX177" fmla="*/ 1613978 w 10768629"/>
              <a:gd name="connsiteY177" fmla="*/ 1891581 h 1978172"/>
              <a:gd name="connsiteX178" fmla="*/ 1436831 w 10768629"/>
              <a:gd name="connsiteY178" fmla="*/ 1856201 h 1978172"/>
              <a:gd name="connsiteX179" fmla="*/ 1357365 w 10768629"/>
              <a:gd name="connsiteY179" fmla="*/ 1832140 h 1978172"/>
              <a:gd name="connsiteX180" fmla="*/ 1232341 w 10768629"/>
              <a:gd name="connsiteY180" fmla="*/ 1785942 h 1978172"/>
              <a:gd name="connsiteX181" fmla="*/ 1162595 w 10768629"/>
              <a:gd name="connsiteY181" fmla="*/ 1758337 h 1978172"/>
              <a:gd name="connsiteX182" fmla="*/ 1128523 w 10768629"/>
              <a:gd name="connsiteY182" fmla="*/ 1763621 h 1978172"/>
              <a:gd name="connsiteX183" fmla="*/ 991903 w 10768629"/>
              <a:gd name="connsiteY183" fmla="*/ 1786741 h 1978172"/>
              <a:gd name="connsiteX184" fmla="*/ 883960 w 10768629"/>
              <a:gd name="connsiteY184" fmla="*/ 1822386 h 1978172"/>
              <a:gd name="connsiteX185" fmla="*/ 766531 w 10768629"/>
              <a:gd name="connsiteY185" fmla="*/ 1805053 h 1978172"/>
              <a:gd name="connsiteX186" fmla="*/ 669779 w 10768629"/>
              <a:gd name="connsiteY186" fmla="*/ 1800537 h 1978172"/>
              <a:gd name="connsiteX187" fmla="*/ 523898 w 10768629"/>
              <a:gd name="connsiteY187" fmla="*/ 1811085 h 1978172"/>
              <a:gd name="connsiteX188" fmla="*/ 360251 w 10768629"/>
              <a:gd name="connsiteY188" fmla="*/ 1830735 h 1978172"/>
              <a:gd name="connsiteX189" fmla="*/ 255207 w 10768629"/>
              <a:gd name="connsiteY189" fmla="*/ 1818275 h 1978172"/>
              <a:gd name="connsiteX190" fmla="*/ 101803 w 10768629"/>
              <a:gd name="connsiteY190" fmla="*/ 1870647 h 1978172"/>
              <a:gd name="connsiteX191" fmla="*/ 25397 w 10768629"/>
              <a:gd name="connsiteY191" fmla="*/ 1888443 h 1978172"/>
              <a:gd name="connsiteX192" fmla="*/ 2370 w 10768629"/>
              <a:gd name="connsiteY192" fmla="*/ 1878311 h 1978172"/>
              <a:gd name="connsiteX193" fmla="*/ 0 w 10768629"/>
              <a:gd name="connsiteY193" fmla="*/ 1878785 h 1978172"/>
              <a:gd name="connsiteX194" fmla="*/ 0 w 10768629"/>
              <a:gd name="connsiteY194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287964 w 10768629"/>
              <a:gd name="connsiteY28" fmla="*/ 513052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67549 w 10768629"/>
              <a:gd name="connsiteY35" fmla="*/ 584727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394729 w 10768629"/>
              <a:gd name="connsiteY46" fmla="*/ 948347 h 1978172"/>
              <a:gd name="connsiteX47" fmla="*/ 8380548 w 10768629"/>
              <a:gd name="connsiteY47" fmla="*/ 987916 h 1978172"/>
              <a:gd name="connsiteX48" fmla="*/ 8375330 w 10768629"/>
              <a:gd name="connsiteY48" fmla="*/ 965444 h 1978172"/>
              <a:gd name="connsiteX49" fmla="*/ 8340796 w 10768629"/>
              <a:gd name="connsiteY49" fmla="*/ 980522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49003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43525 w 10768629"/>
              <a:gd name="connsiteY78" fmla="*/ 1179064 h 1978172"/>
              <a:gd name="connsiteX79" fmla="*/ 7685942 w 10768629"/>
              <a:gd name="connsiteY79" fmla="*/ 1233723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07190 w 10768629"/>
              <a:gd name="connsiteY82" fmla="*/ 1314737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57384 w 10768629"/>
              <a:gd name="connsiteY141" fmla="*/ 1683952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20200 w 10768629"/>
              <a:gd name="connsiteY151" fmla="*/ 1873173 h 1978172"/>
              <a:gd name="connsiteX152" fmla="*/ 4105361 w 10768629"/>
              <a:gd name="connsiteY152" fmla="*/ 1894711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89285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69672 w 10768629"/>
              <a:gd name="connsiteY159" fmla="*/ 1938036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12044 w 10768629"/>
              <a:gd name="connsiteY162" fmla="*/ 1935614 h 1978172"/>
              <a:gd name="connsiteX163" fmla="*/ 3069716 w 10768629"/>
              <a:gd name="connsiteY163" fmla="*/ 1930463 h 1978172"/>
              <a:gd name="connsiteX164" fmla="*/ 3005773 w 10768629"/>
              <a:gd name="connsiteY164" fmla="*/ 1915878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2033299 w 10768629"/>
              <a:gd name="connsiteY173" fmla="*/ 1969042 h 1978172"/>
              <a:gd name="connsiteX174" fmla="*/ 1967996 w 10768629"/>
              <a:gd name="connsiteY174" fmla="*/ 1953187 h 1978172"/>
              <a:gd name="connsiteX175" fmla="*/ 1855805 w 10768629"/>
              <a:gd name="connsiteY175" fmla="*/ 1926082 h 1978172"/>
              <a:gd name="connsiteX176" fmla="*/ 1790957 w 10768629"/>
              <a:gd name="connsiteY176" fmla="*/ 1919460 h 1978172"/>
              <a:gd name="connsiteX177" fmla="*/ 1613978 w 10768629"/>
              <a:gd name="connsiteY177" fmla="*/ 1891581 h 1978172"/>
              <a:gd name="connsiteX178" fmla="*/ 1436831 w 10768629"/>
              <a:gd name="connsiteY178" fmla="*/ 1856201 h 1978172"/>
              <a:gd name="connsiteX179" fmla="*/ 1357365 w 10768629"/>
              <a:gd name="connsiteY179" fmla="*/ 1832140 h 1978172"/>
              <a:gd name="connsiteX180" fmla="*/ 1232341 w 10768629"/>
              <a:gd name="connsiteY180" fmla="*/ 1785942 h 1978172"/>
              <a:gd name="connsiteX181" fmla="*/ 1162595 w 10768629"/>
              <a:gd name="connsiteY181" fmla="*/ 1758337 h 1978172"/>
              <a:gd name="connsiteX182" fmla="*/ 1128523 w 10768629"/>
              <a:gd name="connsiteY182" fmla="*/ 1763621 h 1978172"/>
              <a:gd name="connsiteX183" fmla="*/ 991903 w 10768629"/>
              <a:gd name="connsiteY183" fmla="*/ 1786741 h 1978172"/>
              <a:gd name="connsiteX184" fmla="*/ 883960 w 10768629"/>
              <a:gd name="connsiteY184" fmla="*/ 1822386 h 1978172"/>
              <a:gd name="connsiteX185" fmla="*/ 766531 w 10768629"/>
              <a:gd name="connsiteY185" fmla="*/ 1805053 h 1978172"/>
              <a:gd name="connsiteX186" fmla="*/ 669779 w 10768629"/>
              <a:gd name="connsiteY186" fmla="*/ 1800537 h 1978172"/>
              <a:gd name="connsiteX187" fmla="*/ 523898 w 10768629"/>
              <a:gd name="connsiteY187" fmla="*/ 1811085 h 1978172"/>
              <a:gd name="connsiteX188" fmla="*/ 360251 w 10768629"/>
              <a:gd name="connsiteY188" fmla="*/ 1830735 h 1978172"/>
              <a:gd name="connsiteX189" fmla="*/ 255207 w 10768629"/>
              <a:gd name="connsiteY189" fmla="*/ 1818275 h 1978172"/>
              <a:gd name="connsiteX190" fmla="*/ 101803 w 10768629"/>
              <a:gd name="connsiteY190" fmla="*/ 1870647 h 1978172"/>
              <a:gd name="connsiteX191" fmla="*/ 25397 w 10768629"/>
              <a:gd name="connsiteY191" fmla="*/ 1888443 h 1978172"/>
              <a:gd name="connsiteX192" fmla="*/ 2370 w 10768629"/>
              <a:gd name="connsiteY192" fmla="*/ 1878311 h 1978172"/>
              <a:gd name="connsiteX193" fmla="*/ 0 w 10768629"/>
              <a:gd name="connsiteY193" fmla="*/ 1878785 h 1978172"/>
              <a:gd name="connsiteX194" fmla="*/ 0 w 10768629"/>
              <a:gd name="connsiteY194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287964 w 10768629"/>
              <a:gd name="connsiteY28" fmla="*/ 513052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67549 w 10768629"/>
              <a:gd name="connsiteY35" fmla="*/ 584727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394729 w 10768629"/>
              <a:gd name="connsiteY46" fmla="*/ 948347 h 1978172"/>
              <a:gd name="connsiteX47" fmla="*/ 8380548 w 10768629"/>
              <a:gd name="connsiteY47" fmla="*/ 987916 h 1978172"/>
              <a:gd name="connsiteX48" fmla="*/ 8375330 w 10768629"/>
              <a:gd name="connsiteY48" fmla="*/ 965444 h 1978172"/>
              <a:gd name="connsiteX49" fmla="*/ 8340796 w 10768629"/>
              <a:gd name="connsiteY49" fmla="*/ 980522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49003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39392 w 10768629"/>
              <a:gd name="connsiteY78" fmla="*/ 1192062 h 1978172"/>
              <a:gd name="connsiteX79" fmla="*/ 7685942 w 10768629"/>
              <a:gd name="connsiteY79" fmla="*/ 1233723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07190 w 10768629"/>
              <a:gd name="connsiteY82" fmla="*/ 1314737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57384 w 10768629"/>
              <a:gd name="connsiteY141" fmla="*/ 1683952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20200 w 10768629"/>
              <a:gd name="connsiteY151" fmla="*/ 1873173 h 1978172"/>
              <a:gd name="connsiteX152" fmla="*/ 4105361 w 10768629"/>
              <a:gd name="connsiteY152" fmla="*/ 1894711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89285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69672 w 10768629"/>
              <a:gd name="connsiteY159" fmla="*/ 1938036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12044 w 10768629"/>
              <a:gd name="connsiteY162" fmla="*/ 1935614 h 1978172"/>
              <a:gd name="connsiteX163" fmla="*/ 3069716 w 10768629"/>
              <a:gd name="connsiteY163" fmla="*/ 1930463 h 1978172"/>
              <a:gd name="connsiteX164" fmla="*/ 3005773 w 10768629"/>
              <a:gd name="connsiteY164" fmla="*/ 1915878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2033299 w 10768629"/>
              <a:gd name="connsiteY173" fmla="*/ 1969042 h 1978172"/>
              <a:gd name="connsiteX174" fmla="*/ 1967996 w 10768629"/>
              <a:gd name="connsiteY174" fmla="*/ 1953187 h 1978172"/>
              <a:gd name="connsiteX175" fmla="*/ 1855805 w 10768629"/>
              <a:gd name="connsiteY175" fmla="*/ 1926082 h 1978172"/>
              <a:gd name="connsiteX176" fmla="*/ 1790957 w 10768629"/>
              <a:gd name="connsiteY176" fmla="*/ 1919460 h 1978172"/>
              <a:gd name="connsiteX177" fmla="*/ 1613978 w 10768629"/>
              <a:gd name="connsiteY177" fmla="*/ 1891581 h 1978172"/>
              <a:gd name="connsiteX178" fmla="*/ 1436831 w 10768629"/>
              <a:gd name="connsiteY178" fmla="*/ 1856201 h 1978172"/>
              <a:gd name="connsiteX179" fmla="*/ 1357365 w 10768629"/>
              <a:gd name="connsiteY179" fmla="*/ 1832140 h 1978172"/>
              <a:gd name="connsiteX180" fmla="*/ 1232341 w 10768629"/>
              <a:gd name="connsiteY180" fmla="*/ 1785942 h 1978172"/>
              <a:gd name="connsiteX181" fmla="*/ 1162595 w 10768629"/>
              <a:gd name="connsiteY181" fmla="*/ 1758337 h 1978172"/>
              <a:gd name="connsiteX182" fmla="*/ 1128523 w 10768629"/>
              <a:gd name="connsiteY182" fmla="*/ 1763621 h 1978172"/>
              <a:gd name="connsiteX183" fmla="*/ 991903 w 10768629"/>
              <a:gd name="connsiteY183" fmla="*/ 1786741 h 1978172"/>
              <a:gd name="connsiteX184" fmla="*/ 883960 w 10768629"/>
              <a:gd name="connsiteY184" fmla="*/ 1822386 h 1978172"/>
              <a:gd name="connsiteX185" fmla="*/ 766531 w 10768629"/>
              <a:gd name="connsiteY185" fmla="*/ 1805053 h 1978172"/>
              <a:gd name="connsiteX186" fmla="*/ 669779 w 10768629"/>
              <a:gd name="connsiteY186" fmla="*/ 1800537 h 1978172"/>
              <a:gd name="connsiteX187" fmla="*/ 523898 w 10768629"/>
              <a:gd name="connsiteY187" fmla="*/ 1811085 h 1978172"/>
              <a:gd name="connsiteX188" fmla="*/ 360251 w 10768629"/>
              <a:gd name="connsiteY188" fmla="*/ 1830735 h 1978172"/>
              <a:gd name="connsiteX189" fmla="*/ 255207 w 10768629"/>
              <a:gd name="connsiteY189" fmla="*/ 1818275 h 1978172"/>
              <a:gd name="connsiteX190" fmla="*/ 101803 w 10768629"/>
              <a:gd name="connsiteY190" fmla="*/ 1870647 h 1978172"/>
              <a:gd name="connsiteX191" fmla="*/ 25397 w 10768629"/>
              <a:gd name="connsiteY191" fmla="*/ 1888443 h 1978172"/>
              <a:gd name="connsiteX192" fmla="*/ 2370 w 10768629"/>
              <a:gd name="connsiteY192" fmla="*/ 1878311 h 1978172"/>
              <a:gd name="connsiteX193" fmla="*/ 0 w 10768629"/>
              <a:gd name="connsiteY193" fmla="*/ 1878785 h 1978172"/>
              <a:gd name="connsiteX194" fmla="*/ 0 w 10768629"/>
              <a:gd name="connsiteY194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287964 w 10768629"/>
              <a:gd name="connsiteY28" fmla="*/ 513052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67549 w 10768629"/>
              <a:gd name="connsiteY35" fmla="*/ 584727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394729 w 10768629"/>
              <a:gd name="connsiteY46" fmla="*/ 948347 h 1978172"/>
              <a:gd name="connsiteX47" fmla="*/ 8380548 w 10768629"/>
              <a:gd name="connsiteY47" fmla="*/ 987916 h 1978172"/>
              <a:gd name="connsiteX48" fmla="*/ 8375330 w 10768629"/>
              <a:gd name="connsiteY48" fmla="*/ 965444 h 1978172"/>
              <a:gd name="connsiteX49" fmla="*/ 8340796 w 10768629"/>
              <a:gd name="connsiteY49" fmla="*/ 980522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49003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39392 w 10768629"/>
              <a:gd name="connsiteY78" fmla="*/ 1192062 h 1978172"/>
              <a:gd name="connsiteX79" fmla="*/ 7677677 w 10768629"/>
              <a:gd name="connsiteY79" fmla="*/ 1216394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07190 w 10768629"/>
              <a:gd name="connsiteY82" fmla="*/ 1314737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57384 w 10768629"/>
              <a:gd name="connsiteY141" fmla="*/ 1683952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20200 w 10768629"/>
              <a:gd name="connsiteY151" fmla="*/ 1873173 h 1978172"/>
              <a:gd name="connsiteX152" fmla="*/ 4105361 w 10768629"/>
              <a:gd name="connsiteY152" fmla="*/ 1894711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89285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69672 w 10768629"/>
              <a:gd name="connsiteY159" fmla="*/ 1938036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12044 w 10768629"/>
              <a:gd name="connsiteY162" fmla="*/ 1935614 h 1978172"/>
              <a:gd name="connsiteX163" fmla="*/ 3069716 w 10768629"/>
              <a:gd name="connsiteY163" fmla="*/ 1930463 h 1978172"/>
              <a:gd name="connsiteX164" fmla="*/ 3005773 w 10768629"/>
              <a:gd name="connsiteY164" fmla="*/ 1915878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2033299 w 10768629"/>
              <a:gd name="connsiteY173" fmla="*/ 1969042 h 1978172"/>
              <a:gd name="connsiteX174" fmla="*/ 1967996 w 10768629"/>
              <a:gd name="connsiteY174" fmla="*/ 1953187 h 1978172"/>
              <a:gd name="connsiteX175" fmla="*/ 1855805 w 10768629"/>
              <a:gd name="connsiteY175" fmla="*/ 1926082 h 1978172"/>
              <a:gd name="connsiteX176" fmla="*/ 1790957 w 10768629"/>
              <a:gd name="connsiteY176" fmla="*/ 1919460 h 1978172"/>
              <a:gd name="connsiteX177" fmla="*/ 1613978 w 10768629"/>
              <a:gd name="connsiteY177" fmla="*/ 1891581 h 1978172"/>
              <a:gd name="connsiteX178" fmla="*/ 1436831 w 10768629"/>
              <a:gd name="connsiteY178" fmla="*/ 1856201 h 1978172"/>
              <a:gd name="connsiteX179" fmla="*/ 1357365 w 10768629"/>
              <a:gd name="connsiteY179" fmla="*/ 1832140 h 1978172"/>
              <a:gd name="connsiteX180" fmla="*/ 1232341 w 10768629"/>
              <a:gd name="connsiteY180" fmla="*/ 1785942 h 1978172"/>
              <a:gd name="connsiteX181" fmla="*/ 1162595 w 10768629"/>
              <a:gd name="connsiteY181" fmla="*/ 1758337 h 1978172"/>
              <a:gd name="connsiteX182" fmla="*/ 1128523 w 10768629"/>
              <a:gd name="connsiteY182" fmla="*/ 1763621 h 1978172"/>
              <a:gd name="connsiteX183" fmla="*/ 991903 w 10768629"/>
              <a:gd name="connsiteY183" fmla="*/ 1786741 h 1978172"/>
              <a:gd name="connsiteX184" fmla="*/ 883960 w 10768629"/>
              <a:gd name="connsiteY184" fmla="*/ 1822386 h 1978172"/>
              <a:gd name="connsiteX185" fmla="*/ 766531 w 10768629"/>
              <a:gd name="connsiteY185" fmla="*/ 1805053 h 1978172"/>
              <a:gd name="connsiteX186" fmla="*/ 669779 w 10768629"/>
              <a:gd name="connsiteY186" fmla="*/ 1800537 h 1978172"/>
              <a:gd name="connsiteX187" fmla="*/ 523898 w 10768629"/>
              <a:gd name="connsiteY187" fmla="*/ 1811085 h 1978172"/>
              <a:gd name="connsiteX188" fmla="*/ 360251 w 10768629"/>
              <a:gd name="connsiteY188" fmla="*/ 1830735 h 1978172"/>
              <a:gd name="connsiteX189" fmla="*/ 255207 w 10768629"/>
              <a:gd name="connsiteY189" fmla="*/ 1818275 h 1978172"/>
              <a:gd name="connsiteX190" fmla="*/ 101803 w 10768629"/>
              <a:gd name="connsiteY190" fmla="*/ 1870647 h 1978172"/>
              <a:gd name="connsiteX191" fmla="*/ 25397 w 10768629"/>
              <a:gd name="connsiteY191" fmla="*/ 1888443 h 1978172"/>
              <a:gd name="connsiteX192" fmla="*/ 2370 w 10768629"/>
              <a:gd name="connsiteY192" fmla="*/ 1878311 h 1978172"/>
              <a:gd name="connsiteX193" fmla="*/ 0 w 10768629"/>
              <a:gd name="connsiteY193" fmla="*/ 1878785 h 1978172"/>
              <a:gd name="connsiteX194" fmla="*/ 0 w 10768629"/>
              <a:gd name="connsiteY194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287964 w 10768629"/>
              <a:gd name="connsiteY28" fmla="*/ 513052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67549 w 10768629"/>
              <a:gd name="connsiteY35" fmla="*/ 584727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394729 w 10768629"/>
              <a:gd name="connsiteY46" fmla="*/ 948347 h 1978172"/>
              <a:gd name="connsiteX47" fmla="*/ 8380548 w 10768629"/>
              <a:gd name="connsiteY47" fmla="*/ 987916 h 1978172"/>
              <a:gd name="connsiteX48" fmla="*/ 8375330 w 10768629"/>
              <a:gd name="connsiteY48" fmla="*/ 965444 h 1978172"/>
              <a:gd name="connsiteX49" fmla="*/ 8340796 w 10768629"/>
              <a:gd name="connsiteY49" fmla="*/ 980522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49003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39392 w 10768629"/>
              <a:gd name="connsiteY78" fmla="*/ 1192062 h 1978172"/>
              <a:gd name="connsiteX79" fmla="*/ 7677677 w 10768629"/>
              <a:gd name="connsiteY79" fmla="*/ 1216394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11323 w 10768629"/>
              <a:gd name="connsiteY82" fmla="*/ 1340732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57384 w 10768629"/>
              <a:gd name="connsiteY141" fmla="*/ 1683952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20200 w 10768629"/>
              <a:gd name="connsiteY151" fmla="*/ 1873173 h 1978172"/>
              <a:gd name="connsiteX152" fmla="*/ 4105361 w 10768629"/>
              <a:gd name="connsiteY152" fmla="*/ 1894711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89285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69672 w 10768629"/>
              <a:gd name="connsiteY159" fmla="*/ 1938036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12044 w 10768629"/>
              <a:gd name="connsiteY162" fmla="*/ 1935614 h 1978172"/>
              <a:gd name="connsiteX163" fmla="*/ 3069716 w 10768629"/>
              <a:gd name="connsiteY163" fmla="*/ 1930463 h 1978172"/>
              <a:gd name="connsiteX164" fmla="*/ 3005773 w 10768629"/>
              <a:gd name="connsiteY164" fmla="*/ 1915878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2033299 w 10768629"/>
              <a:gd name="connsiteY173" fmla="*/ 1969042 h 1978172"/>
              <a:gd name="connsiteX174" fmla="*/ 1967996 w 10768629"/>
              <a:gd name="connsiteY174" fmla="*/ 1953187 h 1978172"/>
              <a:gd name="connsiteX175" fmla="*/ 1855805 w 10768629"/>
              <a:gd name="connsiteY175" fmla="*/ 1926082 h 1978172"/>
              <a:gd name="connsiteX176" fmla="*/ 1790957 w 10768629"/>
              <a:gd name="connsiteY176" fmla="*/ 1919460 h 1978172"/>
              <a:gd name="connsiteX177" fmla="*/ 1613978 w 10768629"/>
              <a:gd name="connsiteY177" fmla="*/ 1891581 h 1978172"/>
              <a:gd name="connsiteX178" fmla="*/ 1436831 w 10768629"/>
              <a:gd name="connsiteY178" fmla="*/ 1856201 h 1978172"/>
              <a:gd name="connsiteX179" fmla="*/ 1357365 w 10768629"/>
              <a:gd name="connsiteY179" fmla="*/ 1832140 h 1978172"/>
              <a:gd name="connsiteX180" fmla="*/ 1232341 w 10768629"/>
              <a:gd name="connsiteY180" fmla="*/ 1785942 h 1978172"/>
              <a:gd name="connsiteX181" fmla="*/ 1162595 w 10768629"/>
              <a:gd name="connsiteY181" fmla="*/ 1758337 h 1978172"/>
              <a:gd name="connsiteX182" fmla="*/ 1128523 w 10768629"/>
              <a:gd name="connsiteY182" fmla="*/ 1763621 h 1978172"/>
              <a:gd name="connsiteX183" fmla="*/ 991903 w 10768629"/>
              <a:gd name="connsiteY183" fmla="*/ 1786741 h 1978172"/>
              <a:gd name="connsiteX184" fmla="*/ 883960 w 10768629"/>
              <a:gd name="connsiteY184" fmla="*/ 1822386 h 1978172"/>
              <a:gd name="connsiteX185" fmla="*/ 766531 w 10768629"/>
              <a:gd name="connsiteY185" fmla="*/ 1805053 h 1978172"/>
              <a:gd name="connsiteX186" fmla="*/ 669779 w 10768629"/>
              <a:gd name="connsiteY186" fmla="*/ 1800537 h 1978172"/>
              <a:gd name="connsiteX187" fmla="*/ 523898 w 10768629"/>
              <a:gd name="connsiteY187" fmla="*/ 1811085 h 1978172"/>
              <a:gd name="connsiteX188" fmla="*/ 360251 w 10768629"/>
              <a:gd name="connsiteY188" fmla="*/ 1830735 h 1978172"/>
              <a:gd name="connsiteX189" fmla="*/ 255207 w 10768629"/>
              <a:gd name="connsiteY189" fmla="*/ 1818275 h 1978172"/>
              <a:gd name="connsiteX190" fmla="*/ 101803 w 10768629"/>
              <a:gd name="connsiteY190" fmla="*/ 1870647 h 1978172"/>
              <a:gd name="connsiteX191" fmla="*/ 25397 w 10768629"/>
              <a:gd name="connsiteY191" fmla="*/ 1888443 h 1978172"/>
              <a:gd name="connsiteX192" fmla="*/ 2370 w 10768629"/>
              <a:gd name="connsiteY192" fmla="*/ 1878311 h 1978172"/>
              <a:gd name="connsiteX193" fmla="*/ 0 w 10768629"/>
              <a:gd name="connsiteY193" fmla="*/ 1878785 h 1978172"/>
              <a:gd name="connsiteX194" fmla="*/ 0 w 10768629"/>
              <a:gd name="connsiteY194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287964 w 10768629"/>
              <a:gd name="connsiteY28" fmla="*/ 513052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67549 w 10768629"/>
              <a:gd name="connsiteY35" fmla="*/ 584727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394729 w 10768629"/>
              <a:gd name="connsiteY46" fmla="*/ 948347 h 1978172"/>
              <a:gd name="connsiteX47" fmla="*/ 8380548 w 10768629"/>
              <a:gd name="connsiteY47" fmla="*/ 987916 h 1978172"/>
              <a:gd name="connsiteX48" fmla="*/ 8375330 w 10768629"/>
              <a:gd name="connsiteY48" fmla="*/ 965444 h 1978172"/>
              <a:gd name="connsiteX49" fmla="*/ 8340796 w 10768629"/>
              <a:gd name="connsiteY49" fmla="*/ 980522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49003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39392 w 10768629"/>
              <a:gd name="connsiteY78" fmla="*/ 1192062 h 1978172"/>
              <a:gd name="connsiteX79" fmla="*/ 7677677 w 10768629"/>
              <a:gd name="connsiteY79" fmla="*/ 1216394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11323 w 10768629"/>
              <a:gd name="connsiteY82" fmla="*/ 1340732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57384 w 10768629"/>
              <a:gd name="connsiteY141" fmla="*/ 1683952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20200 w 10768629"/>
              <a:gd name="connsiteY151" fmla="*/ 1873173 h 1978172"/>
              <a:gd name="connsiteX152" fmla="*/ 4105361 w 10768629"/>
              <a:gd name="connsiteY152" fmla="*/ 1894711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89285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69672 w 10768629"/>
              <a:gd name="connsiteY159" fmla="*/ 1938036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12044 w 10768629"/>
              <a:gd name="connsiteY162" fmla="*/ 1935614 h 1978172"/>
              <a:gd name="connsiteX163" fmla="*/ 3069716 w 10768629"/>
              <a:gd name="connsiteY163" fmla="*/ 1930463 h 1978172"/>
              <a:gd name="connsiteX164" fmla="*/ 3005773 w 10768629"/>
              <a:gd name="connsiteY164" fmla="*/ 1915878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2033299 w 10768629"/>
              <a:gd name="connsiteY173" fmla="*/ 1969042 h 1978172"/>
              <a:gd name="connsiteX174" fmla="*/ 1967996 w 10768629"/>
              <a:gd name="connsiteY174" fmla="*/ 1953187 h 1978172"/>
              <a:gd name="connsiteX175" fmla="*/ 1855805 w 10768629"/>
              <a:gd name="connsiteY175" fmla="*/ 1926082 h 1978172"/>
              <a:gd name="connsiteX176" fmla="*/ 1790957 w 10768629"/>
              <a:gd name="connsiteY176" fmla="*/ 1919460 h 1978172"/>
              <a:gd name="connsiteX177" fmla="*/ 1613978 w 10768629"/>
              <a:gd name="connsiteY177" fmla="*/ 1891581 h 1978172"/>
              <a:gd name="connsiteX178" fmla="*/ 1436831 w 10768629"/>
              <a:gd name="connsiteY178" fmla="*/ 1856201 h 1978172"/>
              <a:gd name="connsiteX179" fmla="*/ 1357365 w 10768629"/>
              <a:gd name="connsiteY179" fmla="*/ 1832140 h 1978172"/>
              <a:gd name="connsiteX180" fmla="*/ 1232341 w 10768629"/>
              <a:gd name="connsiteY180" fmla="*/ 1785942 h 1978172"/>
              <a:gd name="connsiteX181" fmla="*/ 1162595 w 10768629"/>
              <a:gd name="connsiteY181" fmla="*/ 1758337 h 1978172"/>
              <a:gd name="connsiteX182" fmla="*/ 1128523 w 10768629"/>
              <a:gd name="connsiteY182" fmla="*/ 1763621 h 1978172"/>
              <a:gd name="connsiteX183" fmla="*/ 991903 w 10768629"/>
              <a:gd name="connsiteY183" fmla="*/ 1786741 h 1978172"/>
              <a:gd name="connsiteX184" fmla="*/ 883960 w 10768629"/>
              <a:gd name="connsiteY184" fmla="*/ 1822386 h 1978172"/>
              <a:gd name="connsiteX185" fmla="*/ 766531 w 10768629"/>
              <a:gd name="connsiteY185" fmla="*/ 1805053 h 1978172"/>
              <a:gd name="connsiteX186" fmla="*/ 669779 w 10768629"/>
              <a:gd name="connsiteY186" fmla="*/ 1800537 h 1978172"/>
              <a:gd name="connsiteX187" fmla="*/ 523898 w 10768629"/>
              <a:gd name="connsiteY187" fmla="*/ 1811085 h 1978172"/>
              <a:gd name="connsiteX188" fmla="*/ 360251 w 10768629"/>
              <a:gd name="connsiteY188" fmla="*/ 1830735 h 1978172"/>
              <a:gd name="connsiteX189" fmla="*/ 255207 w 10768629"/>
              <a:gd name="connsiteY189" fmla="*/ 1818275 h 1978172"/>
              <a:gd name="connsiteX190" fmla="*/ 101803 w 10768629"/>
              <a:gd name="connsiteY190" fmla="*/ 1870647 h 1978172"/>
              <a:gd name="connsiteX191" fmla="*/ 25397 w 10768629"/>
              <a:gd name="connsiteY191" fmla="*/ 1888443 h 1978172"/>
              <a:gd name="connsiteX192" fmla="*/ 2370 w 10768629"/>
              <a:gd name="connsiteY192" fmla="*/ 1878311 h 1978172"/>
              <a:gd name="connsiteX193" fmla="*/ 0 w 10768629"/>
              <a:gd name="connsiteY193" fmla="*/ 1878785 h 1978172"/>
              <a:gd name="connsiteX194" fmla="*/ 0 w 10768629"/>
              <a:gd name="connsiteY194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287964 w 10768629"/>
              <a:gd name="connsiteY28" fmla="*/ 513052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67549 w 10768629"/>
              <a:gd name="connsiteY35" fmla="*/ 584727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394729 w 10768629"/>
              <a:gd name="connsiteY46" fmla="*/ 948347 h 1978172"/>
              <a:gd name="connsiteX47" fmla="*/ 8380548 w 10768629"/>
              <a:gd name="connsiteY47" fmla="*/ 987916 h 1978172"/>
              <a:gd name="connsiteX48" fmla="*/ 8375330 w 10768629"/>
              <a:gd name="connsiteY48" fmla="*/ 965444 h 1978172"/>
              <a:gd name="connsiteX49" fmla="*/ 8340796 w 10768629"/>
              <a:gd name="connsiteY49" fmla="*/ 980522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49003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39392 w 10768629"/>
              <a:gd name="connsiteY78" fmla="*/ 1192062 h 1978172"/>
              <a:gd name="connsiteX79" fmla="*/ 7677677 w 10768629"/>
              <a:gd name="connsiteY79" fmla="*/ 1216394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11323 w 10768629"/>
              <a:gd name="connsiteY82" fmla="*/ 1340732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57384 w 10768629"/>
              <a:gd name="connsiteY141" fmla="*/ 1683952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20200 w 10768629"/>
              <a:gd name="connsiteY151" fmla="*/ 1873173 h 1978172"/>
              <a:gd name="connsiteX152" fmla="*/ 4101228 w 10768629"/>
              <a:gd name="connsiteY152" fmla="*/ 1868717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89285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69672 w 10768629"/>
              <a:gd name="connsiteY159" fmla="*/ 1938036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12044 w 10768629"/>
              <a:gd name="connsiteY162" fmla="*/ 1935614 h 1978172"/>
              <a:gd name="connsiteX163" fmla="*/ 3069716 w 10768629"/>
              <a:gd name="connsiteY163" fmla="*/ 1930463 h 1978172"/>
              <a:gd name="connsiteX164" fmla="*/ 3005773 w 10768629"/>
              <a:gd name="connsiteY164" fmla="*/ 1915878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2033299 w 10768629"/>
              <a:gd name="connsiteY173" fmla="*/ 1969042 h 1978172"/>
              <a:gd name="connsiteX174" fmla="*/ 1967996 w 10768629"/>
              <a:gd name="connsiteY174" fmla="*/ 1953187 h 1978172"/>
              <a:gd name="connsiteX175" fmla="*/ 1855805 w 10768629"/>
              <a:gd name="connsiteY175" fmla="*/ 1926082 h 1978172"/>
              <a:gd name="connsiteX176" fmla="*/ 1790957 w 10768629"/>
              <a:gd name="connsiteY176" fmla="*/ 1919460 h 1978172"/>
              <a:gd name="connsiteX177" fmla="*/ 1613978 w 10768629"/>
              <a:gd name="connsiteY177" fmla="*/ 1891581 h 1978172"/>
              <a:gd name="connsiteX178" fmla="*/ 1436831 w 10768629"/>
              <a:gd name="connsiteY178" fmla="*/ 1856201 h 1978172"/>
              <a:gd name="connsiteX179" fmla="*/ 1357365 w 10768629"/>
              <a:gd name="connsiteY179" fmla="*/ 1832140 h 1978172"/>
              <a:gd name="connsiteX180" fmla="*/ 1232341 w 10768629"/>
              <a:gd name="connsiteY180" fmla="*/ 1785942 h 1978172"/>
              <a:gd name="connsiteX181" fmla="*/ 1162595 w 10768629"/>
              <a:gd name="connsiteY181" fmla="*/ 1758337 h 1978172"/>
              <a:gd name="connsiteX182" fmla="*/ 1128523 w 10768629"/>
              <a:gd name="connsiteY182" fmla="*/ 1763621 h 1978172"/>
              <a:gd name="connsiteX183" fmla="*/ 991903 w 10768629"/>
              <a:gd name="connsiteY183" fmla="*/ 1786741 h 1978172"/>
              <a:gd name="connsiteX184" fmla="*/ 883960 w 10768629"/>
              <a:gd name="connsiteY184" fmla="*/ 1822386 h 1978172"/>
              <a:gd name="connsiteX185" fmla="*/ 766531 w 10768629"/>
              <a:gd name="connsiteY185" fmla="*/ 1805053 h 1978172"/>
              <a:gd name="connsiteX186" fmla="*/ 669779 w 10768629"/>
              <a:gd name="connsiteY186" fmla="*/ 1800537 h 1978172"/>
              <a:gd name="connsiteX187" fmla="*/ 523898 w 10768629"/>
              <a:gd name="connsiteY187" fmla="*/ 1811085 h 1978172"/>
              <a:gd name="connsiteX188" fmla="*/ 360251 w 10768629"/>
              <a:gd name="connsiteY188" fmla="*/ 1830735 h 1978172"/>
              <a:gd name="connsiteX189" fmla="*/ 255207 w 10768629"/>
              <a:gd name="connsiteY189" fmla="*/ 1818275 h 1978172"/>
              <a:gd name="connsiteX190" fmla="*/ 101803 w 10768629"/>
              <a:gd name="connsiteY190" fmla="*/ 1870647 h 1978172"/>
              <a:gd name="connsiteX191" fmla="*/ 25397 w 10768629"/>
              <a:gd name="connsiteY191" fmla="*/ 1888443 h 1978172"/>
              <a:gd name="connsiteX192" fmla="*/ 2370 w 10768629"/>
              <a:gd name="connsiteY192" fmla="*/ 1878311 h 1978172"/>
              <a:gd name="connsiteX193" fmla="*/ 0 w 10768629"/>
              <a:gd name="connsiteY193" fmla="*/ 1878785 h 1978172"/>
              <a:gd name="connsiteX194" fmla="*/ 0 w 10768629"/>
              <a:gd name="connsiteY194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287964 w 10768629"/>
              <a:gd name="connsiteY28" fmla="*/ 513052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67549 w 10768629"/>
              <a:gd name="connsiteY35" fmla="*/ 584727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394729 w 10768629"/>
              <a:gd name="connsiteY46" fmla="*/ 948347 h 1978172"/>
              <a:gd name="connsiteX47" fmla="*/ 8380548 w 10768629"/>
              <a:gd name="connsiteY47" fmla="*/ 987916 h 1978172"/>
              <a:gd name="connsiteX48" fmla="*/ 8375330 w 10768629"/>
              <a:gd name="connsiteY48" fmla="*/ 965444 h 1978172"/>
              <a:gd name="connsiteX49" fmla="*/ 8340796 w 10768629"/>
              <a:gd name="connsiteY49" fmla="*/ 980522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49003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39392 w 10768629"/>
              <a:gd name="connsiteY78" fmla="*/ 1192062 h 1978172"/>
              <a:gd name="connsiteX79" fmla="*/ 7677677 w 10768629"/>
              <a:gd name="connsiteY79" fmla="*/ 1216394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11323 w 10768629"/>
              <a:gd name="connsiteY82" fmla="*/ 1340732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57384 w 10768629"/>
              <a:gd name="connsiteY141" fmla="*/ 1683952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20200 w 10768629"/>
              <a:gd name="connsiteY151" fmla="*/ 1873173 h 1978172"/>
              <a:gd name="connsiteX152" fmla="*/ 4101228 w 10768629"/>
              <a:gd name="connsiteY152" fmla="*/ 1868717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89285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69672 w 10768629"/>
              <a:gd name="connsiteY159" fmla="*/ 1938036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12044 w 10768629"/>
              <a:gd name="connsiteY162" fmla="*/ 1935614 h 1978172"/>
              <a:gd name="connsiteX163" fmla="*/ 3069716 w 10768629"/>
              <a:gd name="connsiteY163" fmla="*/ 1930463 h 1978172"/>
              <a:gd name="connsiteX164" fmla="*/ 3005773 w 10768629"/>
              <a:gd name="connsiteY164" fmla="*/ 1915878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2033299 w 10768629"/>
              <a:gd name="connsiteY173" fmla="*/ 1969042 h 1978172"/>
              <a:gd name="connsiteX174" fmla="*/ 1967996 w 10768629"/>
              <a:gd name="connsiteY174" fmla="*/ 1953187 h 1978172"/>
              <a:gd name="connsiteX175" fmla="*/ 1855805 w 10768629"/>
              <a:gd name="connsiteY175" fmla="*/ 1926082 h 1978172"/>
              <a:gd name="connsiteX176" fmla="*/ 1790957 w 10768629"/>
              <a:gd name="connsiteY176" fmla="*/ 1919460 h 1978172"/>
              <a:gd name="connsiteX177" fmla="*/ 1613978 w 10768629"/>
              <a:gd name="connsiteY177" fmla="*/ 1891581 h 1978172"/>
              <a:gd name="connsiteX178" fmla="*/ 1436831 w 10768629"/>
              <a:gd name="connsiteY178" fmla="*/ 1856201 h 1978172"/>
              <a:gd name="connsiteX179" fmla="*/ 1357365 w 10768629"/>
              <a:gd name="connsiteY179" fmla="*/ 1832140 h 1978172"/>
              <a:gd name="connsiteX180" fmla="*/ 1232341 w 10768629"/>
              <a:gd name="connsiteY180" fmla="*/ 1785942 h 1978172"/>
              <a:gd name="connsiteX181" fmla="*/ 1162595 w 10768629"/>
              <a:gd name="connsiteY181" fmla="*/ 1758337 h 1978172"/>
              <a:gd name="connsiteX182" fmla="*/ 1128523 w 10768629"/>
              <a:gd name="connsiteY182" fmla="*/ 1763621 h 1978172"/>
              <a:gd name="connsiteX183" fmla="*/ 991903 w 10768629"/>
              <a:gd name="connsiteY183" fmla="*/ 1786741 h 1978172"/>
              <a:gd name="connsiteX184" fmla="*/ 883960 w 10768629"/>
              <a:gd name="connsiteY184" fmla="*/ 1822386 h 1978172"/>
              <a:gd name="connsiteX185" fmla="*/ 766531 w 10768629"/>
              <a:gd name="connsiteY185" fmla="*/ 1805053 h 1978172"/>
              <a:gd name="connsiteX186" fmla="*/ 669779 w 10768629"/>
              <a:gd name="connsiteY186" fmla="*/ 1800537 h 1978172"/>
              <a:gd name="connsiteX187" fmla="*/ 523898 w 10768629"/>
              <a:gd name="connsiteY187" fmla="*/ 1811085 h 1978172"/>
              <a:gd name="connsiteX188" fmla="*/ 360251 w 10768629"/>
              <a:gd name="connsiteY188" fmla="*/ 1830735 h 1978172"/>
              <a:gd name="connsiteX189" fmla="*/ 255207 w 10768629"/>
              <a:gd name="connsiteY189" fmla="*/ 1818275 h 1978172"/>
              <a:gd name="connsiteX190" fmla="*/ 101803 w 10768629"/>
              <a:gd name="connsiteY190" fmla="*/ 1870647 h 1978172"/>
              <a:gd name="connsiteX191" fmla="*/ 25397 w 10768629"/>
              <a:gd name="connsiteY191" fmla="*/ 1888443 h 1978172"/>
              <a:gd name="connsiteX192" fmla="*/ 2370 w 10768629"/>
              <a:gd name="connsiteY192" fmla="*/ 1878311 h 1978172"/>
              <a:gd name="connsiteX193" fmla="*/ 0 w 10768629"/>
              <a:gd name="connsiteY193" fmla="*/ 1878785 h 1978172"/>
              <a:gd name="connsiteX194" fmla="*/ 0 w 10768629"/>
              <a:gd name="connsiteY194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287964 w 10768629"/>
              <a:gd name="connsiteY28" fmla="*/ 513052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67549 w 10768629"/>
              <a:gd name="connsiteY35" fmla="*/ 584727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394729 w 10768629"/>
              <a:gd name="connsiteY46" fmla="*/ 948347 h 1978172"/>
              <a:gd name="connsiteX47" fmla="*/ 8380548 w 10768629"/>
              <a:gd name="connsiteY47" fmla="*/ 987916 h 1978172"/>
              <a:gd name="connsiteX48" fmla="*/ 8375330 w 10768629"/>
              <a:gd name="connsiteY48" fmla="*/ 965444 h 1978172"/>
              <a:gd name="connsiteX49" fmla="*/ 8340796 w 10768629"/>
              <a:gd name="connsiteY49" fmla="*/ 980522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49003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39392 w 10768629"/>
              <a:gd name="connsiteY78" fmla="*/ 1192062 h 1978172"/>
              <a:gd name="connsiteX79" fmla="*/ 7677677 w 10768629"/>
              <a:gd name="connsiteY79" fmla="*/ 1216394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11323 w 10768629"/>
              <a:gd name="connsiteY82" fmla="*/ 1340732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57384 w 10768629"/>
              <a:gd name="connsiteY141" fmla="*/ 1683952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11935 w 10768629"/>
              <a:gd name="connsiteY151" fmla="*/ 1860177 h 1978172"/>
              <a:gd name="connsiteX152" fmla="*/ 4101228 w 10768629"/>
              <a:gd name="connsiteY152" fmla="*/ 1868717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89285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69672 w 10768629"/>
              <a:gd name="connsiteY159" fmla="*/ 1938036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12044 w 10768629"/>
              <a:gd name="connsiteY162" fmla="*/ 1935614 h 1978172"/>
              <a:gd name="connsiteX163" fmla="*/ 3069716 w 10768629"/>
              <a:gd name="connsiteY163" fmla="*/ 1930463 h 1978172"/>
              <a:gd name="connsiteX164" fmla="*/ 3005773 w 10768629"/>
              <a:gd name="connsiteY164" fmla="*/ 1915878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2033299 w 10768629"/>
              <a:gd name="connsiteY173" fmla="*/ 1969042 h 1978172"/>
              <a:gd name="connsiteX174" fmla="*/ 1967996 w 10768629"/>
              <a:gd name="connsiteY174" fmla="*/ 1953187 h 1978172"/>
              <a:gd name="connsiteX175" fmla="*/ 1855805 w 10768629"/>
              <a:gd name="connsiteY175" fmla="*/ 1926082 h 1978172"/>
              <a:gd name="connsiteX176" fmla="*/ 1790957 w 10768629"/>
              <a:gd name="connsiteY176" fmla="*/ 1919460 h 1978172"/>
              <a:gd name="connsiteX177" fmla="*/ 1613978 w 10768629"/>
              <a:gd name="connsiteY177" fmla="*/ 1891581 h 1978172"/>
              <a:gd name="connsiteX178" fmla="*/ 1436831 w 10768629"/>
              <a:gd name="connsiteY178" fmla="*/ 1856201 h 1978172"/>
              <a:gd name="connsiteX179" fmla="*/ 1357365 w 10768629"/>
              <a:gd name="connsiteY179" fmla="*/ 1832140 h 1978172"/>
              <a:gd name="connsiteX180" fmla="*/ 1232341 w 10768629"/>
              <a:gd name="connsiteY180" fmla="*/ 1785942 h 1978172"/>
              <a:gd name="connsiteX181" fmla="*/ 1162595 w 10768629"/>
              <a:gd name="connsiteY181" fmla="*/ 1758337 h 1978172"/>
              <a:gd name="connsiteX182" fmla="*/ 1128523 w 10768629"/>
              <a:gd name="connsiteY182" fmla="*/ 1763621 h 1978172"/>
              <a:gd name="connsiteX183" fmla="*/ 991903 w 10768629"/>
              <a:gd name="connsiteY183" fmla="*/ 1786741 h 1978172"/>
              <a:gd name="connsiteX184" fmla="*/ 883960 w 10768629"/>
              <a:gd name="connsiteY184" fmla="*/ 1822386 h 1978172"/>
              <a:gd name="connsiteX185" fmla="*/ 766531 w 10768629"/>
              <a:gd name="connsiteY185" fmla="*/ 1805053 h 1978172"/>
              <a:gd name="connsiteX186" fmla="*/ 669779 w 10768629"/>
              <a:gd name="connsiteY186" fmla="*/ 1800537 h 1978172"/>
              <a:gd name="connsiteX187" fmla="*/ 523898 w 10768629"/>
              <a:gd name="connsiteY187" fmla="*/ 1811085 h 1978172"/>
              <a:gd name="connsiteX188" fmla="*/ 360251 w 10768629"/>
              <a:gd name="connsiteY188" fmla="*/ 1830735 h 1978172"/>
              <a:gd name="connsiteX189" fmla="*/ 255207 w 10768629"/>
              <a:gd name="connsiteY189" fmla="*/ 1818275 h 1978172"/>
              <a:gd name="connsiteX190" fmla="*/ 101803 w 10768629"/>
              <a:gd name="connsiteY190" fmla="*/ 1870647 h 1978172"/>
              <a:gd name="connsiteX191" fmla="*/ 25397 w 10768629"/>
              <a:gd name="connsiteY191" fmla="*/ 1888443 h 1978172"/>
              <a:gd name="connsiteX192" fmla="*/ 2370 w 10768629"/>
              <a:gd name="connsiteY192" fmla="*/ 1878311 h 1978172"/>
              <a:gd name="connsiteX193" fmla="*/ 0 w 10768629"/>
              <a:gd name="connsiteY193" fmla="*/ 1878785 h 1978172"/>
              <a:gd name="connsiteX194" fmla="*/ 0 w 10768629"/>
              <a:gd name="connsiteY194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287964 w 10768629"/>
              <a:gd name="connsiteY28" fmla="*/ 513052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67549 w 10768629"/>
              <a:gd name="connsiteY35" fmla="*/ 584727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394729 w 10768629"/>
              <a:gd name="connsiteY46" fmla="*/ 948347 h 1978172"/>
              <a:gd name="connsiteX47" fmla="*/ 8380548 w 10768629"/>
              <a:gd name="connsiteY47" fmla="*/ 987916 h 1978172"/>
              <a:gd name="connsiteX48" fmla="*/ 8375330 w 10768629"/>
              <a:gd name="connsiteY48" fmla="*/ 965444 h 1978172"/>
              <a:gd name="connsiteX49" fmla="*/ 8340796 w 10768629"/>
              <a:gd name="connsiteY49" fmla="*/ 980522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49003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39392 w 10768629"/>
              <a:gd name="connsiteY78" fmla="*/ 1192062 h 1978172"/>
              <a:gd name="connsiteX79" fmla="*/ 7677677 w 10768629"/>
              <a:gd name="connsiteY79" fmla="*/ 1216394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11323 w 10768629"/>
              <a:gd name="connsiteY82" fmla="*/ 1340732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57384 w 10768629"/>
              <a:gd name="connsiteY141" fmla="*/ 1683952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11935 w 10768629"/>
              <a:gd name="connsiteY151" fmla="*/ 1860177 h 1978172"/>
              <a:gd name="connsiteX152" fmla="*/ 4101228 w 10768629"/>
              <a:gd name="connsiteY152" fmla="*/ 1868717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89285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69672 w 10768629"/>
              <a:gd name="connsiteY159" fmla="*/ 1938036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12044 w 10768629"/>
              <a:gd name="connsiteY162" fmla="*/ 1935614 h 1978172"/>
              <a:gd name="connsiteX163" fmla="*/ 3069716 w 10768629"/>
              <a:gd name="connsiteY163" fmla="*/ 1930463 h 1978172"/>
              <a:gd name="connsiteX164" fmla="*/ 3005773 w 10768629"/>
              <a:gd name="connsiteY164" fmla="*/ 1915878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2033299 w 10768629"/>
              <a:gd name="connsiteY173" fmla="*/ 1969042 h 1978172"/>
              <a:gd name="connsiteX174" fmla="*/ 1967996 w 10768629"/>
              <a:gd name="connsiteY174" fmla="*/ 1953187 h 1978172"/>
              <a:gd name="connsiteX175" fmla="*/ 1855805 w 10768629"/>
              <a:gd name="connsiteY175" fmla="*/ 1926082 h 1978172"/>
              <a:gd name="connsiteX176" fmla="*/ 1790957 w 10768629"/>
              <a:gd name="connsiteY176" fmla="*/ 1919460 h 1978172"/>
              <a:gd name="connsiteX177" fmla="*/ 1613978 w 10768629"/>
              <a:gd name="connsiteY177" fmla="*/ 1891581 h 1978172"/>
              <a:gd name="connsiteX178" fmla="*/ 1436831 w 10768629"/>
              <a:gd name="connsiteY178" fmla="*/ 1856201 h 1978172"/>
              <a:gd name="connsiteX179" fmla="*/ 1357365 w 10768629"/>
              <a:gd name="connsiteY179" fmla="*/ 1832140 h 1978172"/>
              <a:gd name="connsiteX180" fmla="*/ 1232341 w 10768629"/>
              <a:gd name="connsiteY180" fmla="*/ 1785942 h 1978172"/>
              <a:gd name="connsiteX181" fmla="*/ 1162595 w 10768629"/>
              <a:gd name="connsiteY181" fmla="*/ 1758337 h 1978172"/>
              <a:gd name="connsiteX182" fmla="*/ 1128523 w 10768629"/>
              <a:gd name="connsiteY182" fmla="*/ 1763621 h 1978172"/>
              <a:gd name="connsiteX183" fmla="*/ 991903 w 10768629"/>
              <a:gd name="connsiteY183" fmla="*/ 1786741 h 1978172"/>
              <a:gd name="connsiteX184" fmla="*/ 883960 w 10768629"/>
              <a:gd name="connsiteY184" fmla="*/ 1809389 h 1978172"/>
              <a:gd name="connsiteX185" fmla="*/ 766531 w 10768629"/>
              <a:gd name="connsiteY185" fmla="*/ 1805053 h 1978172"/>
              <a:gd name="connsiteX186" fmla="*/ 669779 w 10768629"/>
              <a:gd name="connsiteY186" fmla="*/ 1800537 h 1978172"/>
              <a:gd name="connsiteX187" fmla="*/ 523898 w 10768629"/>
              <a:gd name="connsiteY187" fmla="*/ 1811085 h 1978172"/>
              <a:gd name="connsiteX188" fmla="*/ 360251 w 10768629"/>
              <a:gd name="connsiteY188" fmla="*/ 1830735 h 1978172"/>
              <a:gd name="connsiteX189" fmla="*/ 255207 w 10768629"/>
              <a:gd name="connsiteY189" fmla="*/ 1818275 h 1978172"/>
              <a:gd name="connsiteX190" fmla="*/ 101803 w 10768629"/>
              <a:gd name="connsiteY190" fmla="*/ 1870647 h 1978172"/>
              <a:gd name="connsiteX191" fmla="*/ 25397 w 10768629"/>
              <a:gd name="connsiteY191" fmla="*/ 1888443 h 1978172"/>
              <a:gd name="connsiteX192" fmla="*/ 2370 w 10768629"/>
              <a:gd name="connsiteY192" fmla="*/ 1878311 h 1978172"/>
              <a:gd name="connsiteX193" fmla="*/ 0 w 10768629"/>
              <a:gd name="connsiteY193" fmla="*/ 1878785 h 1978172"/>
              <a:gd name="connsiteX194" fmla="*/ 0 w 10768629"/>
              <a:gd name="connsiteY194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287964 w 10768629"/>
              <a:gd name="connsiteY28" fmla="*/ 513052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67549 w 10768629"/>
              <a:gd name="connsiteY35" fmla="*/ 584727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394729 w 10768629"/>
              <a:gd name="connsiteY46" fmla="*/ 948347 h 1978172"/>
              <a:gd name="connsiteX47" fmla="*/ 8380548 w 10768629"/>
              <a:gd name="connsiteY47" fmla="*/ 987916 h 1978172"/>
              <a:gd name="connsiteX48" fmla="*/ 8375330 w 10768629"/>
              <a:gd name="connsiteY48" fmla="*/ 965444 h 1978172"/>
              <a:gd name="connsiteX49" fmla="*/ 8340796 w 10768629"/>
              <a:gd name="connsiteY49" fmla="*/ 980522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49003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39392 w 10768629"/>
              <a:gd name="connsiteY78" fmla="*/ 1192062 h 1978172"/>
              <a:gd name="connsiteX79" fmla="*/ 7677677 w 10768629"/>
              <a:gd name="connsiteY79" fmla="*/ 1216394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11323 w 10768629"/>
              <a:gd name="connsiteY82" fmla="*/ 1340732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57384 w 10768629"/>
              <a:gd name="connsiteY141" fmla="*/ 1683952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11935 w 10768629"/>
              <a:gd name="connsiteY151" fmla="*/ 1860177 h 1978172"/>
              <a:gd name="connsiteX152" fmla="*/ 4101228 w 10768629"/>
              <a:gd name="connsiteY152" fmla="*/ 1868717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89285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69672 w 10768629"/>
              <a:gd name="connsiteY159" fmla="*/ 1938036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12044 w 10768629"/>
              <a:gd name="connsiteY162" fmla="*/ 1935614 h 1978172"/>
              <a:gd name="connsiteX163" fmla="*/ 3069716 w 10768629"/>
              <a:gd name="connsiteY163" fmla="*/ 1930463 h 1978172"/>
              <a:gd name="connsiteX164" fmla="*/ 3005773 w 10768629"/>
              <a:gd name="connsiteY164" fmla="*/ 1915878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2033299 w 10768629"/>
              <a:gd name="connsiteY173" fmla="*/ 1969042 h 1978172"/>
              <a:gd name="connsiteX174" fmla="*/ 1967996 w 10768629"/>
              <a:gd name="connsiteY174" fmla="*/ 1953187 h 1978172"/>
              <a:gd name="connsiteX175" fmla="*/ 1855805 w 10768629"/>
              <a:gd name="connsiteY175" fmla="*/ 1926082 h 1978172"/>
              <a:gd name="connsiteX176" fmla="*/ 1790957 w 10768629"/>
              <a:gd name="connsiteY176" fmla="*/ 1919460 h 1978172"/>
              <a:gd name="connsiteX177" fmla="*/ 1613978 w 10768629"/>
              <a:gd name="connsiteY177" fmla="*/ 1891581 h 1978172"/>
              <a:gd name="connsiteX178" fmla="*/ 1436831 w 10768629"/>
              <a:gd name="connsiteY178" fmla="*/ 1856201 h 1978172"/>
              <a:gd name="connsiteX179" fmla="*/ 1357365 w 10768629"/>
              <a:gd name="connsiteY179" fmla="*/ 1832140 h 1978172"/>
              <a:gd name="connsiteX180" fmla="*/ 1232341 w 10768629"/>
              <a:gd name="connsiteY180" fmla="*/ 1785942 h 1978172"/>
              <a:gd name="connsiteX181" fmla="*/ 1162595 w 10768629"/>
              <a:gd name="connsiteY181" fmla="*/ 1758337 h 1978172"/>
              <a:gd name="connsiteX182" fmla="*/ 1128523 w 10768629"/>
              <a:gd name="connsiteY182" fmla="*/ 1763621 h 1978172"/>
              <a:gd name="connsiteX183" fmla="*/ 991903 w 10768629"/>
              <a:gd name="connsiteY183" fmla="*/ 1786741 h 1978172"/>
              <a:gd name="connsiteX184" fmla="*/ 883960 w 10768629"/>
              <a:gd name="connsiteY184" fmla="*/ 1809389 h 1978172"/>
              <a:gd name="connsiteX185" fmla="*/ 766531 w 10768629"/>
              <a:gd name="connsiteY185" fmla="*/ 1805053 h 1978172"/>
              <a:gd name="connsiteX186" fmla="*/ 669779 w 10768629"/>
              <a:gd name="connsiteY186" fmla="*/ 1800537 h 1978172"/>
              <a:gd name="connsiteX187" fmla="*/ 523898 w 10768629"/>
              <a:gd name="connsiteY187" fmla="*/ 1811085 h 1978172"/>
              <a:gd name="connsiteX188" fmla="*/ 360251 w 10768629"/>
              <a:gd name="connsiteY188" fmla="*/ 1830735 h 1978172"/>
              <a:gd name="connsiteX189" fmla="*/ 255207 w 10768629"/>
              <a:gd name="connsiteY189" fmla="*/ 1818275 h 1978172"/>
              <a:gd name="connsiteX190" fmla="*/ 101803 w 10768629"/>
              <a:gd name="connsiteY190" fmla="*/ 1870647 h 1978172"/>
              <a:gd name="connsiteX191" fmla="*/ 25397 w 10768629"/>
              <a:gd name="connsiteY191" fmla="*/ 1888443 h 1978172"/>
              <a:gd name="connsiteX192" fmla="*/ 2370 w 10768629"/>
              <a:gd name="connsiteY192" fmla="*/ 1878311 h 1978172"/>
              <a:gd name="connsiteX193" fmla="*/ 0 w 10768629"/>
              <a:gd name="connsiteY193" fmla="*/ 1878785 h 1978172"/>
              <a:gd name="connsiteX194" fmla="*/ 0 w 10768629"/>
              <a:gd name="connsiteY194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287964 w 10768629"/>
              <a:gd name="connsiteY28" fmla="*/ 513052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67549 w 10768629"/>
              <a:gd name="connsiteY35" fmla="*/ 584727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394729 w 10768629"/>
              <a:gd name="connsiteY46" fmla="*/ 948347 h 1978172"/>
              <a:gd name="connsiteX47" fmla="*/ 8380548 w 10768629"/>
              <a:gd name="connsiteY47" fmla="*/ 987916 h 1978172"/>
              <a:gd name="connsiteX48" fmla="*/ 8375330 w 10768629"/>
              <a:gd name="connsiteY48" fmla="*/ 965444 h 1978172"/>
              <a:gd name="connsiteX49" fmla="*/ 8340796 w 10768629"/>
              <a:gd name="connsiteY49" fmla="*/ 980522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49003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39392 w 10768629"/>
              <a:gd name="connsiteY78" fmla="*/ 1192062 h 1978172"/>
              <a:gd name="connsiteX79" fmla="*/ 7677677 w 10768629"/>
              <a:gd name="connsiteY79" fmla="*/ 1216394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11323 w 10768629"/>
              <a:gd name="connsiteY82" fmla="*/ 1340732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57384 w 10768629"/>
              <a:gd name="connsiteY141" fmla="*/ 1683952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11935 w 10768629"/>
              <a:gd name="connsiteY151" fmla="*/ 1860177 h 1978172"/>
              <a:gd name="connsiteX152" fmla="*/ 4101228 w 10768629"/>
              <a:gd name="connsiteY152" fmla="*/ 1868717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89285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69672 w 10768629"/>
              <a:gd name="connsiteY159" fmla="*/ 1938036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12044 w 10768629"/>
              <a:gd name="connsiteY162" fmla="*/ 1935614 h 1978172"/>
              <a:gd name="connsiteX163" fmla="*/ 3069716 w 10768629"/>
              <a:gd name="connsiteY163" fmla="*/ 1930463 h 1978172"/>
              <a:gd name="connsiteX164" fmla="*/ 3005773 w 10768629"/>
              <a:gd name="connsiteY164" fmla="*/ 1915878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2033299 w 10768629"/>
              <a:gd name="connsiteY173" fmla="*/ 1969042 h 1978172"/>
              <a:gd name="connsiteX174" fmla="*/ 1967996 w 10768629"/>
              <a:gd name="connsiteY174" fmla="*/ 1953187 h 1978172"/>
              <a:gd name="connsiteX175" fmla="*/ 1855805 w 10768629"/>
              <a:gd name="connsiteY175" fmla="*/ 1926082 h 1978172"/>
              <a:gd name="connsiteX176" fmla="*/ 1790957 w 10768629"/>
              <a:gd name="connsiteY176" fmla="*/ 1919460 h 1978172"/>
              <a:gd name="connsiteX177" fmla="*/ 1613978 w 10768629"/>
              <a:gd name="connsiteY177" fmla="*/ 1891581 h 1978172"/>
              <a:gd name="connsiteX178" fmla="*/ 1436831 w 10768629"/>
              <a:gd name="connsiteY178" fmla="*/ 1856201 h 1978172"/>
              <a:gd name="connsiteX179" fmla="*/ 1357365 w 10768629"/>
              <a:gd name="connsiteY179" fmla="*/ 1832140 h 1978172"/>
              <a:gd name="connsiteX180" fmla="*/ 1232341 w 10768629"/>
              <a:gd name="connsiteY180" fmla="*/ 1785942 h 1978172"/>
              <a:gd name="connsiteX181" fmla="*/ 1162595 w 10768629"/>
              <a:gd name="connsiteY181" fmla="*/ 1758337 h 1978172"/>
              <a:gd name="connsiteX182" fmla="*/ 1128523 w 10768629"/>
              <a:gd name="connsiteY182" fmla="*/ 1763621 h 1978172"/>
              <a:gd name="connsiteX183" fmla="*/ 991903 w 10768629"/>
              <a:gd name="connsiteY183" fmla="*/ 1786741 h 1978172"/>
              <a:gd name="connsiteX184" fmla="*/ 883960 w 10768629"/>
              <a:gd name="connsiteY184" fmla="*/ 1809389 h 1978172"/>
              <a:gd name="connsiteX185" fmla="*/ 766531 w 10768629"/>
              <a:gd name="connsiteY185" fmla="*/ 1805053 h 1978172"/>
              <a:gd name="connsiteX186" fmla="*/ 669779 w 10768629"/>
              <a:gd name="connsiteY186" fmla="*/ 1800537 h 1978172"/>
              <a:gd name="connsiteX187" fmla="*/ 523898 w 10768629"/>
              <a:gd name="connsiteY187" fmla="*/ 1811085 h 1978172"/>
              <a:gd name="connsiteX188" fmla="*/ 360251 w 10768629"/>
              <a:gd name="connsiteY188" fmla="*/ 1830735 h 1978172"/>
              <a:gd name="connsiteX189" fmla="*/ 255207 w 10768629"/>
              <a:gd name="connsiteY189" fmla="*/ 1818275 h 1978172"/>
              <a:gd name="connsiteX190" fmla="*/ 101803 w 10768629"/>
              <a:gd name="connsiteY190" fmla="*/ 1870647 h 1978172"/>
              <a:gd name="connsiteX191" fmla="*/ 25397 w 10768629"/>
              <a:gd name="connsiteY191" fmla="*/ 1888443 h 1978172"/>
              <a:gd name="connsiteX192" fmla="*/ 2370 w 10768629"/>
              <a:gd name="connsiteY192" fmla="*/ 1878311 h 1978172"/>
              <a:gd name="connsiteX193" fmla="*/ 0 w 10768629"/>
              <a:gd name="connsiteY193" fmla="*/ 1878785 h 1978172"/>
              <a:gd name="connsiteX194" fmla="*/ 0 w 10768629"/>
              <a:gd name="connsiteY194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287964 w 10768629"/>
              <a:gd name="connsiteY28" fmla="*/ 513052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67549 w 10768629"/>
              <a:gd name="connsiteY35" fmla="*/ 584727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394729 w 10768629"/>
              <a:gd name="connsiteY46" fmla="*/ 948347 h 1978172"/>
              <a:gd name="connsiteX47" fmla="*/ 8380548 w 10768629"/>
              <a:gd name="connsiteY47" fmla="*/ 987916 h 1978172"/>
              <a:gd name="connsiteX48" fmla="*/ 8375330 w 10768629"/>
              <a:gd name="connsiteY48" fmla="*/ 965444 h 1978172"/>
              <a:gd name="connsiteX49" fmla="*/ 8340796 w 10768629"/>
              <a:gd name="connsiteY49" fmla="*/ 980522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49003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39392 w 10768629"/>
              <a:gd name="connsiteY78" fmla="*/ 1192062 h 1978172"/>
              <a:gd name="connsiteX79" fmla="*/ 7677677 w 10768629"/>
              <a:gd name="connsiteY79" fmla="*/ 1216394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11323 w 10768629"/>
              <a:gd name="connsiteY82" fmla="*/ 1340732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57384 w 10768629"/>
              <a:gd name="connsiteY141" fmla="*/ 1683952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11935 w 10768629"/>
              <a:gd name="connsiteY151" fmla="*/ 1860177 h 1978172"/>
              <a:gd name="connsiteX152" fmla="*/ 4101228 w 10768629"/>
              <a:gd name="connsiteY152" fmla="*/ 1868717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89285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69672 w 10768629"/>
              <a:gd name="connsiteY159" fmla="*/ 1938036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12044 w 10768629"/>
              <a:gd name="connsiteY162" fmla="*/ 1935614 h 1978172"/>
              <a:gd name="connsiteX163" fmla="*/ 3069716 w 10768629"/>
              <a:gd name="connsiteY163" fmla="*/ 1930463 h 1978172"/>
              <a:gd name="connsiteX164" fmla="*/ 3005773 w 10768629"/>
              <a:gd name="connsiteY164" fmla="*/ 1915878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2033299 w 10768629"/>
              <a:gd name="connsiteY173" fmla="*/ 1969042 h 1978172"/>
              <a:gd name="connsiteX174" fmla="*/ 1967996 w 10768629"/>
              <a:gd name="connsiteY174" fmla="*/ 1953187 h 1978172"/>
              <a:gd name="connsiteX175" fmla="*/ 1855805 w 10768629"/>
              <a:gd name="connsiteY175" fmla="*/ 1926082 h 1978172"/>
              <a:gd name="connsiteX176" fmla="*/ 1790957 w 10768629"/>
              <a:gd name="connsiteY176" fmla="*/ 1919460 h 1978172"/>
              <a:gd name="connsiteX177" fmla="*/ 1613978 w 10768629"/>
              <a:gd name="connsiteY177" fmla="*/ 1891581 h 1978172"/>
              <a:gd name="connsiteX178" fmla="*/ 1436831 w 10768629"/>
              <a:gd name="connsiteY178" fmla="*/ 1856201 h 1978172"/>
              <a:gd name="connsiteX179" fmla="*/ 1357365 w 10768629"/>
              <a:gd name="connsiteY179" fmla="*/ 1832140 h 1978172"/>
              <a:gd name="connsiteX180" fmla="*/ 1232341 w 10768629"/>
              <a:gd name="connsiteY180" fmla="*/ 1785942 h 1978172"/>
              <a:gd name="connsiteX181" fmla="*/ 1162595 w 10768629"/>
              <a:gd name="connsiteY181" fmla="*/ 1758337 h 1978172"/>
              <a:gd name="connsiteX182" fmla="*/ 1120257 w 10768629"/>
              <a:gd name="connsiteY182" fmla="*/ 1789615 h 1978172"/>
              <a:gd name="connsiteX183" fmla="*/ 991903 w 10768629"/>
              <a:gd name="connsiteY183" fmla="*/ 1786741 h 1978172"/>
              <a:gd name="connsiteX184" fmla="*/ 883960 w 10768629"/>
              <a:gd name="connsiteY184" fmla="*/ 1809389 h 1978172"/>
              <a:gd name="connsiteX185" fmla="*/ 766531 w 10768629"/>
              <a:gd name="connsiteY185" fmla="*/ 1805053 h 1978172"/>
              <a:gd name="connsiteX186" fmla="*/ 669779 w 10768629"/>
              <a:gd name="connsiteY186" fmla="*/ 1800537 h 1978172"/>
              <a:gd name="connsiteX187" fmla="*/ 523898 w 10768629"/>
              <a:gd name="connsiteY187" fmla="*/ 1811085 h 1978172"/>
              <a:gd name="connsiteX188" fmla="*/ 360251 w 10768629"/>
              <a:gd name="connsiteY188" fmla="*/ 1830735 h 1978172"/>
              <a:gd name="connsiteX189" fmla="*/ 255207 w 10768629"/>
              <a:gd name="connsiteY189" fmla="*/ 1818275 h 1978172"/>
              <a:gd name="connsiteX190" fmla="*/ 101803 w 10768629"/>
              <a:gd name="connsiteY190" fmla="*/ 1870647 h 1978172"/>
              <a:gd name="connsiteX191" fmla="*/ 25397 w 10768629"/>
              <a:gd name="connsiteY191" fmla="*/ 1888443 h 1978172"/>
              <a:gd name="connsiteX192" fmla="*/ 2370 w 10768629"/>
              <a:gd name="connsiteY192" fmla="*/ 1878311 h 1978172"/>
              <a:gd name="connsiteX193" fmla="*/ 0 w 10768629"/>
              <a:gd name="connsiteY193" fmla="*/ 1878785 h 1978172"/>
              <a:gd name="connsiteX194" fmla="*/ 0 w 10768629"/>
              <a:gd name="connsiteY194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287964 w 10768629"/>
              <a:gd name="connsiteY28" fmla="*/ 513052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67549 w 10768629"/>
              <a:gd name="connsiteY35" fmla="*/ 584727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394729 w 10768629"/>
              <a:gd name="connsiteY46" fmla="*/ 948347 h 1978172"/>
              <a:gd name="connsiteX47" fmla="*/ 8380548 w 10768629"/>
              <a:gd name="connsiteY47" fmla="*/ 987916 h 1978172"/>
              <a:gd name="connsiteX48" fmla="*/ 8375330 w 10768629"/>
              <a:gd name="connsiteY48" fmla="*/ 965444 h 1978172"/>
              <a:gd name="connsiteX49" fmla="*/ 8340796 w 10768629"/>
              <a:gd name="connsiteY49" fmla="*/ 980522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49003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39392 w 10768629"/>
              <a:gd name="connsiteY78" fmla="*/ 1192062 h 1978172"/>
              <a:gd name="connsiteX79" fmla="*/ 7677677 w 10768629"/>
              <a:gd name="connsiteY79" fmla="*/ 1216394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11323 w 10768629"/>
              <a:gd name="connsiteY82" fmla="*/ 1340732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57384 w 10768629"/>
              <a:gd name="connsiteY141" fmla="*/ 1683952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11935 w 10768629"/>
              <a:gd name="connsiteY151" fmla="*/ 1860177 h 1978172"/>
              <a:gd name="connsiteX152" fmla="*/ 4101228 w 10768629"/>
              <a:gd name="connsiteY152" fmla="*/ 1868717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89285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69672 w 10768629"/>
              <a:gd name="connsiteY159" fmla="*/ 1938036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12044 w 10768629"/>
              <a:gd name="connsiteY162" fmla="*/ 1935614 h 1978172"/>
              <a:gd name="connsiteX163" fmla="*/ 3069716 w 10768629"/>
              <a:gd name="connsiteY163" fmla="*/ 1930463 h 1978172"/>
              <a:gd name="connsiteX164" fmla="*/ 3005773 w 10768629"/>
              <a:gd name="connsiteY164" fmla="*/ 1915878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2033299 w 10768629"/>
              <a:gd name="connsiteY173" fmla="*/ 1969042 h 1978172"/>
              <a:gd name="connsiteX174" fmla="*/ 1967996 w 10768629"/>
              <a:gd name="connsiteY174" fmla="*/ 1953187 h 1978172"/>
              <a:gd name="connsiteX175" fmla="*/ 1855805 w 10768629"/>
              <a:gd name="connsiteY175" fmla="*/ 1926082 h 1978172"/>
              <a:gd name="connsiteX176" fmla="*/ 1790957 w 10768629"/>
              <a:gd name="connsiteY176" fmla="*/ 1919460 h 1978172"/>
              <a:gd name="connsiteX177" fmla="*/ 1613978 w 10768629"/>
              <a:gd name="connsiteY177" fmla="*/ 1891581 h 1978172"/>
              <a:gd name="connsiteX178" fmla="*/ 1436831 w 10768629"/>
              <a:gd name="connsiteY178" fmla="*/ 1856201 h 1978172"/>
              <a:gd name="connsiteX179" fmla="*/ 1357365 w 10768629"/>
              <a:gd name="connsiteY179" fmla="*/ 1832140 h 1978172"/>
              <a:gd name="connsiteX180" fmla="*/ 1232341 w 10768629"/>
              <a:gd name="connsiteY180" fmla="*/ 1785942 h 1978172"/>
              <a:gd name="connsiteX181" fmla="*/ 1162595 w 10768629"/>
              <a:gd name="connsiteY181" fmla="*/ 1784330 h 1978172"/>
              <a:gd name="connsiteX182" fmla="*/ 1120257 w 10768629"/>
              <a:gd name="connsiteY182" fmla="*/ 1789615 h 1978172"/>
              <a:gd name="connsiteX183" fmla="*/ 991903 w 10768629"/>
              <a:gd name="connsiteY183" fmla="*/ 1786741 h 1978172"/>
              <a:gd name="connsiteX184" fmla="*/ 883960 w 10768629"/>
              <a:gd name="connsiteY184" fmla="*/ 1809389 h 1978172"/>
              <a:gd name="connsiteX185" fmla="*/ 766531 w 10768629"/>
              <a:gd name="connsiteY185" fmla="*/ 1805053 h 1978172"/>
              <a:gd name="connsiteX186" fmla="*/ 669779 w 10768629"/>
              <a:gd name="connsiteY186" fmla="*/ 1800537 h 1978172"/>
              <a:gd name="connsiteX187" fmla="*/ 523898 w 10768629"/>
              <a:gd name="connsiteY187" fmla="*/ 1811085 h 1978172"/>
              <a:gd name="connsiteX188" fmla="*/ 360251 w 10768629"/>
              <a:gd name="connsiteY188" fmla="*/ 1830735 h 1978172"/>
              <a:gd name="connsiteX189" fmla="*/ 255207 w 10768629"/>
              <a:gd name="connsiteY189" fmla="*/ 1818275 h 1978172"/>
              <a:gd name="connsiteX190" fmla="*/ 101803 w 10768629"/>
              <a:gd name="connsiteY190" fmla="*/ 1870647 h 1978172"/>
              <a:gd name="connsiteX191" fmla="*/ 25397 w 10768629"/>
              <a:gd name="connsiteY191" fmla="*/ 1888443 h 1978172"/>
              <a:gd name="connsiteX192" fmla="*/ 2370 w 10768629"/>
              <a:gd name="connsiteY192" fmla="*/ 1878311 h 1978172"/>
              <a:gd name="connsiteX193" fmla="*/ 0 w 10768629"/>
              <a:gd name="connsiteY193" fmla="*/ 1878785 h 1978172"/>
              <a:gd name="connsiteX194" fmla="*/ 0 w 10768629"/>
              <a:gd name="connsiteY194" fmla="*/ 0 h 197817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  <a:cxn ang="0">
                <a:pos x="connsiteX151" y="connsiteY151"/>
              </a:cxn>
              <a:cxn ang="0">
                <a:pos x="connsiteX152" y="connsiteY152"/>
              </a:cxn>
              <a:cxn ang="0">
                <a:pos x="connsiteX153" y="connsiteY153"/>
              </a:cxn>
              <a:cxn ang="0">
                <a:pos x="connsiteX154" y="connsiteY154"/>
              </a:cxn>
              <a:cxn ang="0">
                <a:pos x="connsiteX155" y="connsiteY155"/>
              </a:cxn>
              <a:cxn ang="0">
                <a:pos x="connsiteX156" y="connsiteY156"/>
              </a:cxn>
              <a:cxn ang="0">
                <a:pos x="connsiteX157" y="connsiteY157"/>
              </a:cxn>
              <a:cxn ang="0">
                <a:pos x="connsiteX158" y="connsiteY158"/>
              </a:cxn>
              <a:cxn ang="0">
                <a:pos x="connsiteX159" y="connsiteY159"/>
              </a:cxn>
              <a:cxn ang="0">
                <a:pos x="connsiteX160" y="connsiteY160"/>
              </a:cxn>
              <a:cxn ang="0">
                <a:pos x="connsiteX161" y="connsiteY161"/>
              </a:cxn>
              <a:cxn ang="0">
                <a:pos x="connsiteX162" y="connsiteY162"/>
              </a:cxn>
              <a:cxn ang="0">
                <a:pos x="connsiteX163" y="connsiteY163"/>
              </a:cxn>
              <a:cxn ang="0">
                <a:pos x="connsiteX164" y="connsiteY164"/>
              </a:cxn>
              <a:cxn ang="0">
                <a:pos x="connsiteX165" y="connsiteY165"/>
              </a:cxn>
              <a:cxn ang="0">
                <a:pos x="connsiteX166" y="connsiteY166"/>
              </a:cxn>
              <a:cxn ang="0">
                <a:pos x="connsiteX167" y="connsiteY167"/>
              </a:cxn>
              <a:cxn ang="0">
                <a:pos x="connsiteX168" y="connsiteY168"/>
              </a:cxn>
              <a:cxn ang="0">
                <a:pos x="connsiteX169" y="connsiteY169"/>
              </a:cxn>
              <a:cxn ang="0">
                <a:pos x="connsiteX170" y="connsiteY170"/>
              </a:cxn>
              <a:cxn ang="0">
                <a:pos x="connsiteX171" y="connsiteY171"/>
              </a:cxn>
              <a:cxn ang="0">
                <a:pos x="connsiteX172" y="connsiteY172"/>
              </a:cxn>
              <a:cxn ang="0">
                <a:pos x="connsiteX173" y="connsiteY173"/>
              </a:cxn>
              <a:cxn ang="0">
                <a:pos x="connsiteX174" y="connsiteY174"/>
              </a:cxn>
              <a:cxn ang="0">
                <a:pos x="connsiteX175" y="connsiteY175"/>
              </a:cxn>
              <a:cxn ang="0">
                <a:pos x="connsiteX176" y="connsiteY176"/>
              </a:cxn>
              <a:cxn ang="0">
                <a:pos x="connsiteX177" y="connsiteY177"/>
              </a:cxn>
              <a:cxn ang="0">
                <a:pos x="connsiteX178" y="connsiteY178"/>
              </a:cxn>
              <a:cxn ang="0">
                <a:pos x="connsiteX179" y="connsiteY179"/>
              </a:cxn>
              <a:cxn ang="0">
                <a:pos x="connsiteX180" y="connsiteY180"/>
              </a:cxn>
              <a:cxn ang="0">
                <a:pos x="connsiteX181" y="connsiteY181"/>
              </a:cxn>
              <a:cxn ang="0">
                <a:pos x="connsiteX182" y="connsiteY182"/>
              </a:cxn>
              <a:cxn ang="0">
                <a:pos x="connsiteX183" y="connsiteY183"/>
              </a:cxn>
              <a:cxn ang="0">
                <a:pos x="connsiteX184" y="connsiteY184"/>
              </a:cxn>
              <a:cxn ang="0">
                <a:pos x="connsiteX185" y="connsiteY185"/>
              </a:cxn>
              <a:cxn ang="0">
                <a:pos x="connsiteX186" y="connsiteY186"/>
              </a:cxn>
              <a:cxn ang="0">
                <a:pos x="connsiteX187" y="connsiteY187"/>
              </a:cxn>
              <a:cxn ang="0">
                <a:pos x="connsiteX188" y="connsiteY188"/>
              </a:cxn>
              <a:cxn ang="0">
                <a:pos x="connsiteX189" y="connsiteY189"/>
              </a:cxn>
              <a:cxn ang="0">
                <a:pos x="connsiteX190" y="connsiteY190"/>
              </a:cxn>
              <a:cxn ang="0">
                <a:pos x="connsiteX191" y="connsiteY191"/>
              </a:cxn>
              <a:cxn ang="0">
                <a:pos x="connsiteX192" y="connsiteY192"/>
              </a:cxn>
              <a:cxn ang="0">
                <a:pos x="connsiteX193" y="connsiteY193"/>
              </a:cxn>
              <a:cxn ang="0">
                <a:pos x="connsiteX194" y="connsiteY194"/>
              </a:cxn>
            </a:cxnLst>
            <a:rect l="l" t="t" r="r" b="b"/>
            <a:pathLst>
              <a:path w="10768629" h="1978172">
                <a:moveTo>
                  <a:pt x="0" y="0"/>
                </a:moveTo>
                <a:lnTo>
                  <a:pt x="10768629" y="0"/>
                </a:lnTo>
                <a:lnTo>
                  <a:pt x="10733254" y="31439"/>
                </a:lnTo>
                <a:lnTo>
                  <a:pt x="10727085" y="37910"/>
                </a:lnTo>
                <a:cubicBezTo>
                  <a:pt x="10712973" y="56080"/>
                  <a:pt x="10699457" y="78430"/>
                  <a:pt x="10675953" y="68623"/>
                </a:cubicBezTo>
                <a:cubicBezTo>
                  <a:pt x="10685972" y="89202"/>
                  <a:pt x="10641629" y="69781"/>
                  <a:pt x="10637091" y="90361"/>
                </a:cubicBezTo>
                <a:cubicBezTo>
                  <a:pt x="10635214" y="107005"/>
                  <a:pt x="10621323" y="104993"/>
                  <a:pt x="10610971" y="110764"/>
                </a:cubicBezTo>
                <a:cubicBezTo>
                  <a:pt x="10603980" y="127568"/>
                  <a:pt x="10551417" y="141180"/>
                  <a:pt x="10532872" y="138028"/>
                </a:cubicBezTo>
                <a:cubicBezTo>
                  <a:pt x="10480300" y="119072"/>
                  <a:pt x="10440532" y="186296"/>
                  <a:pt x="10398558" y="172911"/>
                </a:cubicBezTo>
                <a:cubicBezTo>
                  <a:pt x="10387708" y="174114"/>
                  <a:pt x="10378792" y="177646"/>
                  <a:pt x="10371128" y="182609"/>
                </a:cubicBezTo>
                <a:lnTo>
                  <a:pt x="10352178" y="199976"/>
                </a:lnTo>
                <a:lnTo>
                  <a:pt x="10351815" y="211879"/>
                </a:lnTo>
                <a:lnTo>
                  <a:pt x="10337471" y="218661"/>
                </a:lnTo>
                <a:lnTo>
                  <a:pt x="10334625" y="222351"/>
                </a:lnTo>
                <a:cubicBezTo>
                  <a:pt x="10321108" y="225227"/>
                  <a:pt x="10278615" y="228401"/>
                  <a:pt x="10256365" y="235917"/>
                </a:cubicBezTo>
                <a:cubicBezTo>
                  <a:pt x="10218136" y="258033"/>
                  <a:pt x="10224552" y="209685"/>
                  <a:pt x="10201127" y="267448"/>
                </a:cubicBezTo>
                <a:cubicBezTo>
                  <a:pt x="10121320" y="273476"/>
                  <a:pt x="10040763" y="345580"/>
                  <a:pt x="9961218" y="326720"/>
                </a:cubicBezTo>
                <a:cubicBezTo>
                  <a:pt x="9980173" y="341621"/>
                  <a:pt x="9883038" y="318484"/>
                  <a:pt x="9859715" y="355698"/>
                </a:cubicBezTo>
                <a:cubicBezTo>
                  <a:pt x="9812822" y="367758"/>
                  <a:pt x="9752089" y="383830"/>
                  <a:pt x="9679867" y="399081"/>
                </a:cubicBezTo>
                <a:cubicBezTo>
                  <a:pt x="9618357" y="415668"/>
                  <a:pt x="9525492" y="446315"/>
                  <a:pt x="9490654" y="455225"/>
                </a:cubicBezTo>
                <a:lnTo>
                  <a:pt x="9470837" y="452539"/>
                </a:lnTo>
                <a:lnTo>
                  <a:pt x="9469082" y="454891"/>
                </a:lnTo>
                <a:cubicBezTo>
                  <a:pt x="9460057" y="461184"/>
                  <a:pt x="9453495" y="461729"/>
                  <a:pt x="9448038" y="459733"/>
                </a:cubicBezTo>
                <a:lnTo>
                  <a:pt x="9396821" y="455795"/>
                </a:lnTo>
                <a:lnTo>
                  <a:pt x="9392197" y="459796"/>
                </a:lnTo>
                <a:lnTo>
                  <a:pt x="9347994" y="464462"/>
                </a:lnTo>
                <a:cubicBezTo>
                  <a:pt x="9347959" y="465155"/>
                  <a:pt x="9347925" y="465846"/>
                  <a:pt x="9347889" y="466539"/>
                </a:cubicBezTo>
                <a:cubicBezTo>
                  <a:pt x="9346648" y="471307"/>
                  <a:pt x="9343831" y="475025"/>
                  <a:pt x="9337639" y="476654"/>
                </a:cubicBezTo>
                <a:cubicBezTo>
                  <a:pt x="9354547" y="503661"/>
                  <a:pt x="9307720" y="510631"/>
                  <a:pt x="9287964" y="513052"/>
                </a:cubicBezTo>
                <a:cubicBezTo>
                  <a:pt x="9269905" y="526173"/>
                  <a:pt x="9245386" y="544358"/>
                  <a:pt x="9229283" y="555377"/>
                </a:cubicBezTo>
                <a:lnTo>
                  <a:pt x="9220274" y="557502"/>
                </a:lnTo>
                <a:cubicBezTo>
                  <a:pt x="9220250" y="557668"/>
                  <a:pt x="9220226" y="557835"/>
                  <a:pt x="9220202" y="558001"/>
                </a:cubicBezTo>
                <a:cubicBezTo>
                  <a:pt x="9218468" y="559434"/>
                  <a:pt x="9215591" y="560497"/>
                  <a:pt x="9210908" y="561147"/>
                </a:cubicBezTo>
                <a:lnTo>
                  <a:pt x="9186374" y="565502"/>
                </a:lnTo>
                <a:lnTo>
                  <a:pt x="9181058" y="569943"/>
                </a:lnTo>
                <a:lnTo>
                  <a:pt x="9167549" y="584727"/>
                </a:lnTo>
                <a:lnTo>
                  <a:pt x="9149110" y="598906"/>
                </a:lnTo>
                <a:cubicBezTo>
                  <a:pt x="9133575" y="594395"/>
                  <a:pt x="9087390" y="636567"/>
                  <a:pt x="9078556" y="644039"/>
                </a:cubicBezTo>
                <a:lnTo>
                  <a:pt x="8996399" y="690055"/>
                </a:lnTo>
                <a:cubicBezTo>
                  <a:pt x="8913147" y="777045"/>
                  <a:pt x="8867993" y="772591"/>
                  <a:pt x="8803791" y="813860"/>
                </a:cubicBezTo>
                <a:cubicBezTo>
                  <a:pt x="8745270" y="819906"/>
                  <a:pt x="8690049" y="823612"/>
                  <a:pt x="8636202" y="848463"/>
                </a:cubicBezTo>
                <a:cubicBezTo>
                  <a:pt x="8594799" y="860014"/>
                  <a:pt x="8568613" y="864779"/>
                  <a:pt x="8555372" y="883171"/>
                </a:cubicBezTo>
                <a:lnTo>
                  <a:pt x="8507229" y="901665"/>
                </a:lnTo>
                <a:lnTo>
                  <a:pt x="8428473" y="927985"/>
                </a:lnTo>
                <a:cubicBezTo>
                  <a:pt x="8428287" y="929817"/>
                  <a:pt x="8428100" y="931648"/>
                  <a:pt x="8427914" y="933480"/>
                </a:cubicBezTo>
                <a:lnTo>
                  <a:pt x="8420327" y="941984"/>
                </a:lnTo>
                <a:lnTo>
                  <a:pt x="8394729" y="948347"/>
                </a:lnTo>
                <a:lnTo>
                  <a:pt x="8380548" y="987916"/>
                </a:lnTo>
                <a:lnTo>
                  <a:pt x="8375330" y="965444"/>
                </a:lnTo>
                <a:cubicBezTo>
                  <a:pt x="8372375" y="964202"/>
                  <a:pt x="8344433" y="977378"/>
                  <a:pt x="8340796" y="980522"/>
                </a:cubicBezTo>
                <a:cubicBezTo>
                  <a:pt x="8328292" y="982128"/>
                  <a:pt x="8319237" y="991089"/>
                  <a:pt x="8304438" y="996739"/>
                </a:cubicBezTo>
                <a:cubicBezTo>
                  <a:pt x="8297193" y="1005683"/>
                  <a:pt x="8289328" y="1014568"/>
                  <a:pt x="8280929" y="1023089"/>
                </a:cubicBezTo>
                <a:lnTo>
                  <a:pt x="8275760" y="1027772"/>
                </a:lnTo>
                <a:lnTo>
                  <a:pt x="8275478" y="1027605"/>
                </a:lnTo>
                <a:cubicBezTo>
                  <a:pt x="8273970" y="1028076"/>
                  <a:pt x="8251461" y="1029408"/>
                  <a:pt x="8249003" y="1032033"/>
                </a:cubicBezTo>
                <a:lnTo>
                  <a:pt x="8203836" y="1037347"/>
                </a:lnTo>
                <a:cubicBezTo>
                  <a:pt x="8172789" y="1049890"/>
                  <a:pt x="8148166" y="1034625"/>
                  <a:pt x="8122936" y="1063113"/>
                </a:cubicBezTo>
                <a:cubicBezTo>
                  <a:pt x="8093850" y="1074757"/>
                  <a:pt x="8066781" y="1075350"/>
                  <a:pt x="8043658" y="1092746"/>
                </a:cubicBezTo>
                <a:cubicBezTo>
                  <a:pt x="8032157" y="1089174"/>
                  <a:pt x="8022145" y="1089998"/>
                  <a:pt x="8015351" y="1105478"/>
                </a:cubicBezTo>
                <a:cubicBezTo>
                  <a:pt x="7987544" y="1113006"/>
                  <a:pt x="7977708" y="1099152"/>
                  <a:pt x="7963145" y="1119346"/>
                </a:cubicBezTo>
                <a:cubicBezTo>
                  <a:pt x="7942622" y="1098880"/>
                  <a:pt x="7943760" y="1109516"/>
                  <a:pt x="7938145" y="1120225"/>
                </a:cubicBezTo>
                <a:lnTo>
                  <a:pt x="7937238" y="1121204"/>
                </a:lnTo>
                <a:lnTo>
                  <a:pt x="7934398" y="1118240"/>
                </a:lnTo>
                <a:lnTo>
                  <a:pt x="7918248" y="1124371"/>
                </a:lnTo>
                <a:lnTo>
                  <a:pt x="7914119" y="1127653"/>
                </a:lnTo>
                <a:cubicBezTo>
                  <a:pt x="7911201" y="1129547"/>
                  <a:pt x="7909169" y="1130331"/>
                  <a:pt x="7907658" y="1130350"/>
                </a:cubicBezTo>
                <a:lnTo>
                  <a:pt x="7907434" y="1130103"/>
                </a:lnTo>
                <a:lnTo>
                  <a:pt x="7901508" y="1133245"/>
                </a:lnTo>
                <a:cubicBezTo>
                  <a:pt x="7891644" y="1139271"/>
                  <a:pt x="7882185" y="1145815"/>
                  <a:pt x="7873287" y="1152609"/>
                </a:cubicBezTo>
                <a:cubicBezTo>
                  <a:pt x="7864672" y="1141906"/>
                  <a:pt x="7845199" y="1159242"/>
                  <a:pt x="7834833" y="1153868"/>
                </a:cubicBezTo>
                <a:lnTo>
                  <a:pt x="7828661" y="1139994"/>
                </a:lnTo>
                <a:lnTo>
                  <a:pt x="7823966" y="1143178"/>
                </a:lnTo>
                <a:lnTo>
                  <a:pt x="7815078" y="1151776"/>
                </a:lnTo>
                <a:cubicBezTo>
                  <a:pt x="7813692" y="1152943"/>
                  <a:pt x="7812687" y="1153116"/>
                  <a:pt x="7812026" y="1151522"/>
                </a:cubicBezTo>
                <a:cubicBezTo>
                  <a:pt x="7806555" y="1153054"/>
                  <a:pt x="7788673" y="1159989"/>
                  <a:pt x="7782249" y="1160970"/>
                </a:cubicBezTo>
                <a:lnTo>
                  <a:pt x="7773476" y="1157414"/>
                </a:lnTo>
                <a:lnTo>
                  <a:pt x="7769600" y="1157365"/>
                </a:lnTo>
                <a:lnTo>
                  <a:pt x="7752631" y="1172815"/>
                </a:lnTo>
                <a:lnTo>
                  <a:pt x="7739392" y="1192062"/>
                </a:lnTo>
                <a:lnTo>
                  <a:pt x="7677677" y="1216394"/>
                </a:lnTo>
                <a:lnTo>
                  <a:pt x="7586920" y="1261888"/>
                </a:lnTo>
                <a:cubicBezTo>
                  <a:pt x="7556723" y="1298911"/>
                  <a:pt x="7489187" y="1284518"/>
                  <a:pt x="7486100" y="1292563"/>
                </a:cubicBezTo>
                <a:cubicBezTo>
                  <a:pt x="7454875" y="1308356"/>
                  <a:pt x="7453335" y="1326361"/>
                  <a:pt x="7411323" y="1340732"/>
                </a:cubicBezTo>
                <a:cubicBezTo>
                  <a:pt x="7372519" y="1390006"/>
                  <a:pt x="7288617" y="1403664"/>
                  <a:pt x="7240698" y="1438832"/>
                </a:cubicBezTo>
                <a:cubicBezTo>
                  <a:pt x="7206467" y="1417136"/>
                  <a:pt x="7227555" y="1441678"/>
                  <a:pt x="7197675" y="1447530"/>
                </a:cubicBezTo>
                <a:cubicBezTo>
                  <a:pt x="7211601" y="1474927"/>
                  <a:pt x="7159483" y="1444981"/>
                  <a:pt x="7164788" y="1480293"/>
                </a:cubicBezTo>
                <a:cubicBezTo>
                  <a:pt x="7159184" y="1480240"/>
                  <a:pt x="7153584" y="1479075"/>
                  <a:pt x="7147929" y="1477641"/>
                </a:cubicBezTo>
                <a:lnTo>
                  <a:pt x="7144965" y="1476908"/>
                </a:lnTo>
                <a:lnTo>
                  <a:pt x="7134299" y="1479969"/>
                </a:lnTo>
                <a:lnTo>
                  <a:pt x="7129809" y="1473339"/>
                </a:lnTo>
                <a:lnTo>
                  <a:pt x="7112688" y="1472575"/>
                </a:lnTo>
                <a:cubicBezTo>
                  <a:pt x="7106506" y="1473449"/>
                  <a:pt x="7100123" y="1475741"/>
                  <a:pt x="7093470" y="1480300"/>
                </a:cubicBezTo>
                <a:cubicBezTo>
                  <a:pt x="7079039" y="1501274"/>
                  <a:pt x="7048991" y="1495718"/>
                  <a:pt x="7025034" y="1506934"/>
                </a:cubicBezTo>
                <a:lnTo>
                  <a:pt x="7014783" y="1515868"/>
                </a:lnTo>
                <a:lnTo>
                  <a:pt x="6979706" y="1523511"/>
                </a:lnTo>
                <a:lnTo>
                  <a:pt x="6977890" y="1525793"/>
                </a:lnTo>
                <a:cubicBezTo>
                  <a:pt x="6971996" y="1527914"/>
                  <a:pt x="6959488" y="1529941"/>
                  <a:pt x="6944339" y="1536237"/>
                </a:cubicBezTo>
                <a:lnTo>
                  <a:pt x="6886996" y="1563569"/>
                </a:lnTo>
                <a:lnTo>
                  <a:pt x="6874510" y="1558469"/>
                </a:lnTo>
                <a:lnTo>
                  <a:pt x="6871943" y="1554651"/>
                </a:lnTo>
                <a:lnTo>
                  <a:pt x="6856174" y="1562024"/>
                </a:lnTo>
                <a:lnTo>
                  <a:pt x="6842321" y="1560554"/>
                </a:lnTo>
                <a:lnTo>
                  <a:pt x="6832713" y="1569357"/>
                </a:lnTo>
                <a:lnTo>
                  <a:pt x="6816351" y="1571495"/>
                </a:lnTo>
                <a:cubicBezTo>
                  <a:pt x="6810216" y="1571510"/>
                  <a:pt x="6803310" y="1571324"/>
                  <a:pt x="6795800" y="1572010"/>
                </a:cubicBezTo>
                <a:lnTo>
                  <a:pt x="6777546" y="1568661"/>
                </a:lnTo>
                <a:lnTo>
                  <a:pt x="6751528" y="1574143"/>
                </a:lnTo>
                <a:cubicBezTo>
                  <a:pt x="6731455" y="1578562"/>
                  <a:pt x="6712054" y="1582098"/>
                  <a:pt x="6691966" y="1582255"/>
                </a:cubicBezTo>
                <a:cubicBezTo>
                  <a:pt x="6677921" y="1590738"/>
                  <a:pt x="6663787" y="1595441"/>
                  <a:pt x="6646941" y="1588471"/>
                </a:cubicBezTo>
                <a:cubicBezTo>
                  <a:pt x="6605135" y="1597971"/>
                  <a:pt x="6598373" y="1612583"/>
                  <a:pt x="6568576" y="1606488"/>
                </a:cubicBezTo>
                <a:cubicBezTo>
                  <a:pt x="6562510" y="1614734"/>
                  <a:pt x="6558067" y="1619360"/>
                  <a:pt x="6554358" y="1621701"/>
                </a:cubicBezTo>
                <a:cubicBezTo>
                  <a:pt x="6543227" y="1628727"/>
                  <a:pt x="6538724" y="1615196"/>
                  <a:pt x="6516968" y="1617195"/>
                </a:cubicBezTo>
                <a:cubicBezTo>
                  <a:pt x="6493173" y="1617368"/>
                  <a:pt x="6528193" y="1598652"/>
                  <a:pt x="6506479" y="1602227"/>
                </a:cubicBezTo>
                <a:cubicBezTo>
                  <a:pt x="6486674" y="1613929"/>
                  <a:pt x="6478484" y="1593997"/>
                  <a:pt x="6458436" y="1607332"/>
                </a:cubicBezTo>
                <a:cubicBezTo>
                  <a:pt x="6471168" y="1620800"/>
                  <a:pt x="6410323" y="1615478"/>
                  <a:pt x="6414786" y="1628815"/>
                </a:cubicBezTo>
                <a:cubicBezTo>
                  <a:pt x="6385942" y="1615041"/>
                  <a:pt x="6386569" y="1640238"/>
                  <a:pt x="6357085" y="1640846"/>
                </a:cubicBezTo>
                <a:cubicBezTo>
                  <a:pt x="6341163" y="1636809"/>
                  <a:pt x="6331497" y="1637754"/>
                  <a:pt x="6322636" y="1648213"/>
                </a:cubicBezTo>
                <a:cubicBezTo>
                  <a:pt x="6248448" y="1627802"/>
                  <a:pt x="6286748" y="1654976"/>
                  <a:pt x="6226172" y="1654676"/>
                </a:cubicBezTo>
                <a:lnTo>
                  <a:pt x="6221217" y="1654506"/>
                </a:lnTo>
                <a:lnTo>
                  <a:pt x="6204956" y="1664280"/>
                </a:lnTo>
                <a:cubicBezTo>
                  <a:pt x="6204728" y="1665114"/>
                  <a:pt x="6204498" y="1665947"/>
                  <a:pt x="6204270" y="1666782"/>
                </a:cubicBezTo>
                <a:lnTo>
                  <a:pt x="6143810" y="1661963"/>
                </a:lnTo>
                <a:lnTo>
                  <a:pt x="6136560" y="1665728"/>
                </a:lnTo>
                <a:lnTo>
                  <a:pt x="6096155" y="1656951"/>
                </a:lnTo>
                <a:lnTo>
                  <a:pt x="6075812" y="1655422"/>
                </a:lnTo>
                <a:lnTo>
                  <a:pt x="6039495" y="1649680"/>
                </a:lnTo>
                <a:lnTo>
                  <a:pt x="6036523" y="1652121"/>
                </a:lnTo>
                <a:lnTo>
                  <a:pt x="6029328" y="1649904"/>
                </a:lnTo>
                <a:lnTo>
                  <a:pt x="6024075" y="1652779"/>
                </a:lnTo>
                <a:lnTo>
                  <a:pt x="6018085" y="1652030"/>
                </a:lnTo>
                <a:cubicBezTo>
                  <a:pt x="6006658" y="1653831"/>
                  <a:pt x="5968194" y="1662035"/>
                  <a:pt x="5955513" y="1663584"/>
                </a:cubicBezTo>
                <a:lnTo>
                  <a:pt x="5941996" y="1661326"/>
                </a:lnTo>
                <a:lnTo>
                  <a:pt x="5931789" y="1669915"/>
                </a:lnTo>
                <a:lnTo>
                  <a:pt x="5888686" y="1672175"/>
                </a:lnTo>
                <a:lnTo>
                  <a:pt x="5873794" y="1665454"/>
                </a:lnTo>
                <a:lnTo>
                  <a:pt x="5860022" y="1660635"/>
                </a:lnTo>
                <a:lnTo>
                  <a:pt x="5858237" y="1660649"/>
                </a:lnTo>
                <a:lnTo>
                  <a:pt x="5840319" y="1660798"/>
                </a:lnTo>
                <a:lnTo>
                  <a:pt x="5806984" y="1661075"/>
                </a:lnTo>
                <a:cubicBezTo>
                  <a:pt x="5785708" y="1661533"/>
                  <a:pt x="5764126" y="1662974"/>
                  <a:pt x="5742351" y="1667489"/>
                </a:cubicBezTo>
                <a:cubicBezTo>
                  <a:pt x="5659069" y="1645168"/>
                  <a:pt x="5615134" y="1706361"/>
                  <a:pt x="5521171" y="1671626"/>
                </a:cubicBezTo>
                <a:cubicBezTo>
                  <a:pt x="5491803" y="1671296"/>
                  <a:pt x="5498089" y="1662666"/>
                  <a:pt x="5457384" y="1683952"/>
                </a:cubicBezTo>
                <a:cubicBezTo>
                  <a:pt x="5356959" y="1699287"/>
                  <a:pt x="5078905" y="1774579"/>
                  <a:pt x="4950070" y="1748401"/>
                </a:cubicBezTo>
                <a:cubicBezTo>
                  <a:pt x="4918276" y="1752255"/>
                  <a:pt x="4891043" y="1756936"/>
                  <a:pt x="4872172" y="1757222"/>
                </a:cubicBezTo>
                <a:lnTo>
                  <a:pt x="4809524" y="1761033"/>
                </a:lnTo>
                <a:cubicBezTo>
                  <a:pt x="4791324" y="1772975"/>
                  <a:pt x="4777258" y="1754591"/>
                  <a:pt x="4759058" y="1766533"/>
                </a:cubicBezTo>
                <a:cubicBezTo>
                  <a:pt x="4747481" y="1770744"/>
                  <a:pt x="4734604" y="1772921"/>
                  <a:pt x="4719749" y="1771811"/>
                </a:cubicBezTo>
                <a:cubicBezTo>
                  <a:pt x="4671168" y="1780243"/>
                  <a:pt x="4634134" y="1775931"/>
                  <a:pt x="4568686" y="1786141"/>
                </a:cubicBezTo>
                <a:cubicBezTo>
                  <a:pt x="4544667" y="1777910"/>
                  <a:pt x="4432547" y="1778168"/>
                  <a:pt x="4418751" y="1796932"/>
                </a:cubicBezTo>
                <a:cubicBezTo>
                  <a:pt x="4403360" y="1801488"/>
                  <a:pt x="4385278" y="1795746"/>
                  <a:pt x="4378377" y="1815528"/>
                </a:cubicBezTo>
                <a:cubicBezTo>
                  <a:pt x="4366870" y="1839461"/>
                  <a:pt x="4337372" y="1814003"/>
                  <a:pt x="4320575" y="1832722"/>
                </a:cubicBezTo>
                <a:cubicBezTo>
                  <a:pt x="4277898" y="1857053"/>
                  <a:pt x="4243945" y="1846759"/>
                  <a:pt x="4211935" y="1860177"/>
                </a:cubicBezTo>
                <a:cubicBezTo>
                  <a:pt x="4181519" y="1859584"/>
                  <a:pt x="4171342" y="1859762"/>
                  <a:pt x="4101228" y="1868717"/>
                </a:cubicBezTo>
                <a:cubicBezTo>
                  <a:pt x="4080159" y="1876188"/>
                  <a:pt x="4039427" y="1877381"/>
                  <a:pt x="3973223" y="1881015"/>
                </a:cubicBezTo>
                <a:cubicBezTo>
                  <a:pt x="3971330" y="1884974"/>
                  <a:pt x="3952843" y="1879225"/>
                  <a:pt x="3900992" y="1880603"/>
                </a:cubicBezTo>
                <a:cubicBezTo>
                  <a:pt x="3849141" y="1881981"/>
                  <a:pt x="3740060" y="1895686"/>
                  <a:pt x="3662119" y="1889285"/>
                </a:cubicBezTo>
                <a:cubicBezTo>
                  <a:pt x="3565155" y="1881322"/>
                  <a:pt x="3613412" y="1915150"/>
                  <a:pt x="3496919" y="1873180"/>
                </a:cubicBezTo>
                <a:cubicBezTo>
                  <a:pt x="3488062" y="1895719"/>
                  <a:pt x="3474293" y="1876288"/>
                  <a:pt x="3449433" y="1889681"/>
                </a:cubicBezTo>
                <a:cubicBezTo>
                  <a:pt x="3406553" y="1891629"/>
                  <a:pt x="3413217" y="1897797"/>
                  <a:pt x="3369766" y="1916653"/>
                </a:cubicBezTo>
                <a:cubicBezTo>
                  <a:pt x="3338805" y="1929531"/>
                  <a:pt x="3289487" y="1928617"/>
                  <a:pt x="3269672" y="1938036"/>
                </a:cubicBezTo>
                <a:lnTo>
                  <a:pt x="3224897" y="1943733"/>
                </a:lnTo>
                <a:cubicBezTo>
                  <a:pt x="3188693" y="1949271"/>
                  <a:pt x="3178540" y="1909145"/>
                  <a:pt x="3161463" y="1946591"/>
                </a:cubicBezTo>
                <a:lnTo>
                  <a:pt x="3112044" y="1935614"/>
                </a:lnTo>
                <a:lnTo>
                  <a:pt x="3069716" y="1930463"/>
                </a:lnTo>
                <a:cubicBezTo>
                  <a:pt x="3049937" y="1924285"/>
                  <a:pt x="3047816" y="1925644"/>
                  <a:pt x="3005773" y="1915878"/>
                </a:cubicBezTo>
                <a:cubicBezTo>
                  <a:pt x="2978838" y="1921092"/>
                  <a:pt x="2967972" y="1927319"/>
                  <a:pt x="2897201" y="1926772"/>
                </a:cubicBezTo>
                <a:lnTo>
                  <a:pt x="2783891" y="1931749"/>
                </a:lnTo>
                <a:cubicBezTo>
                  <a:pt x="2753098" y="1932794"/>
                  <a:pt x="2731621" y="1915151"/>
                  <a:pt x="2712447" y="1933044"/>
                </a:cubicBezTo>
                <a:cubicBezTo>
                  <a:pt x="2621923" y="1990472"/>
                  <a:pt x="2637976" y="1949546"/>
                  <a:pt x="2560151" y="1963609"/>
                </a:cubicBezTo>
                <a:cubicBezTo>
                  <a:pt x="2472084" y="1973456"/>
                  <a:pt x="2423631" y="1962133"/>
                  <a:pt x="2367221" y="1971884"/>
                </a:cubicBezTo>
                <a:cubicBezTo>
                  <a:pt x="2355331" y="1950582"/>
                  <a:pt x="2295649" y="1950006"/>
                  <a:pt x="2272130" y="1961162"/>
                </a:cubicBezTo>
                <a:cubicBezTo>
                  <a:pt x="2229336" y="1964326"/>
                  <a:pt x="2232627" y="1943953"/>
                  <a:pt x="2189404" y="1978172"/>
                </a:cubicBezTo>
                <a:cubicBezTo>
                  <a:pt x="2153824" y="1968017"/>
                  <a:pt x="2114605" y="1969166"/>
                  <a:pt x="2077704" y="1965002"/>
                </a:cubicBezTo>
                <a:cubicBezTo>
                  <a:pt x="2053064" y="1962036"/>
                  <a:pt x="2051584" y="1971011"/>
                  <a:pt x="2033299" y="1969042"/>
                </a:cubicBezTo>
                <a:cubicBezTo>
                  <a:pt x="2015014" y="1967073"/>
                  <a:pt x="1998956" y="1958903"/>
                  <a:pt x="1967996" y="1953187"/>
                </a:cubicBezTo>
                <a:cubicBezTo>
                  <a:pt x="1924117" y="1970917"/>
                  <a:pt x="1915668" y="1940297"/>
                  <a:pt x="1855805" y="1926082"/>
                </a:cubicBezTo>
                <a:cubicBezTo>
                  <a:pt x="1830663" y="1943732"/>
                  <a:pt x="1810564" y="1935694"/>
                  <a:pt x="1790957" y="1919460"/>
                </a:cubicBezTo>
                <a:cubicBezTo>
                  <a:pt x="1732588" y="1924884"/>
                  <a:pt x="1679506" y="1900619"/>
                  <a:pt x="1613978" y="1891581"/>
                </a:cubicBezTo>
                <a:cubicBezTo>
                  <a:pt x="1542961" y="1912227"/>
                  <a:pt x="1506863" y="1865666"/>
                  <a:pt x="1436831" y="1856201"/>
                </a:cubicBezTo>
                <a:cubicBezTo>
                  <a:pt x="1409149" y="1862955"/>
                  <a:pt x="1416370" y="1829853"/>
                  <a:pt x="1357365" y="1832140"/>
                </a:cubicBezTo>
                <a:cubicBezTo>
                  <a:pt x="1285880" y="1811785"/>
                  <a:pt x="1273193" y="1786872"/>
                  <a:pt x="1232341" y="1785942"/>
                </a:cubicBezTo>
                <a:cubicBezTo>
                  <a:pt x="1223903" y="1792798"/>
                  <a:pt x="1160576" y="1793911"/>
                  <a:pt x="1162595" y="1784330"/>
                </a:cubicBezTo>
                <a:cubicBezTo>
                  <a:pt x="1153167" y="1787110"/>
                  <a:pt x="1122206" y="1805077"/>
                  <a:pt x="1120257" y="1789615"/>
                </a:cubicBezTo>
                <a:cubicBezTo>
                  <a:pt x="1073149" y="1786750"/>
                  <a:pt x="1034361" y="1768718"/>
                  <a:pt x="991903" y="1786741"/>
                </a:cubicBezTo>
                <a:cubicBezTo>
                  <a:pt x="966383" y="1781126"/>
                  <a:pt x="949501" y="1800915"/>
                  <a:pt x="883960" y="1809389"/>
                </a:cubicBezTo>
                <a:cubicBezTo>
                  <a:pt x="836064" y="1808194"/>
                  <a:pt x="826980" y="1826610"/>
                  <a:pt x="766531" y="1805053"/>
                </a:cubicBezTo>
                <a:cubicBezTo>
                  <a:pt x="732778" y="1801141"/>
                  <a:pt x="694055" y="1787044"/>
                  <a:pt x="669779" y="1800537"/>
                </a:cubicBezTo>
                <a:cubicBezTo>
                  <a:pt x="645252" y="1794709"/>
                  <a:pt x="563495" y="1813232"/>
                  <a:pt x="523898" y="1811085"/>
                </a:cubicBezTo>
                <a:cubicBezTo>
                  <a:pt x="457555" y="1798530"/>
                  <a:pt x="395227" y="1824052"/>
                  <a:pt x="360251" y="1830735"/>
                </a:cubicBezTo>
                <a:cubicBezTo>
                  <a:pt x="313564" y="1825583"/>
                  <a:pt x="298281" y="1811622"/>
                  <a:pt x="255207" y="1818275"/>
                </a:cubicBezTo>
                <a:cubicBezTo>
                  <a:pt x="206572" y="1839769"/>
                  <a:pt x="160277" y="1836800"/>
                  <a:pt x="101803" y="1870647"/>
                </a:cubicBezTo>
                <a:cubicBezTo>
                  <a:pt x="85849" y="1910002"/>
                  <a:pt x="27997" y="1845258"/>
                  <a:pt x="25397" y="1888443"/>
                </a:cubicBezTo>
                <a:cubicBezTo>
                  <a:pt x="19096" y="1881154"/>
                  <a:pt x="11260" y="1878398"/>
                  <a:pt x="2370" y="1878311"/>
                </a:cubicBezTo>
                <a:lnTo>
                  <a:pt x="0" y="1878785"/>
                </a:lnTo>
                <a:lnTo>
                  <a:pt x="0" y="0"/>
                </a:lnTo>
                <a:close/>
              </a:path>
            </a:pathLst>
          </a:custGeom>
          <a:solidFill>
            <a:srgbClr val="82766A">
              <a:alpha val="15000"/>
            </a:srgbClr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565D07C8-0B23-32CA-0868-993CBD86D9F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37034" y="609597"/>
            <a:ext cx="9392421" cy="1330841"/>
          </a:xfrm>
        </p:spPr>
        <p:txBody>
          <a:bodyPr vert="horz" lIns="91440" tIns="45720" rIns="91440" bIns="45720" rtlCol="0" anchor="ctr">
            <a:normAutofit/>
          </a:bodyPr>
          <a:lstStyle/>
          <a:p>
            <a:pPr marR="0"/>
            <a:r>
              <a:rPr lang="en-US" b="0" i="0" u="none" strike="noStrike" kern="1200" baseline="0">
                <a:solidFill>
                  <a:schemeClr val="tx1"/>
                </a:solidFill>
                <a:latin typeface="+mj-lt"/>
                <a:ea typeface="+mj-ea"/>
                <a:cs typeface="+mj-cs"/>
              </a:rPr>
              <a:t>Key Cloud Features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0211CB9-7320-FE62-0363-2025550FB4F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1137034" y="2198362"/>
            <a:ext cx="4958966" cy="3917773"/>
          </a:xfrm>
        </p:spPr>
        <p:txBody>
          <a:bodyPr vert="horz" lIns="91440" tIns="45720" rIns="91440" bIns="45720" rtlCol="0">
            <a:normAutofit/>
          </a:bodyPr>
          <a:lstStyle/>
          <a:p>
            <a:pPr lvl="0">
              <a:buFont typeface="Wingdings" panose="05000000000000000000" pitchFamily="2" charset="2"/>
              <a:buChar char="ü"/>
            </a:pPr>
            <a:r>
              <a:rPr lang="en-US" sz="2000" b="1" dirty="0"/>
              <a:t>Elastic</a:t>
            </a:r>
            <a:r>
              <a:rPr lang="en-US" sz="2000" dirty="0"/>
              <a:t>: </a:t>
            </a:r>
            <a:br>
              <a:rPr lang="en-US" sz="2000" dirty="0"/>
            </a:br>
            <a:r>
              <a:rPr lang="en-US" sz="2000" dirty="0"/>
              <a:t>resources grow or shrink automatically</a:t>
            </a:r>
          </a:p>
          <a:p>
            <a:pPr lvl="0">
              <a:buFont typeface="Wingdings" panose="05000000000000000000" pitchFamily="2" charset="2"/>
              <a:buChar char="ü"/>
            </a:pPr>
            <a:r>
              <a:rPr lang="en-US" sz="2000" b="1" dirty="0"/>
              <a:t>Self‑service</a:t>
            </a:r>
            <a:r>
              <a:rPr lang="en-US" sz="2000" dirty="0"/>
              <a:t>: </a:t>
            </a:r>
            <a:br>
              <a:rPr lang="en-US" sz="2000" dirty="0"/>
            </a:br>
            <a:r>
              <a:rPr lang="en-US" sz="2000" dirty="0"/>
              <a:t>You can create servers or services in minutes</a:t>
            </a:r>
          </a:p>
          <a:p>
            <a:pPr lvl="0">
              <a:buFont typeface="Wingdings" panose="05000000000000000000" pitchFamily="2" charset="2"/>
              <a:buChar char="ü"/>
            </a:pPr>
            <a:r>
              <a:rPr lang="en-US" sz="2000" b="1" dirty="0"/>
              <a:t>Global</a:t>
            </a:r>
            <a:r>
              <a:rPr lang="en-US" sz="2000" dirty="0"/>
              <a:t>: </a:t>
            </a:r>
            <a:br>
              <a:rPr lang="en-US" sz="2000" dirty="0"/>
            </a:br>
            <a:r>
              <a:rPr lang="en-US" sz="2000" dirty="0"/>
              <a:t>data </a:t>
            </a:r>
            <a:r>
              <a:rPr lang="en-US" sz="2000" dirty="0" err="1"/>
              <a:t>centres</a:t>
            </a:r>
            <a:r>
              <a:rPr lang="en-US" sz="2000" dirty="0"/>
              <a:t> around the world</a:t>
            </a:r>
          </a:p>
          <a:p>
            <a:pPr lvl="0">
              <a:buFont typeface="Wingdings" panose="05000000000000000000" pitchFamily="2" charset="2"/>
              <a:buChar char="ü"/>
            </a:pPr>
            <a:r>
              <a:rPr lang="en-US" sz="2000" b="1" dirty="0"/>
              <a:t>Managed</a:t>
            </a:r>
            <a:r>
              <a:rPr lang="en-US" sz="2000" dirty="0"/>
              <a:t>: </a:t>
            </a:r>
            <a:br>
              <a:rPr lang="en-US" sz="2000" dirty="0"/>
            </a:br>
            <a:r>
              <a:rPr lang="en-US" sz="2000" dirty="0"/>
              <a:t>the cloud provider handles </a:t>
            </a:r>
            <a:br>
              <a:rPr lang="en-US" sz="2000" dirty="0"/>
            </a:br>
            <a:r>
              <a:rPr lang="en-US" sz="2000" dirty="0"/>
              <a:t>hardware, networking, and updates</a:t>
            </a:r>
          </a:p>
          <a:p>
            <a:endParaRPr lang="en-US" sz="2000" dirty="0"/>
          </a:p>
        </p:txBody>
      </p:sp>
      <p:sp>
        <p:nvSpPr>
          <p:cNvPr id="29" name="Freeform: Shape 28">
            <a:extLst>
              <a:ext uri="{FF2B5EF4-FFF2-40B4-BE49-F238E27FC236}">
                <a16:creationId xmlns:a16="http://schemas.microsoft.com/office/drawing/2014/main" id="{9A0D773F-7A7D-4DBB-9DEA-86BB8B8F4BC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>
            <a:off x="5381624" y="6209414"/>
            <a:ext cx="6810375" cy="648586"/>
          </a:xfrm>
          <a:custGeom>
            <a:avLst/>
            <a:gdLst>
              <a:gd name="connsiteX0" fmla="*/ 0 w 10753706"/>
              <a:gd name="connsiteY0" fmla="*/ 0 h 1027260"/>
              <a:gd name="connsiteX1" fmla="*/ 10753706 w 10753706"/>
              <a:gd name="connsiteY1" fmla="*/ 0 h 1027260"/>
              <a:gd name="connsiteX2" fmla="*/ 10748809 w 10753706"/>
              <a:gd name="connsiteY2" fmla="*/ 2522 h 1027260"/>
              <a:gd name="connsiteX3" fmla="*/ 10725330 w 10753706"/>
              <a:gd name="connsiteY3" fmla="*/ 11977 h 1027260"/>
              <a:gd name="connsiteX4" fmla="*/ 10615423 w 10753706"/>
              <a:gd name="connsiteY4" fmla="*/ 52967 h 1027260"/>
              <a:gd name="connsiteX5" fmla="*/ 10533936 w 10753706"/>
              <a:gd name="connsiteY5" fmla="*/ 53095 h 1027260"/>
              <a:gd name="connsiteX6" fmla="*/ 10466876 w 10753706"/>
              <a:gd name="connsiteY6" fmla="*/ 45180 h 1027260"/>
              <a:gd name="connsiteX7" fmla="*/ 10355090 w 10753706"/>
              <a:gd name="connsiteY7" fmla="*/ 89741 h 1027260"/>
              <a:gd name="connsiteX8" fmla="*/ 10087145 w 10753706"/>
              <a:gd name="connsiteY8" fmla="*/ 66115 h 1027260"/>
              <a:gd name="connsiteX9" fmla="*/ 10015902 w 10753706"/>
              <a:gd name="connsiteY9" fmla="*/ 76178 h 1027260"/>
              <a:gd name="connsiteX10" fmla="*/ 9806005 w 10753706"/>
              <a:gd name="connsiteY10" fmla="*/ 102435 h 1027260"/>
              <a:gd name="connsiteX11" fmla="*/ 9602583 w 10753706"/>
              <a:gd name="connsiteY11" fmla="*/ 179170 h 1027260"/>
              <a:gd name="connsiteX12" fmla="*/ 9469719 w 10753706"/>
              <a:gd name="connsiteY12" fmla="*/ 174721 h 1027260"/>
              <a:gd name="connsiteX13" fmla="*/ 9408692 w 10753706"/>
              <a:gd name="connsiteY13" fmla="*/ 189513 h 1027260"/>
              <a:gd name="connsiteX14" fmla="*/ 9364151 w 10753706"/>
              <a:gd name="connsiteY14" fmla="*/ 194072 h 1027260"/>
              <a:gd name="connsiteX15" fmla="*/ 9337751 w 10753706"/>
              <a:gd name="connsiteY15" fmla="*/ 197579 h 1027260"/>
              <a:gd name="connsiteX16" fmla="*/ 9297166 w 10753706"/>
              <a:gd name="connsiteY16" fmla="*/ 216558 h 1027260"/>
              <a:gd name="connsiteX17" fmla="*/ 9123859 w 10753706"/>
              <a:gd name="connsiteY17" fmla="*/ 237356 h 1027260"/>
              <a:gd name="connsiteX18" fmla="*/ 8950741 w 10753706"/>
              <a:gd name="connsiteY18" fmla="*/ 238020 h 1027260"/>
              <a:gd name="connsiteX19" fmla="*/ 8718236 w 10753706"/>
              <a:gd name="connsiteY19" fmla="*/ 303148 h 1027260"/>
              <a:gd name="connsiteX20" fmla="*/ 8694011 w 10753706"/>
              <a:gd name="connsiteY20" fmla="*/ 308812 h 1027260"/>
              <a:gd name="connsiteX21" fmla="*/ 8611976 w 10753706"/>
              <a:gd name="connsiteY21" fmla="*/ 324819 h 1027260"/>
              <a:gd name="connsiteX22" fmla="*/ 8562074 w 10753706"/>
              <a:gd name="connsiteY22" fmla="*/ 337971 h 1027260"/>
              <a:gd name="connsiteX23" fmla="*/ 8501724 w 10753706"/>
              <a:gd name="connsiteY23" fmla="*/ 360865 h 1027260"/>
              <a:gd name="connsiteX24" fmla="*/ 8504489 w 10753706"/>
              <a:gd name="connsiteY24" fmla="*/ 364790 h 1027260"/>
              <a:gd name="connsiteX25" fmla="*/ 8492774 w 10753706"/>
              <a:gd name="connsiteY25" fmla="*/ 366181 h 1027260"/>
              <a:gd name="connsiteX26" fmla="*/ 8466405 w 10753706"/>
              <a:gd name="connsiteY26" fmla="*/ 368724 h 1027260"/>
              <a:gd name="connsiteX27" fmla="*/ 8427069 w 10753706"/>
              <a:gd name="connsiteY27" fmla="*/ 387211 h 1027260"/>
              <a:gd name="connsiteX28" fmla="*/ 8387766 w 10753706"/>
              <a:gd name="connsiteY28" fmla="*/ 377161 h 1027260"/>
              <a:gd name="connsiteX29" fmla="*/ 8315874 w 10753706"/>
              <a:gd name="connsiteY29" fmla="*/ 395527 h 1027260"/>
              <a:gd name="connsiteX30" fmla="*/ 8274474 w 10753706"/>
              <a:gd name="connsiteY30" fmla="*/ 405112 h 1027260"/>
              <a:gd name="connsiteX31" fmla="*/ 8234664 w 10753706"/>
              <a:gd name="connsiteY31" fmla="*/ 410219 h 1027260"/>
              <a:gd name="connsiteX32" fmla="*/ 8211268 w 10753706"/>
              <a:gd name="connsiteY32" fmla="*/ 416791 h 1027260"/>
              <a:gd name="connsiteX33" fmla="*/ 8188615 w 10753706"/>
              <a:gd name="connsiteY33" fmla="*/ 421755 h 1027260"/>
              <a:gd name="connsiteX34" fmla="*/ 8179981 w 10753706"/>
              <a:gd name="connsiteY34" fmla="*/ 420402 h 1027260"/>
              <a:gd name="connsiteX35" fmla="*/ 8179307 w 10753706"/>
              <a:gd name="connsiteY35" fmla="*/ 422516 h 1027260"/>
              <a:gd name="connsiteX36" fmla="*/ 8147929 w 10753706"/>
              <a:gd name="connsiteY36" fmla="*/ 450302 h 1027260"/>
              <a:gd name="connsiteX37" fmla="*/ 8089136 w 10753706"/>
              <a:gd name="connsiteY37" fmla="*/ 465283 h 1027260"/>
              <a:gd name="connsiteX38" fmla="*/ 8049973 w 10753706"/>
              <a:gd name="connsiteY38" fmla="*/ 454121 h 1027260"/>
              <a:gd name="connsiteX39" fmla="*/ 7965913 w 10753706"/>
              <a:gd name="connsiteY39" fmla="*/ 464415 h 1027260"/>
              <a:gd name="connsiteX40" fmla="*/ 7945093 w 10753706"/>
              <a:gd name="connsiteY40" fmla="*/ 464798 h 1027260"/>
              <a:gd name="connsiteX41" fmla="*/ 7935335 w 10753706"/>
              <a:gd name="connsiteY41" fmla="*/ 462442 h 1027260"/>
              <a:gd name="connsiteX42" fmla="*/ 7904779 w 10753706"/>
              <a:gd name="connsiteY42" fmla="*/ 471429 h 1027260"/>
              <a:gd name="connsiteX43" fmla="*/ 7855604 w 10753706"/>
              <a:gd name="connsiteY43" fmla="*/ 480199 h 1027260"/>
              <a:gd name="connsiteX44" fmla="*/ 7832630 w 10753706"/>
              <a:gd name="connsiteY44" fmla="*/ 485371 h 1027260"/>
              <a:gd name="connsiteX45" fmla="*/ 7812438 w 10753706"/>
              <a:gd name="connsiteY45" fmla="*/ 485391 h 1027260"/>
              <a:gd name="connsiteX46" fmla="*/ 7701399 w 10753706"/>
              <a:gd name="connsiteY46" fmla="*/ 495197 h 1027260"/>
              <a:gd name="connsiteX47" fmla="*/ 7674778 w 10753706"/>
              <a:gd name="connsiteY47" fmla="*/ 494723 h 1027260"/>
              <a:gd name="connsiteX48" fmla="*/ 7660445 w 10753706"/>
              <a:gd name="connsiteY48" fmla="*/ 490194 h 1027260"/>
              <a:gd name="connsiteX49" fmla="*/ 7651781 w 10753706"/>
              <a:gd name="connsiteY49" fmla="*/ 493084 h 1027260"/>
              <a:gd name="connsiteX50" fmla="*/ 7584807 w 10753706"/>
              <a:gd name="connsiteY50" fmla="*/ 499490 h 1027260"/>
              <a:gd name="connsiteX51" fmla="*/ 7541324 w 10753706"/>
              <a:gd name="connsiteY51" fmla="*/ 504184 h 1027260"/>
              <a:gd name="connsiteX52" fmla="*/ 7541756 w 10753706"/>
              <a:gd name="connsiteY52" fmla="*/ 512184 h 1027260"/>
              <a:gd name="connsiteX53" fmla="*/ 7503906 w 10753706"/>
              <a:gd name="connsiteY53" fmla="*/ 518551 h 1027260"/>
              <a:gd name="connsiteX54" fmla="*/ 7460411 w 10753706"/>
              <a:gd name="connsiteY54" fmla="*/ 517415 h 1027260"/>
              <a:gd name="connsiteX55" fmla="*/ 7460116 w 10753706"/>
              <a:gd name="connsiteY55" fmla="*/ 517548 h 1027260"/>
              <a:gd name="connsiteX56" fmla="*/ 7297810 w 10753706"/>
              <a:gd name="connsiteY56" fmla="*/ 563947 h 1027260"/>
              <a:gd name="connsiteX57" fmla="*/ 6946388 w 10753706"/>
              <a:gd name="connsiteY57" fmla="*/ 665244 h 1027260"/>
              <a:gd name="connsiteX58" fmla="*/ 6741704 w 10753706"/>
              <a:gd name="connsiteY58" fmla="*/ 679365 h 1027260"/>
              <a:gd name="connsiteX59" fmla="*/ 6624680 w 10753706"/>
              <a:gd name="connsiteY59" fmla="*/ 677674 h 1027260"/>
              <a:gd name="connsiteX60" fmla="*/ 6605700 w 10753706"/>
              <a:gd name="connsiteY60" fmla="*/ 683566 h 1027260"/>
              <a:gd name="connsiteX61" fmla="*/ 6576922 w 10753706"/>
              <a:gd name="connsiteY61" fmla="*/ 683030 h 1027260"/>
              <a:gd name="connsiteX62" fmla="*/ 6405123 w 10753706"/>
              <a:gd name="connsiteY62" fmla="*/ 721946 h 1027260"/>
              <a:gd name="connsiteX63" fmla="*/ 6368938 w 10753706"/>
              <a:gd name="connsiteY63" fmla="*/ 717341 h 1027260"/>
              <a:gd name="connsiteX64" fmla="*/ 6295102 w 10753706"/>
              <a:gd name="connsiteY64" fmla="*/ 729508 h 1027260"/>
              <a:gd name="connsiteX65" fmla="*/ 6202084 w 10753706"/>
              <a:gd name="connsiteY65" fmla="*/ 767091 h 1027260"/>
              <a:gd name="connsiteX66" fmla="*/ 6067157 w 10753706"/>
              <a:gd name="connsiteY66" fmla="*/ 790339 h 1027260"/>
              <a:gd name="connsiteX67" fmla="*/ 6061443 w 10753706"/>
              <a:gd name="connsiteY67" fmla="*/ 796151 h 1027260"/>
              <a:gd name="connsiteX68" fmla="*/ 6051406 w 10753706"/>
              <a:gd name="connsiteY68" fmla="*/ 800684 h 1027260"/>
              <a:gd name="connsiteX69" fmla="*/ 6049097 w 10753706"/>
              <a:gd name="connsiteY69" fmla="*/ 800636 h 1027260"/>
              <a:gd name="connsiteX70" fmla="*/ 6034222 w 10753706"/>
              <a:gd name="connsiteY70" fmla="*/ 804110 h 1027260"/>
              <a:gd name="connsiteX71" fmla="*/ 6033121 w 10753706"/>
              <a:gd name="connsiteY71" fmla="*/ 806078 h 1027260"/>
              <a:gd name="connsiteX72" fmla="*/ 6023593 w 10753706"/>
              <a:gd name="connsiteY72" fmla="*/ 808842 h 1027260"/>
              <a:gd name="connsiteX73" fmla="*/ 6006639 w 10753706"/>
              <a:gd name="connsiteY73" fmla="*/ 815304 h 1027260"/>
              <a:gd name="connsiteX74" fmla="*/ 6001762 w 10753706"/>
              <a:gd name="connsiteY74" fmla="*/ 815557 h 1027260"/>
              <a:gd name="connsiteX75" fmla="*/ 5973534 w 10753706"/>
              <a:gd name="connsiteY75" fmla="*/ 823815 h 1027260"/>
              <a:gd name="connsiteX76" fmla="*/ 5972336 w 10753706"/>
              <a:gd name="connsiteY76" fmla="*/ 823476 h 1027260"/>
              <a:gd name="connsiteX77" fmla="*/ 5960841 w 10753706"/>
              <a:gd name="connsiteY77" fmla="*/ 823819 h 1027260"/>
              <a:gd name="connsiteX78" fmla="*/ 5940719 w 10753706"/>
              <a:gd name="connsiteY78" fmla="*/ 825514 h 1027260"/>
              <a:gd name="connsiteX79" fmla="*/ 5884298 w 10753706"/>
              <a:gd name="connsiteY79" fmla="*/ 823806 h 1027260"/>
              <a:gd name="connsiteX80" fmla="*/ 5854779 w 10753706"/>
              <a:gd name="connsiteY80" fmla="*/ 832365 h 1027260"/>
              <a:gd name="connsiteX81" fmla="*/ 5848382 w 10753706"/>
              <a:gd name="connsiteY81" fmla="*/ 833844 h 1027260"/>
              <a:gd name="connsiteX82" fmla="*/ 5848066 w 10753706"/>
              <a:gd name="connsiteY82" fmla="*/ 833772 h 1027260"/>
              <a:gd name="connsiteX83" fmla="*/ 5840944 w 10753706"/>
              <a:gd name="connsiteY83" fmla="*/ 835132 h 1027260"/>
              <a:gd name="connsiteX84" fmla="*/ 5836719 w 10753706"/>
              <a:gd name="connsiteY84" fmla="*/ 836539 h 1027260"/>
              <a:gd name="connsiteX85" fmla="*/ 5824311 w 10753706"/>
              <a:gd name="connsiteY85" fmla="*/ 839408 h 1027260"/>
              <a:gd name="connsiteX86" fmla="*/ 5818788 w 10753706"/>
              <a:gd name="connsiteY86" fmla="*/ 839727 h 1027260"/>
              <a:gd name="connsiteX87" fmla="*/ 5763953 w 10753706"/>
              <a:gd name="connsiteY87" fmla="*/ 834282 h 1027260"/>
              <a:gd name="connsiteX88" fmla="*/ 5667748 w 10753706"/>
              <a:gd name="connsiteY88" fmla="*/ 840211 h 1027260"/>
              <a:gd name="connsiteX89" fmla="*/ 5573108 w 10753706"/>
              <a:gd name="connsiteY89" fmla="*/ 847611 h 1027260"/>
              <a:gd name="connsiteX90" fmla="*/ 5539137 w 10753706"/>
              <a:gd name="connsiteY90" fmla="*/ 851033 h 1027260"/>
              <a:gd name="connsiteX91" fmla="*/ 5510651 w 10753706"/>
              <a:gd name="connsiteY91" fmla="*/ 844215 h 1027260"/>
              <a:gd name="connsiteX92" fmla="*/ 5457331 w 10753706"/>
              <a:gd name="connsiteY92" fmla="*/ 839159 h 1027260"/>
              <a:gd name="connsiteX93" fmla="*/ 5410613 w 10753706"/>
              <a:gd name="connsiteY93" fmla="*/ 834358 h 1027260"/>
              <a:gd name="connsiteX94" fmla="*/ 5370040 w 10753706"/>
              <a:gd name="connsiteY94" fmla="*/ 862127 h 1027260"/>
              <a:gd name="connsiteX95" fmla="*/ 5318778 w 10753706"/>
              <a:gd name="connsiteY95" fmla="*/ 855310 h 1027260"/>
              <a:gd name="connsiteX96" fmla="*/ 5298645 w 10753706"/>
              <a:gd name="connsiteY96" fmla="*/ 855171 h 1027260"/>
              <a:gd name="connsiteX97" fmla="*/ 5253828 w 10753706"/>
              <a:gd name="connsiteY97" fmla="*/ 859670 h 1027260"/>
              <a:gd name="connsiteX98" fmla="*/ 5216955 w 10753706"/>
              <a:gd name="connsiteY98" fmla="*/ 866245 h 1027260"/>
              <a:gd name="connsiteX99" fmla="*/ 5214344 w 10753706"/>
              <a:gd name="connsiteY99" fmla="*/ 868102 h 1027260"/>
              <a:gd name="connsiteX100" fmla="*/ 5195561 w 10753706"/>
              <a:gd name="connsiteY100" fmla="*/ 869949 h 1027260"/>
              <a:gd name="connsiteX101" fmla="*/ 5182555 w 10753706"/>
              <a:gd name="connsiteY101" fmla="*/ 873542 h 1027260"/>
              <a:gd name="connsiteX102" fmla="*/ 5172552 w 10753706"/>
              <a:gd name="connsiteY102" fmla="*/ 878801 h 1027260"/>
              <a:gd name="connsiteX103" fmla="*/ 5027993 w 10753706"/>
              <a:gd name="connsiteY103" fmla="*/ 889666 h 1027260"/>
              <a:gd name="connsiteX104" fmla="*/ 4939844 w 10753706"/>
              <a:gd name="connsiteY104" fmla="*/ 934802 h 1027260"/>
              <a:gd name="connsiteX105" fmla="*/ 4792576 w 10753706"/>
              <a:gd name="connsiteY105" fmla="*/ 934820 h 1027260"/>
              <a:gd name="connsiteX106" fmla="*/ 4602423 w 10753706"/>
              <a:gd name="connsiteY106" fmla="*/ 958063 h 1027260"/>
              <a:gd name="connsiteX107" fmla="*/ 4290656 w 10753706"/>
              <a:gd name="connsiteY107" fmla="*/ 969152 h 1027260"/>
              <a:gd name="connsiteX108" fmla="*/ 3952334 w 10753706"/>
              <a:gd name="connsiteY108" fmla="*/ 954043 h 1027260"/>
              <a:gd name="connsiteX109" fmla="*/ 3858560 w 10753706"/>
              <a:gd name="connsiteY109" fmla="*/ 948781 h 1027260"/>
              <a:gd name="connsiteX110" fmla="*/ 3846597 w 10753706"/>
              <a:gd name="connsiteY110" fmla="*/ 948382 h 1027260"/>
              <a:gd name="connsiteX111" fmla="*/ 3736044 w 10753706"/>
              <a:gd name="connsiteY111" fmla="*/ 947759 h 1027260"/>
              <a:gd name="connsiteX112" fmla="*/ 3713136 w 10753706"/>
              <a:gd name="connsiteY112" fmla="*/ 946963 h 1027260"/>
              <a:gd name="connsiteX113" fmla="*/ 3695939 w 10753706"/>
              <a:gd name="connsiteY113" fmla="*/ 943639 h 1027260"/>
              <a:gd name="connsiteX114" fmla="*/ 3694125 w 10753706"/>
              <a:gd name="connsiteY114" fmla="*/ 940567 h 1027260"/>
              <a:gd name="connsiteX115" fmla="*/ 3681925 w 10753706"/>
              <a:gd name="connsiteY115" fmla="*/ 939706 h 1027260"/>
              <a:gd name="connsiteX116" fmla="*/ 3679204 w 10753706"/>
              <a:gd name="connsiteY116" fmla="*/ 938926 h 1027260"/>
              <a:gd name="connsiteX117" fmla="*/ 3615656 w 10753706"/>
              <a:gd name="connsiteY117" fmla="*/ 940320 h 1027260"/>
              <a:gd name="connsiteX118" fmla="*/ 3567983 w 10753706"/>
              <a:gd name="connsiteY118" fmla="*/ 935596 h 1027260"/>
              <a:gd name="connsiteX119" fmla="*/ 3422423 w 10753706"/>
              <a:gd name="connsiteY119" fmla="*/ 932129 h 1027260"/>
              <a:gd name="connsiteX120" fmla="*/ 3310925 w 10753706"/>
              <a:gd name="connsiteY120" fmla="*/ 911072 h 1027260"/>
              <a:gd name="connsiteX121" fmla="*/ 3139421 w 10753706"/>
              <a:gd name="connsiteY121" fmla="*/ 934151 h 1027260"/>
              <a:gd name="connsiteX122" fmla="*/ 2996922 w 10753706"/>
              <a:gd name="connsiteY122" fmla="*/ 927537 h 1027260"/>
              <a:gd name="connsiteX123" fmla="*/ 2982785 w 10753706"/>
              <a:gd name="connsiteY123" fmla="*/ 931453 h 1027260"/>
              <a:gd name="connsiteX124" fmla="*/ 2967478 w 10753706"/>
              <a:gd name="connsiteY124" fmla="*/ 933397 h 1027260"/>
              <a:gd name="connsiteX125" fmla="*/ 2948552 w 10753706"/>
              <a:gd name="connsiteY125" fmla="*/ 932961 h 1027260"/>
              <a:gd name="connsiteX126" fmla="*/ 2944404 w 10753706"/>
              <a:gd name="connsiteY126" fmla="*/ 934452 h 1027260"/>
              <a:gd name="connsiteX127" fmla="*/ 2908608 w 10753706"/>
              <a:gd name="connsiteY127" fmla="*/ 937205 h 1027260"/>
              <a:gd name="connsiteX128" fmla="*/ 2904443 w 10753706"/>
              <a:gd name="connsiteY128" fmla="*/ 936455 h 1027260"/>
              <a:gd name="connsiteX129" fmla="*/ 2868935 w 10753706"/>
              <a:gd name="connsiteY129" fmla="*/ 938022 h 1027260"/>
              <a:gd name="connsiteX130" fmla="*/ 2868586 w 10753706"/>
              <a:gd name="connsiteY130" fmla="*/ 937487 h 1027260"/>
              <a:gd name="connsiteX131" fmla="*/ 2859191 w 10753706"/>
              <a:gd name="connsiteY131" fmla="*/ 935503 h 1027260"/>
              <a:gd name="connsiteX132" fmla="*/ 2840915 w 10753706"/>
              <a:gd name="connsiteY132" fmla="*/ 932977 h 1027260"/>
              <a:gd name="connsiteX133" fmla="*/ 2763509 w 10753706"/>
              <a:gd name="connsiteY133" fmla="*/ 921850 h 1027260"/>
              <a:gd name="connsiteX134" fmla="*/ 2756121 w 10753706"/>
              <a:gd name="connsiteY134" fmla="*/ 921864 h 1027260"/>
              <a:gd name="connsiteX135" fmla="*/ 2755998 w 10753706"/>
              <a:gd name="connsiteY135" fmla="*/ 921739 h 1027260"/>
              <a:gd name="connsiteX136" fmla="*/ 2748255 w 10753706"/>
              <a:gd name="connsiteY136" fmla="*/ 921505 h 1027260"/>
              <a:gd name="connsiteX137" fmla="*/ 2694601 w 10753706"/>
              <a:gd name="connsiteY137" fmla="*/ 915575 h 1027260"/>
              <a:gd name="connsiteX138" fmla="*/ 2635357 w 10753706"/>
              <a:gd name="connsiteY138" fmla="*/ 910976 h 1027260"/>
              <a:gd name="connsiteX139" fmla="*/ 2601047 w 10753706"/>
              <a:gd name="connsiteY139" fmla="*/ 910263 h 1027260"/>
              <a:gd name="connsiteX140" fmla="*/ 2507482 w 10753706"/>
              <a:gd name="connsiteY140" fmla="*/ 906211 h 1027260"/>
              <a:gd name="connsiteX141" fmla="*/ 2413884 w 10753706"/>
              <a:gd name="connsiteY141" fmla="*/ 900545 h 1027260"/>
              <a:gd name="connsiteX142" fmla="*/ 2368912 w 10753706"/>
              <a:gd name="connsiteY142" fmla="*/ 888755 h 1027260"/>
              <a:gd name="connsiteX143" fmla="*/ 2349490 w 10753706"/>
              <a:gd name="connsiteY143" fmla="*/ 889719 h 1027260"/>
              <a:gd name="connsiteX144" fmla="*/ 2344290 w 10753706"/>
              <a:gd name="connsiteY144" fmla="*/ 890584 h 1027260"/>
              <a:gd name="connsiteX145" fmla="*/ 2336488 w 10753706"/>
              <a:gd name="connsiteY145" fmla="*/ 891058 h 1027260"/>
              <a:gd name="connsiteX146" fmla="*/ 2329015 w 10753706"/>
              <a:gd name="connsiteY146" fmla="*/ 891627 h 1027260"/>
              <a:gd name="connsiteX147" fmla="*/ 2293898 w 10753706"/>
              <a:gd name="connsiteY147" fmla="*/ 896431 h 1027260"/>
              <a:gd name="connsiteX148" fmla="*/ 2243927 w 10753706"/>
              <a:gd name="connsiteY148" fmla="*/ 888076 h 1027260"/>
              <a:gd name="connsiteX149" fmla="*/ 2223920 w 10753706"/>
              <a:gd name="connsiteY149" fmla="*/ 887331 h 1027260"/>
              <a:gd name="connsiteX150" fmla="*/ 2213081 w 10753706"/>
              <a:gd name="connsiteY150" fmla="*/ 886302 h 1027260"/>
              <a:gd name="connsiteX151" fmla="*/ 2212307 w 10753706"/>
              <a:gd name="connsiteY151" fmla="*/ 885829 h 1027260"/>
              <a:gd name="connsiteX152" fmla="*/ 2152321 w 10753706"/>
              <a:gd name="connsiteY152" fmla="*/ 894418 h 1027260"/>
              <a:gd name="connsiteX153" fmla="*/ 2140985 w 10753706"/>
              <a:gd name="connsiteY153" fmla="*/ 895968 h 1027260"/>
              <a:gd name="connsiteX154" fmla="*/ 2121210 w 10753706"/>
              <a:gd name="connsiteY154" fmla="*/ 899354 h 1027260"/>
              <a:gd name="connsiteX155" fmla="*/ 2119146 w 10753706"/>
              <a:gd name="connsiteY155" fmla="*/ 899033 h 1027260"/>
              <a:gd name="connsiteX156" fmla="*/ 2105666 w 10753706"/>
              <a:gd name="connsiteY156" fmla="*/ 902240 h 1027260"/>
              <a:gd name="connsiteX157" fmla="*/ 2094924 w 10753706"/>
              <a:gd name="connsiteY157" fmla="*/ 907203 h 1027260"/>
              <a:gd name="connsiteX158" fmla="*/ 1949478 w 10753706"/>
              <a:gd name="connsiteY158" fmla="*/ 913748 h 1027260"/>
              <a:gd name="connsiteX159" fmla="*/ 1749684 w 10753706"/>
              <a:gd name="connsiteY159" fmla="*/ 942223 h 1027260"/>
              <a:gd name="connsiteX160" fmla="*/ 1585576 w 10753706"/>
              <a:gd name="connsiteY160" fmla="*/ 954170 h 1027260"/>
              <a:gd name="connsiteX161" fmla="*/ 1476250 w 10753706"/>
              <a:gd name="connsiteY161" fmla="*/ 950653 h 1027260"/>
              <a:gd name="connsiteX162" fmla="*/ 1433927 w 10753706"/>
              <a:gd name="connsiteY162" fmla="*/ 959926 h 1027260"/>
              <a:gd name="connsiteX163" fmla="*/ 1414893 w 10753706"/>
              <a:gd name="connsiteY163" fmla="*/ 957671 h 1027260"/>
              <a:gd name="connsiteX164" fmla="*/ 1411585 w 10753706"/>
              <a:gd name="connsiteY164" fmla="*/ 957179 h 1027260"/>
              <a:gd name="connsiteX165" fmla="*/ 1398896 w 10753706"/>
              <a:gd name="connsiteY165" fmla="*/ 957460 h 1027260"/>
              <a:gd name="connsiteX166" fmla="*/ 1394632 w 10753706"/>
              <a:gd name="connsiteY166" fmla="*/ 954725 h 1027260"/>
              <a:gd name="connsiteX167" fmla="*/ 1375043 w 10753706"/>
              <a:gd name="connsiteY167" fmla="*/ 953132 h 1027260"/>
              <a:gd name="connsiteX168" fmla="*/ 1351876 w 10753706"/>
              <a:gd name="connsiteY168" fmla="*/ 954436 h 1027260"/>
              <a:gd name="connsiteX169" fmla="*/ 1242676 w 10753706"/>
              <a:gd name="connsiteY169" fmla="*/ 963767 h 1027260"/>
              <a:gd name="connsiteX170" fmla="*/ 1205993 w 10753706"/>
              <a:gd name="connsiteY170" fmla="*/ 974080 h 1027260"/>
              <a:gd name="connsiteX171" fmla="*/ 1052221 w 10753706"/>
              <a:gd name="connsiteY171" fmla="*/ 963954 h 1027260"/>
              <a:gd name="connsiteX172" fmla="*/ 968270 w 10753706"/>
              <a:gd name="connsiteY172" fmla="*/ 964761 h 1027260"/>
              <a:gd name="connsiteX173" fmla="*/ 874493 w 10753706"/>
              <a:gd name="connsiteY173" fmla="*/ 998122 h 1027260"/>
              <a:gd name="connsiteX174" fmla="*/ 814411 w 10753706"/>
              <a:gd name="connsiteY174" fmla="*/ 1007391 h 1027260"/>
              <a:gd name="connsiteX175" fmla="*/ 688604 w 10753706"/>
              <a:gd name="connsiteY175" fmla="*/ 1015631 h 1027260"/>
              <a:gd name="connsiteX176" fmla="*/ 618171 w 10753706"/>
              <a:gd name="connsiteY176" fmla="*/ 1027260 h 1027260"/>
              <a:gd name="connsiteX177" fmla="*/ 570379 w 10753706"/>
              <a:gd name="connsiteY177" fmla="*/ 1023487 h 1027260"/>
              <a:gd name="connsiteX178" fmla="*/ 482519 w 10753706"/>
              <a:gd name="connsiteY178" fmla="*/ 1002108 h 1027260"/>
              <a:gd name="connsiteX179" fmla="*/ 475319 w 10753706"/>
              <a:gd name="connsiteY179" fmla="*/ 1009922 h 1027260"/>
              <a:gd name="connsiteX180" fmla="*/ 431104 w 10753706"/>
              <a:gd name="connsiteY180" fmla="*/ 1009317 h 1027260"/>
              <a:gd name="connsiteX181" fmla="*/ 363782 w 10753706"/>
              <a:gd name="connsiteY181" fmla="*/ 1007585 h 1027260"/>
              <a:gd name="connsiteX182" fmla="*/ 325533 w 10753706"/>
              <a:gd name="connsiteY182" fmla="*/ 1008502 h 1027260"/>
              <a:gd name="connsiteX183" fmla="*/ 220429 w 10753706"/>
              <a:gd name="connsiteY183" fmla="*/ 1008927 h 1027260"/>
              <a:gd name="connsiteX184" fmla="*/ 114676 w 10753706"/>
              <a:gd name="connsiteY184" fmla="*/ 1007765 h 1027260"/>
              <a:gd name="connsiteX185" fmla="*/ 13470 w 10753706"/>
              <a:gd name="connsiteY185" fmla="*/ 998544 h 1027260"/>
              <a:gd name="connsiteX186" fmla="*/ 0 w 10753706"/>
              <a:gd name="connsiteY186" fmla="*/ 997355 h 102726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  <a:cxn ang="0">
                <a:pos x="connsiteX151" y="connsiteY151"/>
              </a:cxn>
              <a:cxn ang="0">
                <a:pos x="connsiteX152" y="connsiteY152"/>
              </a:cxn>
              <a:cxn ang="0">
                <a:pos x="connsiteX153" y="connsiteY153"/>
              </a:cxn>
              <a:cxn ang="0">
                <a:pos x="connsiteX154" y="connsiteY154"/>
              </a:cxn>
              <a:cxn ang="0">
                <a:pos x="connsiteX155" y="connsiteY155"/>
              </a:cxn>
              <a:cxn ang="0">
                <a:pos x="connsiteX156" y="connsiteY156"/>
              </a:cxn>
              <a:cxn ang="0">
                <a:pos x="connsiteX157" y="connsiteY157"/>
              </a:cxn>
              <a:cxn ang="0">
                <a:pos x="connsiteX158" y="connsiteY158"/>
              </a:cxn>
              <a:cxn ang="0">
                <a:pos x="connsiteX159" y="connsiteY159"/>
              </a:cxn>
              <a:cxn ang="0">
                <a:pos x="connsiteX160" y="connsiteY160"/>
              </a:cxn>
              <a:cxn ang="0">
                <a:pos x="connsiteX161" y="connsiteY161"/>
              </a:cxn>
              <a:cxn ang="0">
                <a:pos x="connsiteX162" y="connsiteY162"/>
              </a:cxn>
              <a:cxn ang="0">
                <a:pos x="connsiteX163" y="connsiteY163"/>
              </a:cxn>
              <a:cxn ang="0">
                <a:pos x="connsiteX164" y="connsiteY164"/>
              </a:cxn>
              <a:cxn ang="0">
                <a:pos x="connsiteX165" y="connsiteY165"/>
              </a:cxn>
              <a:cxn ang="0">
                <a:pos x="connsiteX166" y="connsiteY166"/>
              </a:cxn>
              <a:cxn ang="0">
                <a:pos x="connsiteX167" y="connsiteY167"/>
              </a:cxn>
              <a:cxn ang="0">
                <a:pos x="connsiteX168" y="connsiteY168"/>
              </a:cxn>
              <a:cxn ang="0">
                <a:pos x="connsiteX169" y="connsiteY169"/>
              </a:cxn>
              <a:cxn ang="0">
                <a:pos x="connsiteX170" y="connsiteY170"/>
              </a:cxn>
              <a:cxn ang="0">
                <a:pos x="connsiteX171" y="connsiteY171"/>
              </a:cxn>
              <a:cxn ang="0">
                <a:pos x="connsiteX172" y="connsiteY172"/>
              </a:cxn>
              <a:cxn ang="0">
                <a:pos x="connsiteX173" y="connsiteY173"/>
              </a:cxn>
              <a:cxn ang="0">
                <a:pos x="connsiteX174" y="connsiteY174"/>
              </a:cxn>
              <a:cxn ang="0">
                <a:pos x="connsiteX175" y="connsiteY175"/>
              </a:cxn>
              <a:cxn ang="0">
                <a:pos x="connsiteX176" y="connsiteY176"/>
              </a:cxn>
              <a:cxn ang="0">
                <a:pos x="connsiteX177" y="connsiteY177"/>
              </a:cxn>
              <a:cxn ang="0">
                <a:pos x="connsiteX178" y="connsiteY178"/>
              </a:cxn>
              <a:cxn ang="0">
                <a:pos x="connsiteX179" y="connsiteY179"/>
              </a:cxn>
              <a:cxn ang="0">
                <a:pos x="connsiteX180" y="connsiteY180"/>
              </a:cxn>
              <a:cxn ang="0">
                <a:pos x="connsiteX181" y="connsiteY181"/>
              </a:cxn>
              <a:cxn ang="0">
                <a:pos x="connsiteX182" y="connsiteY182"/>
              </a:cxn>
              <a:cxn ang="0">
                <a:pos x="connsiteX183" y="connsiteY183"/>
              </a:cxn>
              <a:cxn ang="0">
                <a:pos x="connsiteX184" y="connsiteY184"/>
              </a:cxn>
              <a:cxn ang="0">
                <a:pos x="connsiteX185" y="connsiteY185"/>
              </a:cxn>
              <a:cxn ang="0">
                <a:pos x="connsiteX186" y="connsiteY186"/>
              </a:cxn>
            </a:cxnLst>
            <a:rect l="l" t="t" r="r" b="b"/>
            <a:pathLst>
              <a:path w="10753706" h="1027260">
                <a:moveTo>
                  <a:pt x="0" y="0"/>
                </a:moveTo>
                <a:lnTo>
                  <a:pt x="10753706" y="0"/>
                </a:lnTo>
                <a:lnTo>
                  <a:pt x="10748809" y="2522"/>
                </a:lnTo>
                <a:cubicBezTo>
                  <a:pt x="10744031" y="4644"/>
                  <a:pt x="10737551" y="7204"/>
                  <a:pt x="10725330" y="11977"/>
                </a:cubicBezTo>
                <a:cubicBezTo>
                  <a:pt x="10700888" y="21523"/>
                  <a:pt x="10652058" y="39304"/>
                  <a:pt x="10615423" y="52967"/>
                </a:cubicBezTo>
                <a:cubicBezTo>
                  <a:pt x="10598524" y="49017"/>
                  <a:pt x="10550674" y="61360"/>
                  <a:pt x="10533936" y="53095"/>
                </a:cubicBezTo>
                <a:cubicBezTo>
                  <a:pt x="10519435" y="55674"/>
                  <a:pt x="10480156" y="49393"/>
                  <a:pt x="10466876" y="45180"/>
                </a:cubicBezTo>
                <a:cubicBezTo>
                  <a:pt x="10443145" y="68059"/>
                  <a:pt x="10382269" y="71294"/>
                  <a:pt x="10355090" y="89741"/>
                </a:cubicBezTo>
                <a:cubicBezTo>
                  <a:pt x="10286222" y="95376"/>
                  <a:pt x="10146285" y="63529"/>
                  <a:pt x="10087145" y="66115"/>
                </a:cubicBezTo>
                <a:cubicBezTo>
                  <a:pt x="10067575" y="79584"/>
                  <a:pt x="10043111" y="68921"/>
                  <a:pt x="10015902" y="76178"/>
                </a:cubicBezTo>
                <a:cubicBezTo>
                  <a:pt x="9952302" y="84628"/>
                  <a:pt x="9893286" y="103337"/>
                  <a:pt x="9806005" y="102435"/>
                </a:cubicBezTo>
                <a:cubicBezTo>
                  <a:pt x="9782247" y="141133"/>
                  <a:pt x="9674787" y="151643"/>
                  <a:pt x="9602583" y="179170"/>
                </a:cubicBezTo>
                <a:cubicBezTo>
                  <a:pt x="9557658" y="187584"/>
                  <a:pt x="9478290" y="154235"/>
                  <a:pt x="9469719" y="174721"/>
                </a:cubicBezTo>
                <a:cubicBezTo>
                  <a:pt x="9443779" y="165070"/>
                  <a:pt x="9431317" y="185692"/>
                  <a:pt x="9408692" y="189513"/>
                </a:cubicBezTo>
                <a:cubicBezTo>
                  <a:pt x="9387154" y="183843"/>
                  <a:pt x="9380475" y="191089"/>
                  <a:pt x="9364151" y="194072"/>
                </a:cubicBezTo>
                <a:cubicBezTo>
                  <a:pt x="9354686" y="190222"/>
                  <a:pt x="9340485" y="191782"/>
                  <a:pt x="9337751" y="197579"/>
                </a:cubicBezTo>
                <a:cubicBezTo>
                  <a:pt x="9349566" y="209270"/>
                  <a:pt x="9297468" y="207714"/>
                  <a:pt x="9297166" y="216558"/>
                </a:cubicBezTo>
                <a:cubicBezTo>
                  <a:pt x="9269057" y="220999"/>
                  <a:pt x="9139630" y="221783"/>
                  <a:pt x="9123859" y="237356"/>
                </a:cubicBezTo>
                <a:cubicBezTo>
                  <a:pt x="9068176" y="249209"/>
                  <a:pt x="8975349" y="235349"/>
                  <a:pt x="8950741" y="238020"/>
                </a:cubicBezTo>
                <a:cubicBezTo>
                  <a:pt x="8916265" y="215428"/>
                  <a:pt x="8822808" y="292026"/>
                  <a:pt x="8718236" y="303148"/>
                </a:cubicBezTo>
                <a:cubicBezTo>
                  <a:pt x="8703111" y="302060"/>
                  <a:pt x="8695551" y="302792"/>
                  <a:pt x="8694011" y="308812"/>
                </a:cubicBezTo>
                <a:cubicBezTo>
                  <a:pt x="8661810" y="312764"/>
                  <a:pt x="8637956" y="329628"/>
                  <a:pt x="8611976" y="324819"/>
                </a:cubicBezTo>
                <a:cubicBezTo>
                  <a:pt x="8621849" y="336388"/>
                  <a:pt x="8562809" y="325917"/>
                  <a:pt x="8562074" y="337971"/>
                </a:cubicBezTo>
                <a:cubicBezTo>
                  <a:pt x="8543699" y="343978"/>
                  <a:pt x="8511321" y="356396"/>
                  <a:pt x="8501724" y="360865"/>
                </a:cubicBezTo>
                <a:lnTo>
                  <a:pt x="8504489" y="364790"/>
                </a:lnTo>
                <a:lnTo>
                  <a:pt x="8492774" y="366181"/>
                </a:lnTo>
                <a:lnTo>
                  <a:pt x="8466405" y="368724"/>
                </a:lnTo>
                <a:cubicBezTo>
                  <a:pt x="8455454" y="372229"/>
                  <a:pt x="8440175" y="385805"/>
                  <a:pt x="8427069" y="387211"/>
                </a:cubicBezTo>
                <a:cubicBezTo>
                  <a:pt x="8400442" y="392215"/>
                  <a:pt x="8397079" y="382989"/>
                  <a:pt x="8387766" y="377161"/>
                </a:cubicBezTo>
                <a:cubicBezTo>
                  <a:pt x="8369233" y="378548"/>
                  <a:pt x="8334756" y="390869"/>
                  <a:pt x="8315874" y="395527"/>
                </a:cubicBezTo>
                <a:cubicBezTo>
                  <a:pt x="8306664" y="400500"/>
                  <a:pt x="8272845" y="393679"/>
                  <a:pt x="8274474" y="405112"/>
                </a:cubicBezTo>
                <a:cubicBezTo>
                  <a:pt x="8255483" y="406194"/>
                  <a:pt x="8244963" y="408376"/>
                  <a:pt x="8234664" y="410219"/>
                </a:cubicBezTo>
                <a:lnTo>
                  <a:pt x="8211268" y="416791"/>
                </a:lnTo>
                <a:cubicBezTo>
                  <a:pt x="8204720" y="419941"/>
                  <a:pt x="8197411" y="422004"/>
                  <a:pt x="8188615" y="421755"/>
                </a:cubicBezTo>
                <a:lnTo>
                  <a:pt x="8179981" y="420402"/>
                </a:lnTo>
                <a:lnTo>
                  <a:pt x="8179307" y="422516"/>
                </a:lnTo>
                <a:cubicBezTo>
                  <a:pt x="8179027" y="425797"/>
                  <a:pt x="8175790" y="448341"/>
                  <a:pt x="8147929" y="450302"/>
                </a:cubicBezTo>
                <a:cubicBezTo>
                  <a:pt x="8130300" y="457967"/>
                  <a:pt x="8114933" y="461015"/>
                  <a:pt x="8089136" y="465283"/>
                </a:cubicBezTo>
                <a:cubicBezTo>
                  <a:pt x="8072810" y="465920"/>
                  <a:pt x="8069376" y="451569"/>
                  <a:pt x="8049973" y="454121"/>
                </a:cubicBezTo>
                <a:cubicBezTo>
                  <a:pt x="7974508" y="471465"/>
                  <a:pt x="8006050" y="447139"/>
                  <a:pt x="7965913" y="464415"/>
                </a:cubicBezTo>
                <a:cubicBezTo>
                  <a:pt x="7958234" y="466025"/>
                  <a:pt x="7951405" y="465800"/>
                  <a:pt x="7945093" y="464798"/>
                </a:cubicBezTo>
                <a:lnTo>
                  <a:pt x="7935335" y="462442"/>
                </a:lnTo>
                <a:lnTo>
                  <a:pt x="7904779" y="471429"/>
                </a:lnTo>
                <a:cubicBezTo>
                  <a:pt x="7889387" y="474999"/>
                  <a:pt x="7872867" y="477951"/>
                  <a:pt x="7855604" y="480199"/>
                </a:cubicBezTo>
                <a:cubicBezTo>
                  <a:pt x="7850005" y="476378"/>
                  <a:pt x="7838628" y="483595"/>
                  <a:pt x="7832630" y="485371"/>
                </a:cubicBezTo>
                <a:cubicBezTo>
                  <a:pt x="7831473" y="482645"/>
                  <a:pt x="7816623" y="482661"/>
                  <a:pt x="7812438" y="485391"/>
                </a:cubicBezTo>
                <a:cubicBezTo>
                  <a:pt x="7709470" y="505049"/>
                  <a:pt x="7759426" y="473956"/>
                  <a:pt x="7701399" y="495197"/>
                </a:cubicBezTo>
                <a:cubicBezTo>
                  <a:pt x="7690986" y="496989"/>
                  <a:pt x="7682397" y="496365"/>
                  <a:pt x="7674778" y="494723"/>
                </a:cubicBezTo>
                <a:lnTo>
                  <a:pt x="7660445" y="490194"/>
                </a:lnTo>
                <a:lnTo>
                  <a:pt x="7651781" y="493084"/>
                </a:lnTo>
                <a:cubicBezTo>
                  <a:pt x="7616113" y="496548"/>
                  <a:pt x="7603273" y="491735"/>
                  <a:pt x="7584807" y="499490"/>
                </a:cubicBezTo>
                <a:cubicBezTo>
                  <a:pt x="7549256" y="490212"/>
                  <a:pt x="7563949" y="500167"/>
                  <a:pt x="7541324" y="504184"/>
                </a:cubicBezTo>
                <a:cubicBezTo>
                  <a:pt x="7523851" y="508307"/>
                  <a:pt x="7559546" y="509825"/>
                  <a:pt x="7541756" y="512184"/>
                </a:cubicBezTo>
                <a:cubicBezTo>
                  <a:pt x="7520963" y="510864"/>
                  <a:pt x="7525755" y="520497"/>
                  <a:pt x="7503906" y="518551"/>
                </a:cubicBezTo>
                <a:cubicBezTo>
                  <a:pt x="7505924" y="510774"/>
                  <a:pt x="7464361" y="523683"/>
                  <a:pt x="7460411" y="517415"/>
                </a:cubicBezTo>
                <a:lnTo>
                  <a:pt x="7460116" y="517548"/>
                </a:lnTo>
                <a:cubicBezTo>
                  <a:pt x="7447785" y="530928"/>
                  <a:pt x="7310141" y="550568"/>
                  <a:pt x="7297810" y="563947"/>
                </a:cubicBezTo>
                <a:cubicBezTo>
                  <a:pt x="7221791" y="605698"/>
                  <a:pt x="7039072" y="646008"/>
                  <a:pt x="6946388" y="665244"/>
                </a:cubicBezTo>
                <a:cubicBezTo>
                  <a:pt x="6853704" y="684480"/>
                  <a:pt x="6804875" y="677485"/>
                  <a:pt x="6741704" y="679365"/>
                </a:cubicBezTo>
                <a:lnTo>
                  <a:pt x="6624680" y="677674"/>
                </a:lnTo>
                <a:lnTo>
                  <a:pt x="6605700" y="683566"/>
                </a:lnTo>
                <a:cubicBezTo>
                  <a:pt x="6603309" y="685184"/>
                  <a:pt x="6599550" y="685647"/>
                  <a:pt x="6576922" y="683030"/>
                </a:cubicBezTo>
                <a:cubicBezTo>
                  <a:pt x="6527275" y="698355"/>
                  <a:pt x="6440981" y="702347"/>
                  <a:pt x="6405123" y="721946"/>
                </a:cubicBezTo>
                <a:cubicBezTo>
                  <a:pt x="6407963" y="715467"/>
                  <a:pt x="6383450" y="712913"/>
                  <a:pt x="6368938" y="717341"/>
                </a:cubicBezTo>
                <a:cubicBezTo>
                  <a:pt x="6377914" y="692119"/>
                  <a:pt x="6315316" y="744281"/>
                  <a:pt x="6295102" y="729508"/>
                </a:cubicBezTo>
                <a:cubicBezTo>
                  <a:pt x="6300358" y="744473"/>
                  <a:pt x="6240070" y="776254"/>
                  <a:pt x="6202084" y="767091"/>
                </a:cubicBezTo>
                <a:cubicBezTo>
                  <a:pt x="6152826" y="774744"/>
                  <a:pt x="6122010" y="790367"/>
                  <a:pt x="6067157" y="790339"/>
                </a:cubicBezTo>
                <a:cubicBezTo>
                  <a:pt x="6066310" y="792484"/>
                  <a:pt x="6064283" y="794403"/>
                  <a:pt x="6061443" y="796151"/>
                </a:cubicBezTo>
                <a:lnTo>
                  <a:pt x="6051406" y="800684"/>
                </a:lnTo>
                <a:lnTo>
                  <a:pt x="6049097" y="800636"/>
                </a:lnTo>
                <a:cubicBezTo>
                  <a:pt x="6040408" y="801393"/>
                  <a:pt x="6036299" y="802645"/>
                  <a:pt x="6034222" y="804110"/>
                </a:cubicBezTo>
                <a:lnTo>
                  <a:pt x="6033121" y="806078"/>
                </a:lnTo>
                <a:lnTo>
                  <a:pt x="6023593" y="808842"/>
                </a:lnTo>
                <a:lnTo>
                  <a:pt x="6006639" y="815304"/>
                </a:lnTo>
                <a:lnTo>
                  <a:pt x="6001762" y="815557"/>
                </a:lnTo>
                <a:lnTo>
                  <a:pt x="5973534" y="823815"/>
                </a:lnTo>
                <a:lnTo>
                  <a:pt x="5972336" y="823476"/>
                </a:lnTo>
                <a:cubicBezTo>
                  <a:pt x="5969004" y="822901"/>
                  <a:pt x="5965329" y="822833"/>
                  <a:pt x="5960841" y="823819"/>
                </a:cubicBezTo>
                <a:cubicBezTo>
                  <a:pt x="5955860" y="815655"/>
                  <a:pt x="5953515" y="821882"/>
                  <a:pt x="5940719" y="825514"/>
                </a:cubicBezTo>
                <a:cubicBezTo>
                  <a:pt x="5930130" y="813644"/>
                  <a:pt x="5900943" y="827979"/>
                  <a:pt x="5884298" y="823806"/>
                </a:cubicBezTo>
                <a:cubicBezTo>
                  <a:pt x="5875133" y="826741"/>
                  <a:pt x="5865250" y="829630"/>
                  <a:pt x="5854779" y="832365"/>
                </a:cubicBezTo>
                <a:lnTo>
                  <a:pt x="5848382" y="833844"/>
                </a:lnTo>
                <a:lnTo>
                  <a:pt x="5848066" y="833772"/>
                </a:lnTo>
                <a:cubicBezTo>
                  <a:pt x="5846273" y="833879"/>
                  <a:pt x="5844018" y="834284"/>
                  <a:pt x="5840944" y="835132"/>
                </a:cubicBezTo>
                <a:lnTo>
                  <a:pt x="5836719" y="836539"/>
                </a:lnTo>
                <a:lnTo>
                  <a:pt x="5824311" y="839408"/>
                </a:lnTo>
                <a:lnTo>
                  <a:pt x="5818788" y="839727"/>
                </a:lnTo>
                <a:cubicBezTo>
                  <a:pt x="5797008" y="838594"/>
                  <a:pt x="5786883" y="822081"/>
                  <a:pt x="5763953" y="834282"/>
                </a:cubicBezTo>
                <a:cubicBezTo>
                  <a:pt x="5726813" y="837521"/>
                  <a:pt x="5699446" y="830949"/>
                  <a:pt x="5667748" y="840211"/>
                </a:cubicBezTo>
                <a:cubicBezTo>
                  <a:pt x="5632959" y="843205"/>
                  <a:pt x="5601436" y="842280"/>
                  <a:pt x="5573108" y="847611"/>
                </a:cubicBezTo>
                <a:cubicBezTo>
                  <a:pt x="5560030" y="845832"/>
                  <a:pt x="5549547" y="851598"/>
                  <a:pt x="5539137" y="851033"/>
                </a:cubicBezTo>
                <a:cubicBezTo>
                  <a:pt x="5528728" y="850467"/>
                  <a:pt x="5529256" y="837509"/>
                  <a:pt x="5510651" y="844215"/>
                </a:cubicBezTo>
                <a:cubicBezTo>
                  <a:pt x="5494241" y="833607"/>
                  <a:pt x="5466101" y="839171"/>
                  <a:pt x="5457331" y="839159"/>
                </a:cubicBezTo>
                <a:lnTo>
                  <a:pt x="5410613" y="834358"/>
                </a:lnTo>
                <a:lnTo>
                  <a:pt x="5370040" y="862127"/>
                </a:lnTo>
                <a:cubicBezTo>
                  <a:pt x="5357863" y="856469"/>
                  <a:pt x="5319115" y="868069"/>
                  <a:pt x="5318778" y="855310"/>
                </a:cubicBezTo>
                <a:cubicBezTo>
                  <a:pt x="5303920" y="857760"/>
                  <a:pt x="5296727" y="863736"/>
                  <a:pt x="5298645" y="855171"/>
                </a:cubicBezTo>
                <a:cubicBezTo>
                  <a:pt x="5287819" y="855897"/>
                  <a:pt x="5267444" y="857825"/>
                  <a:pt x="5253828" y="859670"/>
                </a:cubicBezTo>
                <a:lnTo>
                  <a:pt x="5216955" y="866245"/>
                </a:lnTo>
                <a:lnTo>
                  <a:pt x="5214344" y="868102"/>
                </a:lnTo>
                <a:cubicBezTo>
                  <a:pt x="5210778" y="868719"/>
                  <a:pt x="5200859" y="869042"/>
                  <a:pt x="5195561" y="869949"/>
                </a:cubicBezTo>
                <a:lnTo>
                  <a:pt x="5182555" y="873542"/>
                </a:lnTo>
                <a:cubicBezTo>
                  <a:pt x="5178496" y="875023"/>
                  <a:pt x="5175066" y="876746"/>
                  <a:pt x="5172552" y="878801"/>
                </a:cubicBezTo>
                <a:cubicBezTo>
                  <a:pt x="5121406" y="873797"/>
                  <a:pt x="5080096" y="886529"/>
                  <a:pt x="5027993" y="889666"/>
                </a:cubicBezTo>
                <a:cubicBezTo>
                  <a:pt x="4999924" y="877115"/>
                  <a:pt x="4946973" y="919452"/>
                  <a:pt x="4939844" y="934802"/>
                </a:cubicBezTo>
                <a:cubicBezTo>
                  <a:pt x="4895154" y="940701"/>
                  <a:pt x="4844006" y="928240"/>
                  <a:pt x="4792576" y="934820"/>
                </a:cubicBezTo>
                <a:lnTo>
                  <a:pt x="4602423" y="958063"/>
                </a:lnTo>
                <a:cubicBezTo>
                  <a:pt x="4488530" y="967131"/>
                  <a:pt x="4399004" y="969822"/>
                  <a:pt x="4290656" y="969152"/>
                </a:cubicBezTo>
                <a:cubicBezTo>
                  <a:pt x="4182308" y="968482"/>
                  <a:pt x="4046938" y="971167"/>
                  <a:pt x="3952334" y="954043"/>
                </a:cubicBezTo>
                <a:lnTo>
                  <a:pt x="3858560" y="948781"/>
                </a:lnTo>
                <a:lnTo>
                  <a:pt x="3846597" y="948382"/>
                </a:lnTo>
                <a:cubicBezTo>
                  <a:pt x="3807516" y="956616"/>
                  <a:pt x="3767475" y="941640"/>
                  <a:pt x="3736044" y="947759"/>
                </a:cubicBezTo>
                <a:cubicBezTo>
                  <a:pt x="3727323" y="948128"/>
                  <a:pt x="3719828" y="947771"/>
                  <a:pt x="3713136" y="946963"/>
                </a:cubicBezTo>
                <a:lnTo>
                  <a:pt x="3695939" y="943639"/>
                </a:lnTo>
                <a:lnTo>
                  <a:pt x="3694125" y="940567"/>
                </a:lnTo>
                <a:lnTo>
                  <a:pt x="3681925" y="939706"/>
                </a:lnTo>
                <a:lnTo>
                  <a:pt x="3679204" y="938926"/>
                </a:lnTo>
                <a:cubicBezTo>
                  <a:pt x="3668160" y="939028"/>
                  <a:pt x="3634193" y="940875"/>
                  <a:pt x="3615656" y="940320"/>
                </a:cubicBezTo>
                <a:cubicBezTo>
                  <a:pt x="3582626" y="936974"/>
                  <a:pt x="3593904" y="949140"/>
                  <a:pt x="3567983" y="935596"/>
                </a:cubicBezTo>
                <a:cubicBezTo>
                  <a:pt x="3504185" y="939048"/>
                  <a:pt x="3482818" y="922224"/>
                  <a:pt x="3422423" y="932129"/>
                </a:cubicBezTo>
                <a:cubicBezTo>
                  <a:pt x="3369166" y="933413"/>
                  <a:pt x="3329486" y="910108"/>
                  <a:pt x="3310925" y="911072"/>
                </a:cubicBezTo>
                <a:cubicBezTo>
                  <a:pt x="3261363" y="909787"/>
                  <a:pt x="3198415" y="933574"/>
                  <a:pt x="3139421" y="934151"/>
                </a:cubicBezTo>
                <a:cubicBezTo>
                  <a:pt x="3088799" y="931012"/>
                  <a:pt x="3038941" y="938464"/>
                  <a:pt x="2996922" y="927537"/>
                </a:cubicBezTo>
                <a:cubicBezTo>
                  <a:pt x="2992673" y="929234"/>
                  <a:pt x="2987900" y="930498"/>
                  <a:pt x="2982785" y="931453"/>
                </a:cubicBezTo>
                <a:lnTo>
                  <a:pt x="2967478" y="933397"/>
                </a:lnTo>
                <a:lnTo>
                  <a:pt x="2948552" y="932961"/>
                </a:lnTo>
                <a:lnTo>
                  <a:pt x="2944404" y="934452"/>
                </a:lnTo>
                <a:lnTo>
                  <a:pt x="2908608" y="937205"/>
                </a:lnTo>
                <a:lnTo>
                  <a:pt x="2904443" y="936455"/>
                </a:lnTo>
                <a:lnTo>
                  <a:pt x="2868935" y="938022"/>
                </a:lnTo>
                <a:lnTo>
                  <a:pt x="2868586" y="937487"/>
                </a:lnTo>
                <a:cubicBezTo>
                  <a:pt x="2866994" y="936327"/>
                  <a:pt x="2864292" y="935538"/>
                  <a:pt x="2859191" y="935503"/>
                </a:cubicBezTo>
                <a:cubicBezTo>
                  <a:pt x="2869075" y="927418"/>
                  <a:pt x="2856828" y="932364"/>
                  <a:pt x="2840915" y="932977"/>
                </a:cubicBezTo>
                <a:lnTo>
                  <a:pt x="2763509" y="921850"/>
                </a:lnTo>
                <a:lnTo>
                  <a:pt x="2756121" y="921864"/>
                </a:lnTo>
                <a:cubicBezTo>
                  <a:pt x="2756081" y="921822"/>
                  <a:pt x="2756039" y="921781"/>
                  <a:pt x="2755998" y="921739"/>
                </a:cubicBezTo>
                <a:cubicBezTo>
                  <a:pt x="2754445" y="921476"/>
                  <a:pt x="2752036" y="921380"/>
                  <a:pt x="2748255" y="921505"/>
                </a:cubicBezTo>
                <a:lnTo>
                  <a:pt x="2694601" y="915575"/>
                </a:lnTo>
                <a:cubicBezTo>
                  <a:pt x="2671223" y="919874"/>
                  <a:pt x="2666972" y="913376"/>
                  <a:pt x="2635357" y="910976"/>
                </a:cubicBezTo>
                <a:cubicBezTo>
                  <a:pt x="2621906" y="915051"/>
                  <a:pt x="2611315" y="913542"/>
                  <a:pt x="2601047" y="910263"/>
                </a:cubicBezTo>
                <a:cubicBezTo>
                  <a:pt x="2570084" y="912074"/>
                  <a:pt x="2542135" y="907435"/>
                  <a:pt x="2507482" y="906211"/>
                </a:cubicBezTo>
                <a:cubicBezTo>
                  <a:pt x="2469706" y="911437"/>
                  <a:pt x="2450920" y="901812"/>
                  <a:pt x="2413884" y="900545"/>
                </a:cubicBezTo>
                <a:cubicBezTo>
                  <a:pt x="2381338" y="909664"/>
                  <a:pt x="2387753" y="892438"/>
                  <a:pt x="2368912" y="888755"/>
                </a:cubicBezTo>
                <a:lnTo>
                  <a:pt x="2349490" y="889719"/>
                </a:lnTo>
                <a:lnTo>
                  <a:pt x="2344290" y="890584"/>
                </a:lnTo>
                <a:cubicBezTo>
                  <a:pt x="2340673" y="891041"/>
                  <a:pt x="2338228" y="891167"/>
                  <a:pt x="2336488" y="891058"/>
                </a:cubicBezTo>
                <a:lnTo>
                  <a:pt x="2329015" y="891627"/>
                </a:lnTo>
                <a:cubicBezTo>
                  <a:pt x="2316843" y="893039"/>
                  <a:pt x="2305064" y="894669"/>
                  <a:pt x="2293898" y="896431"/>
                </a:cubicBezTo>
                <a:cubicBezTo>
                  <a:pt x="2282637" y="890404"/>
                  <a:pt x="2242346" y="900851"/>
                  <a:pt x="2243927" y="888076"/>
                </a:cubicBezTo>
                <a:cubicBezTo>
                  <a:pt x="2228778" y="890081"/>
                  <a:pt x="2220725" y="895845"/>
                  <a:pt x="2223920" y="887331"/>
                </a:cubicBezTo>
                <a:cubicBezTo>
                  <a:pt x="2218877" y="887756"/>
                  <a:pt x="2215583" y="887254"/>
                  <a:pt x="2213081" y="886302"/>
                </a:cubicBezTo>
                <a:lnTo>
                  <a:pt x="2212307" y="885829"/>
                </a:lnTo>
                <a:lnTo>
                  <a:pt x="2152321" y="894418"/>
                </a:lnTo>
                <a:lnTo>
                  <a:pt x="2140985" y="895968"/>
                </a:lnTo>
                <a:lnTo>
                  <a:pt x="2121210" y="899354"/>
                </a:lnTo>
                <a:lnTo>
                  <a:pt x="2119146" y="899033"/>
                </a:lnTo>
                <a:lnTo>
                  <a:pt x="2105666" y="902240"/>
                </a:lnTo>
                <a:cubicBezTo>
                  <a:pt x="2101407" y="903601"/>
                  <a:pt x="2097735" y="905221"/>
                  <a:pt x="2094924" y="907203"/>
                </a:cubicBezTo>
                <a:cubicBezTo>
                  <a:pt x="2044793" y="900664"/>
                  <a:pt x="2001785" y="912168"/>
                  <a:pt x="1949478" y="913748"/>
                </a:cubicBezTo>
                <a:cubicBezTo>
                  <a:pt x="1891937" y="919585"/>
                  <a:pt x="1810334" y="935486"/>
                  <a:pt x="1749684" y="942223"/>
                </a:cubicBezTo>
                <a:lnTo>
                  <a:pt x="1585576" y="954170"/>
                </a:lnTo>
                <a:cubicBezTo>
                  <a:pt x="1549165" y="943719"/>
                  <a:pt x="1511425" y="950847"/>
                  <a:pt x="1476250" y="950653"/>
                </a:cubicBezTo>
                <a:cubicBezTo>
                  <a:pt x="1488515" y="961596"/>
                  <a:pt x="1432660" y="946795"/>
                  <a:pt x="1433927" y="959926"/>
                </a:cubicBezTo>
                <a:cubicBezTo>
                  <a:pt x="1427485" y="959475"/>
                  <a:pt x="1421205" y="958623"/>
                  <a:pt x="1414893" y="957671"/>
                </a:cubicBezTo>
                <a:lnTo>
                  <a:pt x="1411585" y="957179"/>
                </a:lnTo>
                <a:lnTo>
                  <a:pt x="1398896" y="957460"/>
                </a:lnTo>
                <a:lnTo>
                  <a:pt x="1394632" y="954725"/>
                </a:lnTo>
                <a:lnTo>
                  <a:pt x="1375043" y="953132"/>
                </a:lnTo>
                <a:cubicBezTo>
                  <a:pt x="1367813" y="952970"/>
                  <a:pt x="1360155" y="953305"/>
                  <a:pt x="1351876" y="954436"/>
                </a:cubicBezTo>
                <a:cubicBezTo>
                  <a:pt x="1325912" y="963028"/>
                  <a:pt x="1274459" y="952492"/>
                  <a:pt x="1242676" y="963767"/>
                </a:cubicBezTo>
                <a:cubicBezTo>
                  <a:pt x="1230276" y="966918"/>
                  <a:pt x="1216715" y="977098"/>
                  <a:pt x="1205993" y="974080"/>
                </a:cubicBezTo>
                <a:cubicBezTo>
                  <a:pt x="1174251" y="974112"/>
                  <a:pt x="1086982" y="964420"/>
                  <a:pt x="1052221" y="963954"/>
                </a:cubicBezTo>
                <a:cubicBezTo>
                  <a:pt x="1038515" y="970622"/>
                  <a:pt x="1009522" y="962342"/>
                  <a:pt x="968270" y="964761"/>
                </a:cubicBezTo>
                <a:cubicBezTo>
                  <a:pt x="943437" y="973698"/>
                  <a:pt x="900136" y="991017"/>
                  <a:pt x="874493" y="998122"/>
                </a:cubicBezTo>
                <a:cubicBezTo>
                  <a:pt x="848849" y="1005226"/>
                  <a:pt x="853424" y="1009427"/>
                  <a:pt x="814411" y="1007391"/>
                </a:cubicBezTo>
                <a:cubicBezTo>
                  <a:pt x="765926" y="1022821"/>
                  <a:pt x="732885" y="1009859"/>
                  <a:pt x="688604" y="1015631"/>
                </a:cubicBezTo>
                <a:cubicBezTo>
                  <a:pt x="638045" y="1020877"/>
                  <a:pt x="677999" y="1011556"/>
                  <a:pt x="618171" y="1027260"/>
                </a:cubicBezTo>
                <a:cubicBezTo>
                  <a:pt x="609680" y="1023165"/>
                  <a:pt x="583253" y="1020277"/>
                  <a:pt x="570379" y="1023487"/>
                </a:cubicBezTo>
                <a:cubicBezTo>
                  <a:pt x="543992" y="1022523"/>
                  <a:pt x="505183" y="1001686"/>
                  <a:pt x="482519" y="1002108"/>
                </a:cubicBezTo>
                <a:cubicBezTo>
                  <a:pt x="464011" y="1002285"/>
                  <a:pt x="495211" y="1007995"/>
                  <a:pt x="475319" y="1009922"/>
                </a:cubicBezTo>
                <a:cubicBezTo>
                  <a:pt x="450818" y="1011135"/>
                  <a:pt x="454804" y="1022539"/>
                  <a:pt x="431104" y="1009317"/>
                </a:cubicBezTo>
                <a:cubicBezTo>
                  <a:pt x="406857" y="1014651"/>
                  <a:pt x="399686" y="1008456"/>
                  <a:pt x="363782" y="1007585"/>
                </a:cubicBezTo>
                <a:cubicBezTo>
                  <a:pt x="350440" y="1012231"/>
                  <a:pt x="338145" y="1011245"/>
                  <a:pt x="325533" y="1008502"/>
                </a:cubicBezTo>
                <a:cubicBezTo>
                  <a:pt x="291944" y="1011745"/>
                  <a:pt x="259251" y="1008497"/>
                  <a:pt x="220429" y="1008927"/>
                </a:cubicBezTo>
                <a:cubicBezTo>
                  <a:pt x="180594" y="1015852"/>
                  <a:pt x="156150" y="1007265"/>
                  <a:pt x="114676" y="1007765"/>
                </a:cubicBezTo>
                <a:cubicBezTo>
                  <a:pt x="85718" y="1006195"/>
                  <a:pt x="43316" y="1001491"/>
                  <a:pt x="13470" y="998544"/>
                </a:cubicBezTo>
                <a:lnTo>
                  <a:pt x="0" y="997355"/>
                </a:lnTo>
                <a:close/>
              </a:path>
            </a:pathLst>
          </a:custGeom>
          <a:solidFill>
            <a:srgbClr val="82766A">
              <a:alpha val="15000"/>
            </a:srgbClr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grpSp>
        <p:nvGrpSpPr>
          <p:cNvPr id="20" name="Group 19">
            <a:extLst>
              <a:ext uri="{FF2B5EF4-FFF2-40B4-BE49-F238E27FC236}">
                <a16:creationId xmlns:a16="http://schemas.microsoft.com/office/drawing/2014/main" id="{8DAD058D-F408-92DC-3CC9-6F17605C4A7B}"/>
              </a:ext>
            </a:extLst>
          </p:cNvPr>
          <p:cNvGrpSpPr/>
          <p:nvPr/>
        </p:nvGrpSpPr>
        <p:grpSpPr>
          <a:xfrm>
            <a:off x="7152067" y="2184914"/>
            <a:ext cx="3923104" cy="3755915"/>
            <a:chOff x="6002634" y="678853"/>
            <a:chExt cx="5492680" cy="5721267"/>
          </a:xfrm>
        </p:grpSpPr>
        <p:pic>
          <p:nvPicPr>
            <p:cNvPr id="12" name="Graphic 11" descr="Run with solid fill">
              <a:extLst>
                <a:ext uri="{FF2B5EF4-FFF2-40B4-BE49-F238E27FC236}">
                  <a16:creationId xmlns:a16="http://schemas.microsoft.com/office/drawing/2014/main" id="{020E80A4-28C6-C6F8-634E-4202E6279C20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tretch>
              <a:fillRect/>
            </a:stretch>
          </p:blipFill>
          <p:spPr>
            <a:xfrm>
              <a:off x="6002634" y="5135533"/>
              <a:ext cx="1264587" cy="1264587"/>
            </a:xfrm>
            <a:prstGeom prst="rect">
              <a:avLst/>
            </a:prstGeom>
          </p:spPr>
        </p:pic>
        <p:pic>
          <p:nvPicPr>
            <p:cNvPr id="13" name="Graphic 12" descr="Warning with solid fill">
              <a:extLst>
                <a:ext uri="{FF2B5EF4-FFF2-40B4-BE49-F238E27FC236}">
                  <a16:creationId xmlns:a16="http://schemas.microsoft.com/office/drawing/2014/main" id="{ACB79562-140C-5045-4605-6412F8DCE1E9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>
              <a:off x="6034649" y="3649973"/>
              <a:ext cx="1264587" cy="1264587"/>
            </a:xfrm>
            <a:prstGeom prst="rect">
              <a:avLst/>
            </a:prstGeom>
          </p:spPr>
        </p:pic>
        <p:pic>
          <p:nvPicPr>
            <p:cNvPr id="14" name="Graphic 13" descr="Wrench with solid fill">
              <a:extLst>
                <a:ext uri="{FF2B5EF4-FFF2-40B4-BE49-F238E27FC236}">
                  <a16:creationId xmlns:a16="http://schemas.microsoft.com/office/drawing/2014/main" id="{ADE3D1D3-17D7-13B6-5EDC-122042B266A4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p:blipFill>
          <p:spPr>
            <a:xfrm>
              <a:off x="6030201" y="2164413"/>
              <a:ext cx="1264587" cy="1264587"/>
            </a:xfrm>
            <a:prstGeom prst="rect">
              <a:avLst/>
            </a:prstGeom>
          </p:spPr>
        </p:pic>
        <p:pic>
          <p:nvPicPr>
            <p:cNvPr id="15" name="Graphic 14" descr="Africa with solid fill">
              <a:extLst>
                <a:ext uri="{FF2B5EF4-FFF2-40B4-BE49-F238E27FC236}">
                  <a16:creationId xmlns:a16="http://schemas.microsoft.com/office/drawing/2014/main" id="{EC653CDC-76BC-166A-EB8A-5317D47E0F59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p:blipFill>
          <p:spPr>
            <a:xfrm>
              <a:off x="6002635" y="678853"/>
              <a:ext cx="1264587" cy="1264587"/>
            </a:xfrm>
            <a:prstGeom prst="rect">
              <a:avLst/>
            </a:prstGeom>
          </p:spPr>
        </p:pic>
        <p:sp>
          <p:nvSpPr>
            <p:cNvPr id="16" name="Rectangle 15">
              <a:extLst>
                <a:ext uri="{FF2B5EF4-FFF2-40B4-BE49-F238E27FC236}">
                  <a16:creationId xmlns:a16="http://schemas.microsoft.com/office/drawing/2014/main" id="{AC1878DB-08F4-6A77-0311-AB53996C2DB0}"/>
                </a:ext>
              </a:extLst>
            </p:cNvPr>
            <p:cNvSpPr/>
            <p:nvPr/>
          </p:nvSpPr>
          <p:spPr>
            <a:xfrm>
              <a:off x="7429500" y="898071"/>
              <a:ext cx="4065814" cy="653143"/>
            </a:xfrm>
            <a:prstGeom prst="rect">
              <a:avLst/>
            </a:prstGeom>
            <a:no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defTabSz="868680">
                <a:spcAft>
                  <a:spcPts val="600"/>
                </a:spcAft>
              </a:pPr>
              <a:r>
                <a:rPr lang="en-GB" sz="1710" kern="1200" dirty="0">
                  <a:solidFill>
                    <a:sysClr val="windowText" lastClr="000000"/>
                  </a:solidFill>
                  <a:latin typeface="+mn-lt"/>
                  <a:ea typeface="+mn-ea"/>
                  <a:cs typeface="+mn-cs"/>
                </a:rPr>
                <a:t>High Availability</a:t>
              </a:r>
              <a:endParaRPr lang="en-GB" dirty="0">
                <a:solidFill>
                  <a:sysClr val="windowText" lastClr="000000"/>
                </a:solidFill>
              </a:endParaRPr>
            </a:p>
          </p:txBody>
        </p:sp>
        <p:sp>
          <p:nvSpPr>
            <p:cNvPr id="17" name="Rectangle 16">
              <a:extLst>
                <a:ext uri="{FF2B5EF4-FFF2-40B4-BE49-F238E27FC236}">
                  <a16:creationId xmlns:a16="http://schemas.microsoft.com/office/drawing/2014/main" id="{1E3525BC-165B-7583-F4AF-0143F7B32CAA}"/>
                </a:ext>
              </a:extLst>
            </p:cNvPr>
            <p:cNvSpPr/>
            <p:nvPr/>
          </p:nvSpPr>
          <p:spPr>
            <a:xfrm>
              <a:off x="7429500" y="2426882"/>
              <a:ext cx="4065814" cy="653143"/>
            </a:xfrm>
            <a:prstGeom prst="rect">
              <a:avLst/>
            </a:prstGeom>
            <a:no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defTabSz="868680">
                <a:spcAft>
                  <a:spcPts val="600"/>
                </a:spcAft>
              </a:pPr>
              <a:r>
                <a:rPr lang="en-GB" sz="1710" kern="1200" dirty="0">
                  <a:solidFill>
                    <a:sysClr val="windowText" lastClr="000000"/>
                  </a:solidFill>
                  <a:latin typeface="+mn-lt"/>
                  <a:ea typeface="+mn-ea"/>
                  <a:cs typeface="+mn-cs"/>
                </a:rPr>
                <a:t>Fault Tolerance</a:t>
              </a:r>
              <a:endParaRPr lang="en-GB" dirty="0">
                <a:solidFill>
                  <a:sysClr val="windowText" lastClr="000000"/>
                </a:solidFill>
              </a:endParaRPr>
            </a:p>
          </p:txBody>
        </p:sp>
        <p:sp>
          <p:nvSpPr>
            <p:cNvPr id="18" name="Rectangle 17">
              <a:extLst>
                <a:ext uri="{FF2B5EF4-FFF2-40B4-BE49-F238E27FC236}">
                  <a16:creationId xmlns:a16="http://schemas.microsoft.com/office/drawing/2014/main" id="{CB54087A-785C-8732-977C-D2E1FEA3B977}"/>
                </a:ext>
              </a:extLst>
            </p:cNvPr>
            <p:cNvSpPr/>
            <p:nvPr/>
          </p:nvSpPr>
          <p:spPr>
            <a:xfrm>
              <a:off x="7429500" y="3955694"/>
              <a:ext cx="4065814" cy="653143"/>
            </a:xfrm>
            <a:prstGeom prst="rect">
              <a:avLst/>
            </a:prstGeom>
            <a:no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defTabSz="868680">
                <a:spcAft>
                  <a:spcPts val="600"/>
                </a:spcAft>
              </a:pPr>
              <a:r>
                <a:rPr lang="en-GB" sz="1710" kern="1200" dirty="0">
                  <a:solidFill>
                    <a:sysClr val="windowText" lastClr="000000"/>
                  </a:solidFill>
                  <a:latin typeface="+mn-lt"/>
                  <a:ea typeface="+mn-ea"/>
                  <a:cs typeface="+mn-cs"/>
                </a:rPr>
                <a:t>Disaster Recovery</a:t>
              </a:r>
              <a:endParaRPr lang="en-GB" dirty="0">
                <a:solidFill>
                  <a:sysClr val="windowText" lastClr="000000"/>
                </a:solidFill>
              </a:endParaRPr>
            </a:p>
          </p:txBody>
        </p:sp>
        <p:sp>
          <p:nvSpPr>
            <p:cNvPr id="19" name="Rectangle 18">
              <a:extLst>
                <a:ext uri="{FF2B5EF4-FFF2-40B4-BE49-F238E27FC236}">
                  <a16:creationId xmlns:a16="http://schemas.microsoft.com/office/drawing/2014/main" id="{2C5E3139-BAF3-D972-23B9-9D43881ED8F3}"/>
                </a:ext>
              </a:extLst>
            </p:cNvPr>
            <p:cNvSpPr/>
            <p:nvPr/>
          </p:nvSpPr>
          <p:spPr>
            <a:xfrm>
              <a:off x="7429500" y="5484506"/>
              <a:ext cx="4065814" cy="653143"/>
            </a:xfrm>
            <a:prstGeom prst="rect">
              <a:avLst/>
            </a:prstGeom>
            <a:no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defTabSz="868680">
                <a:spcAft>
                  <a:spcPts val="600"/>
                </a:spcAft>
              </a:pPr>
              <a:r>
                <a:rPr lang="en-GB" sz="1710" kern="1200" dirty="0">
                  <a:solidFill>
                    <a:sysClr val="windowText" lastClr="000000"/>
                  </a:solidFill>
                  <a:latin typeface="+mn-lt"/>
                  <a:ea typeface="+mn-ea"/>
                  <a:cs typeface="+mn-cs"/>
                </a:rPr>
                <a:t>Agility</a:t>
              </a:r>
              <a:endParaRPr lang="en-GB" dirty="0">
                <a:solidFill>
                  <a:sysClr val="windowText" lastClr="000000"/>
                </a:solidFill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407471359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9" name="Rectangle 8">
            <a:extLst>
              <a:ext uri="{FF2B5EF4-FFF2-40B4-BE49-F238E27FC236}">
                <a16:creationId xmlns:a16="http://schemas.microsoft.com/office/drawing/2014/main" id="{0C541B88-1AE9-40C3-AFD5-967787C1979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E5F17139-31EE-46AC-B04F-DBBD852DD6C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4890596" cy="6858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114B3359-782E-69DE-D1DE-6FFE3E8A3EA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1195697"/>
            <a:ext cx="3614206" cy="4238118"/>
          </a:xfrm>
        </p:spPr>
        <p:txBody>
          <a:bodyPr vert="horz" lIns="91440" tIns="45720" rIns="91440" bIns="45720" rtlCol="0" anchor="ctr">
            <a:normAutofit/>
          </a:bodyPr>
          <a:lstStyle/>
          <a:p>
            <a:pPr marR="0"/>
            <a:r>
              <a:rPr lang="en-US" sz="4000" b="0" i="0" u="none" strike="noStrike" kern="1200" baseline="0" dirty="0">
                <a:solidFill>
                  <a:schemeClr val="bg1"/>
                </a:solidFill>
                <a:latin typeface="+mj-lt"/>
                <a:ea typeface="+mj-ea"/>
                <a:cs typeface="+mj-cs"/>
              </a:rPr>
              <a:t>Why Developers Use the Cloud</a:t>
            </a:r>
          </a:p>
        </p:txBody>
      </p:sp>
      <p:grpSp>
        <p:nvGrpSpPr>
          <p:cNvPr id="13" name="Graphic 38">
            <a:extLst>
              <a:ext uri="{FF2B5EF4-FFF2-40B4-BE49-F238E27FC236}">
                <a16:creationId xmlns:a16="http://schemas.microsoft.com/office/drawing/2014/main" id="{7CF625D3-71A3-4F30-A096-8EF334E959D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0" y="202912"/>
            <a:ext cx="1910252" cy="709660"/>
            <a:chOff x="2267504" y="2540250"/>
            <a:chExt cx="1990951" cy="739640"/>
          </a:xfrm>
          <a:solidFill>
            <a:schemeClr val="bg1"/>
          </a:solidFill>
        </p:grpSpPr>
        <p:sp>
          <p:nvSpPr>
            <p:cNvPr id="14" name="Freeform: Shape 13">
              <a:extLst>
                <a:ext uri="{FF2B5EF4-FFF2-40B4-BE49-F238E27FC236}">
                  <a16:creationId xmlns:a16="http://schemas.microsoft.com/office/drawing/2014/main" id="{C6754E2F-F56E-4BA3-99DD-8EBF110E343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2267504" y="2540250"/>
              <a:ext cx="1990951" cy="286230"/>
            </a:xfrm>
            <a:custGeom>
              <a:avLst/>
              <a:gdLst>
                <a:gd name="connsiteX0" fmla="*/ 1489414 w 1990951"/>
                <a:gd name="connsiteY0" fmla="*/ 286231 h 286230"/>
                <a:gd name="connsiteX1" fmla="*/ 1243712 w 1990951"/>
                <a:gd name="connsiteY1" fmla="*/ 40528 h 286230"/>
                <a:gd name="connsiteX2" fmla="*/ 995476 w 1990951"/>
                <a:gd name="connsiteY2" fmla="*/ 286231 h 286230"/>
                <a:gd name="connsiteX3" fmla="*/ 749773 w 1990951"/>
                <a:gd name="connsiteY3" fmla="*/ 40528 h 286230"/>
                <a:gd name="connsiteX4" fmla="*/ 504071 w 1990951"/>
                <a:gd name="connsiteY4" fmla="*/ 286231 h 286230"/>
                <a:gd name="connsiteX5" fmla="*/ 255835 w 1990951"/>
                <a:gd name="connsiteY5" fmla="*/ 40528 h 286230"/>
                <a:gd name="connsiteX6" fmla="*/ 20264 w 1990951"/>
                <a:gd name="connsiteY6" fmla="*/ 276099 h 286230"/>
                <a:gd name="connsiteX7" fmla="*/ 0 w 1990951"/>
                <a:gd name="connsiteY7" fmla="*/ 255835 h 286230"/>
                <a:gd name="connsiteX8" fmla="*/ 255835 w 1990951"/>
                <a:gd name="connsiteY8" fmla="*/ 0 h 286230"/>
                <a:gd name="connsiteX9" fmla="*/ 504071 w 1990951"/>
                <a:gd name="connsiteY9" fmla="*/ 245703 h 286230"/>
                <a:gd name="connsiteX10" fmla="*/ 749773 w 1990951"/>
                <a:gd name="connsiteY10" fmla="*/ 0 h 286230"/>
                <a:gd name="connsiteX11" fmla="*/ 995476 w 1990951"/>
                <a:gd name="connsiteY11" fmla="*/ 245703 h 286230"/>
                <a:gd name="connsiteX12" fmla="*/ 1243712 w 1990951"/>
                <a:gd name="connsiteY12" fmla="*/ 0 h 286230"/>
                <a:gd name="connsiteX13" fmla="*/ 1489414 w 1990951"/>
                <a:gd name="connsiteY13" fmla="*/ 245703 h 286230"/>
                <a:gd name="connsiteX14" fmla="*/ 1735117 w 1990951"/>
                <a:gd name="connsiteY14" fmla="*/ 0 h 286230"/>
                <a:gd name="connsiteX15" fmla="*/ 1990952 w 1990951"/>
                <a:gd name="connsiteY15" fmla="*/ 255835 h 286230"/>
                <a:gd name="connsiteX16" fmla="*/ 1973221 w 1990951"/>
                <a:gd name="connsiteY16" fmla="*/ 276099 h 286230"/>
                <a:gd name="connsiteX17" fmla="*/ 1735117 w 1990951"/>
                <a:gd name="connsiteY17" fmla="*/ 40528 h 28623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</a:cxnLst>
              <a:rect l="l" t="t" r="r" b="b"/>
              <a:pathLst>
                <a:path w="1990951" h="286230">
                  <a:moveTo>
                    <a:pt x="1489414" y="286231"/>
                  </a:moveTo>
                  <a:lnTo>
                    <a:pt x="1243712" y="40528"/>
                  </a:lnTo>
                  <a:lnTo>
                    <a:pt x="995476" y="286231"/>
                  </a:lnTo>
                  <a:lnTo>
                    <a:pt x="749773" y="40528"/>
                  </a:lnTo>
                  <a:lnTo>
                    <a:pt x="504071" y="286231"/>
                  </a:lnTo>
                  <a:lnTo>
                    <a:pt x="255835" y="40528"/>
                  </a:lnTo>
                  <a:lnTo>
                    <a:pt x="20264" y="276099"/>
                  </a:lnTo>
                  <a:lnTo>
                    <a:pt x="0" y="255835"/>
                  </a:lnTo>
                  <a:lnTo>
                    <a:pt x="255835" y="0"/>
                  </a:lnTo>
                  <a:lnTo>
                    <a:pt x="504071" y="245703"/>
                  </a:lnTo>
                  <a:lnTo>
                    <a:pt x="749773" y="0"/>
                  </a:lnTo>
                  <a:lnTo>
                    <a:pt x="995476" y="245703"/>
                  </a:lnTo>
                  <a:lnTo>
                    <a:pt x="1243712" y="0"/>
                  </a:lnTo>
                  <a:lnTo>
                    <a:pt x="1489414" y="245703"/>
                  </a:lnTo>
                  <a:lnTo>
                    <a:pt x="1735117" y="0"/>
                  </a:lnTo>
                  <a:lnTo>
                    <a:pt x="1990952" y="255835"/>
                  </a:lnTo>
                  <a:lnTo>
                    <a:pt x="1973221" y="276099"/>
                  </a:lnTo>
                  <a:lnTo>
                    <a:pt x="1735117" y="40528"/>
                  </a:lnTo>
                  <a:close/>
                </a:path>
              </a:pathLst>
            </a:custGeom>
            <a:grpFill/>
            <a:ln w="2532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5" name="Freeform: Shape 14">
              <a:extLst>
                <a:ext uri="{FF2B5EF4-FFF2-40B4-BE49-F238E27FC236}">
                  <a16:creationId xmlns:a16="http://schemas.microsoft.com/office/drawing/2014/main" id="{24A69059-7C49-49C6-B071-F2A9B558E029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2267504" y="2993660"/>
              <a:ext cx="1990951" cy="286230"/>
            </a:xfrm>
            <a:custGeom>
              <a:avLst/>
              <a:gdLst>
                <a:gd name="connsiteX0" fmla="*/ 1489414 w 1990951"/>
                <a:gd name="connsiteY0" fmla="*/ 286231 h 286230"/>
                <a:gd name="connsiteX1" fmla="*/ 1243712 w 1990951"/>
                <a:gd name="connsiteY1" fmla="*/ 40528 h 286230"/>
                <a:gd name="connsiteX2" fmla="*/ 995476 w 1990951"/>
                <a:gd name="connsiteY2" fmla="*/ 286231 h 286230"/>
                <a:gd name="connsiteX3" fmla="*/ 749773 w 1990951"/>
                <a:gd name="connsiteY3" fmla="*/ 40528 h 286230"/>
                <a:gd name="connsiteX4" fmla="*/ 504071 w 1990951"/>
                <a:gd name="connsiteY4" fmla="*/ 286231 h 286230"/>
                <a:gd name="connsiteX5" fmla="*/ 255835 w 1990951"/>
                <a:gd name="connsiteY5" fmla="*/ 40528 h 286230"/>
                <a:gd name="connsiteX6" fmla="*/ 20264 w 1990951"/>
                <a:gd name="connsiteY6" fmla="*/ 276099 h 286230"/>
                <a:gd name="connsiteX7" fmla="*/ 0 w 1990951"/>
                <a:gd name="connsiteY7" fmla="*/ 258368 h 286230"/>
                <a:gd name="connsiteX8" fmla="*/ 255835 w 1990951"/>
                <a:gd name="connsiteY8" fmla="*/ 0 h 286230"/>
                <a:gd name="connsiteX9" fmla="*/ 504071 w 1990951"/>
                <a:gd name="connsiteY9" fmla="*/ 248236 h 286230"/>
                <a:gd name="connsiteX10" fmla="*/ 749773 w 1990951"/>
                <a:gd name="connsiteY10" fmla="*/ 0 h 286230"/>
                <a:gd name="connsiteX11" fmla="*/ 995476 w 1990951"/>
                <a:gd name="connsiteY11" fmla="*/ 248236 h 286230"/>
                <a:gd name="connsiteX12" fmla="*/ 1243712 w 1990951"/>
                <a:gd name="connsiteY12" fmla="*/ 0 h 286230"/>
                <a:gd name="connsiteX13" fmla="*/ 1489414 w 1990951"/>
                <a:gd name="connsiteY13" fmla="*/ 248236 h 286230"/>
                <a:gd name="connsiteX14" fmla="*/ 1735117 w 1990951"/>
                <a:gd name="connsiteY14" fmla="*/ 0 h 286230"/>
                <a:gd name="connsiteX15" fmla="*/ 1990952 w 1990951"/>
                <a:gd name="connsiteY15" fmla="*/ 258368 h 286230"/>
                <a:gd name="connsiteX16" fmla="*/ 1973221 w 1990951"/>
                <a:gd name="connsiteY16" fmla="*/ 276099 h 286230"/>
                <a:gd name="connsiteX17" fmla="*/ 1735117 w 1990951"/>
                <a:gd name="connsiteY17" fmla="*/ 40528 h 28623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</a:cxnLst>
              <a:rect l="l" t="t" r="r" b="b"/>
              <a:pathLst>
                <a:path w="1990951" h="286230">
                  <a:moveTo>
                    <a:pt x="1489414" y="286231"/>
                  </a:moveTo>
                  <a:lnTo>
                    <a:pt x="1243712" y="40528"/>
                  </a:lnTo>
                  <a:lnTo>
                    <a:pt x="995476" y="286231"/>
                  </a:lnTo>
                  <a:lnTo>
                    <a:pt x="749773" y="40528"/>
                  </a:lnTo>
                  <a:lnTo>
                    <a:pt x="504071" y="286231"/>
                  </a:lnTo>
                  <a:lnTo>
                    <a:pt x="255835" y="40528"/>
                  </a:lnTo>
                  <a:lnTo>
                    <a:pt x="20264" y="276099"/>
                  </a:lnTo>
                  <a:lnTo>
                    <a:pt x="0" y="258368"/>
                  </a:lnTo>
                  <a:lnTo>
                    <a:pt x="255835" y="0"/>
                  </a:lnTo>
                  <a:lnTo>
                    <a:pt x="504071" y="248236"/>
                  </a:lnTo>
                  <a:lnTo>
                    <a:pt x="749773" y="0"/>
                  </a:lnTo>
                  <a:lnTo>
                    <a:pt x="995476" y="248236"/>
                  </a:lnTo>
                  <a:lnTo>
                    <a:pt x="1243712" y="0"/>
                  </a:lnTo>
                  <a:lnTo>
                    <a:pt x="1489414" y="248236"/>
                  </a:lnTo>
                  <a:lnTo>
                    <a:pt x="1735117" y="0"/>
                  </a:lnTo>
                  <a:lnTo>
                    <a:pt x="1990952" y="258368"/>
                  </a:lnTo>
                  <a:lnTo>
                    <a:pt x="1973221" y="276099"/>
                  </a:lnTo>
                  <a:lnTo>
                    <a:pt x="1735117" y="40528"/>
                  </a:lnTo>
                  <a:close/>
                </a:path>
              </a:pathLst>
            </a:custGeom>
            <a:grpFill/>
            <a:ln w="2532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</p:grpSp>
      <p:sp>
        <p:nvSpPr>
          <p:cNvPr id="17" name="Oval 16">
            <a:extLst>
              <a:ext uri="{FF2B5EF4-FFF2-40B4-BE49-F238E27FC236}">
                <a16:creationId xmlns:a16="http://schemas.microsoft.com/office/drawing/2014/main" id="{89D16701-DA76-4F72-BB63-E2C3FFBDFE0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06260" y="4752208"/>
            <a:ext cx="365021" cy="365021"/>
          </a:xfrm>
          <a:prstGeom prst="ellipse">
            <a:avLst/>
          </a:prstGeom>
          <a:solidFill>
            <a:srgbClr val="FFFFFF"/>
          </a:solidFill>
          <a:ln w="28575">
            <a:solidFill>
              <a:srgbClr val="FFFFFF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US"/>
          </a:p>
        </p:txBody>
      </p:sp>
      <p:sp>
        <p:nvSpPr>
          <p:cNvPr id="19" name="Oval 18">
            <a:extLst>
              <a:ext uri="{FF2B5EF4-FFF2-40B4-BE49-F238E27FC236}">
                <a16:creationId xmlns:a16="http://schemas.microsoft.com/office/drawing/2014/main" id="{1CC28BE1-9DC6-43FE-9582-39F091098D7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06260" y="4752208"/>
            <a:ext cx="365021" cy="365021"/>
          </a:xfrm>
          <a:prstGeom prst="ellipse">
            <a:avLst/>
          </a:prstGeom>
          <a:solidFill>
            <a:schemeClr val="accent6">
              <a:alpha val="30000"/>
            </a:schemeClr>
          </a:solidFill>
          <a:ln w="28575"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US"/>
          </a:p>
        </p:txBody>
      </p:sp>
      <p:grpSp>
        <p:nvGrpSpPr>
          <p:cNvPr id="21" name="Graphic 4">
            <a:extLst>
              <a:ext uri="{FF2B5EF4-FFF2-40B4-BE49-F238E27FC236}">
                <a16:creationId xmlns:a16="http://schemas.microsoft.com/office/drawing/2014/main" id="{AF9AF3F3-CE0C-4125-BDD7-346487FA0B4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4109667" y="5539935"/>
            <a:ext cx="975169" cy="975171"/>
            <a:chOff x="5829300" y="3162300"/>
            <a:chExt cx="532256" cy="532257"/>
          </a:xfrm>
          <a:solidFill>
            <a:schemeClr val="bg1"/>
          </a:solidFill>
        </p:grpSpPr>
        <p:sp>
          <p:nvSpPr>
            <p:cNvPr id="22" name="Freeform: Shape 21">
              <a:extLst>
                <a:ext uri="{FF2B5EF4-FFF2-40B4-BE49-F238E27FC236}">
                  <a16:creationId xmlns:a16="http://schemas.microsoft.com/office/drawing/2014/main" id="{B31DFBFA-CF4D-4940-9086-26F83E5C6BB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859208" y="3192208"/>
              <a:ext cx="112966" cy="112966"/>
            </a:xfrm>
            <a:custGeom>
              <a:avLst/>
              <a:gdLst>
                <a:gd name="connsiteX0" fmla="*/ 112967 w 112966"/>
                <a:gd name="connsiteY0" fmla="*/ 0 h 112966"/>
                <a:gd name="connsiteX1" fmla="*/ 0 w 112966"/>
                <a:gd name="connsiteY1" fmla="*/ 112967 h 112966"/>
                <a:gd name="connsiteX2" fmla="*/ 112967 w 112966"/>
                <a:gd name="connsiteY2" fmla="*/ 0 h 11296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12966" h="112966">
                  <a:moveTo>
                    <a:pt x="112967" y="0"/>
                  </a:moveTo>
                  <a:lnTo>
                    <a:pt x="0" y="112967"/>
                  </a:lnTo>
                  <a:cubicBezTo>
                    <a:pt x="25356" y="64747"/>
                    <a:pt x="64747" y="25356"/>
                    <a:pt x="112967" y="0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3" name="Freeform: Shape 22">
              <a:extLst>
                <a:ext uri="{FF2B5EF4-FFF2-40B4-BE49-F238E27FC236}">
                  <a16:creationId xmlns:a16="http://schemas.microsoft.com/office/drawing/2014/main" id="{27854033-BD20-4C77-8C5B-048F4B3BDD0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831205" y="3164205"/>
              <a:ext cx="230314" cy="230314"/>
            </a:xfrm>
            <a:custGeom>
              <a:avLst/>
              <a:gdLst>
                <a:gd name="connsiteX0" fmla="*/ 230314 w 230314"/>
                <a:gd name="connsiteY0" fmla="*/ 0 h 230314"/>
                <a:gd name="connsiteX1" fmla="*/ 0 w 230314"/>
                <a:gd name="connsiteY1" fmla="*/ 230314 h 230314"/>
                <a:gd name="connsiteX2" fmla="*/ 3524 w 230314"/>
                <a:gd name="connsiteY2" fmla="*/ 209550 h 230314"/>
                <a:gd name="connsiteX3" fmla="*/ 209550 w 230314"/>
                <a:gd name="connsiteY3" fmla="*/ 3524 h 230314"/>
                <a:gd name="connsiteX4" fmla="*/ 230314 w 230314"/>
                <a:gd name="connsiteY4" fmla="*/ 0 h 23031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230314" h="230314">
                  <a:moveTo>
                    <a:pt x="230314" y="0"/>
                  </a:moveTo>
                  <a:lnTo>
                    <a:pt x="0" y="230314"/>
                  </a:lnTo>
                  <a:cubicBezTo>
                    <a:pt x="953" y="223361"/>
                    <a:pt x="2095" y="216408"/>
                    <a:pt x="3524" y="209550"/>
                  </a:cubicBezTo>
                  <a:lnTo>
                    <a:pt x="209550" y="3524"/>
                  </a:lnTo>
                  <a:cubicBezTo>
                    <a:pt x="216408" y="2095"/>
                    <a:pt x="223361" y="953"/>
                    <a:pt x="230314" y="0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4" name="Freeform: Shape 23">
              <a:extLst>
                <a:ext uri="{FF2B5EF4-FFF2-40B4-BE49-F238E27FC236}">
                  <a16:creationId xmlns:a16="http://schemas.microsoft.com/office/drawing/2014/main" id="{BC93AA74-BEB3-444F-835B-7AA6ECE6178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829300" y="3162300"/>
              <a:ext cx="294131" cy="294131"/>
            </a:xfrm>
            <a:custGeom>
              <a:avLst/>
              <a:gdLst>
                <a:gd name="connsiteX0" fmla="*/ 294132 w 294131"/>
                <a:gd name="connsiteY0" fmla="*/ 1238 h 294131"/>
                <a:gd name="connsiteX1" fmla="*/ 1238 w 294131"/>
                <a:gd name="connsiteY1" fmla="*/ 294132 h 294131"/>
                <a:gd name="connsiteX2" fmla="*/ 0 w 294131"/>
                <a:gd name="connsiteY2" fmla="*/ 278225 h 294131"/>
                <a:gd name="connsiteX3" fmla="*/ 278225 w 294131"/>
                <a:gd name="connsiteY3" fmla="*/ 0 h 294131"/>
                <a:gd name="connsiteX4" fmla="*/ 294132 w 294131"/>
                <a:gd name="connsiteY4" fmla="*/ 1238 h 29413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294131" h="294131">
                  <a:moveTo>
                    <a:pt x="294132" y="1238"/>
                  </a:moveTo>
                  <a:lnTo>
                    <a:pt x="1238" y="294132"/>
                  </a:lnTo>
                  <a:cubicBezTo>
                    <a:pt x="667" y="288893"/>
                    <a:pt x="0" y="283559"/>
                    <a:pt x="0" y="278225"/>
                  </a:cubicBezTo>
                  <a:lnTo>
                    <a:pt x="278225" y="0"/>
                  </a:lnTo>
                  <a:cubicBezTo>
                    <a:pt x="283559" y="0"/>
                    <a:pt x="288893" y="667"/>
                    <a:pt x="294132" y="1238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5" name="Freeform: Shape 24">
              <a:extLst>
                <a:ext uri="{FF2B5EF4-FFF2-40B4-BE49-F238E27FC236}">
                  <a16:creationId xmlns:a16="http://schemas.microsoft.com/office/drawing/2014/main" id="{F00DF1C9-6952-4704-B8B3-95406E18E4C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837205" y="3170110"/>
              <a:ext cx="337184" cy="337280"/>
            </a:xfrm>
            <a:custGeom>
              <a:avLst/>
              <a:gdLst>
                <a:gd name="connsiteX0" fmla="*/ 337185 w 337184"/>
                <a:gd name="connsiteY0" fmla="*/ 3905 h 337280"/>
                <a:gd name="connsiteX1" fmla="*/ 3810 w 337184"/>
                <a:gd name="connsiteY1" fmla="*/ 337280 h 337280"/>
                <a:gd name="connsiteX2" fmla="*/ 0 w 337184"/>
                <a:gd name="connsiteY2" fmla="*/ 323850 h 337280"/>
                <a:gd name="connsiteX3" fmla="*/ 323850 w 337184"/>
                <a:gd name="connsiteY3" fmla="*/ 0 h 337280"/>
                <a:gd name="connsiteX4" fmla="*/ 337185 w 337184"/>
                <a:gd name="connsiteY4" fmla="*/ 3905 h 33728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37184" h="337280">
                  <a:moveTo>
                    <a:pt x="337185" y="3905"/>
                  </a:moveTo>
                  <a:lnTo>
                    <a:pt x="3810" y="337280"/>
                  </a:lnTo>
                  <a:cubicBezTo>
                    <a:pt x="2381" y="332899"/>
                    <a:pt x="1143" y="328422"/>
                    <a:pt x="0" y="323850"/>
                  </a:cubicBezTo>
                  <a:lnTo>
                    <a:pt x="323850" y="0"/>
                  </a:lnTo>
                  <a:cubicBezTo>
                    <a:pt x="328327" y="1715"/>
                    <a:pt x="332804" y="2477"/>
                    <a:pt x="337185" y="3905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6" name="Freeform: Shape 25">
              <a:extLst>
                <a:ext uri="{FF2B5EF4-FFF2-40B4-BE49-F238E27FC236}">
                  <a16:creationId xmlns:a16="http://schemas.microsoft.com/office/drawing/2014/main" id="{B34783FD-297C-40D2-964B-DBAE4DE2835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853207" y="3186207"/>
              <a:ext cx="364617" cy="364617"/>
            </a:xfrm>
            <a:custGeom>
              <a:avLst/>
              <a:gdLst>
                <a:gd name="connsiteX0" fmla="*/ 364617 w 364617"/>
                <a:gd name="connsiteY0" fmla="*/ 5620 h 364617"/>
                <a:gd name="connsiteX1" fmla="*/ 5620 w 364617"/>
                <a:gd name="connsiteY1" fmla="*/ 364617 h 364617"/>
                <a:gd name="connsiteX2" fmla="*/ 0 w 364617"/>
                <a:gd name="connsiteY2" fmla="*/ 353187 h 364617"/>
                <a:gd name="connsiteX3" fmla="*/ 353187 w 364617"/>
                <a:gd name="connsiteY3" fmla="*/ 0 h 364617"/>
                <a:gd name="connsiteX4" fmla="*/ 364617 w 364617"/>
                <a:gd name="connsiteY4" fmla="*/ 5620 h 36461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64617" h="364617">
                  <a:moveTo>
                    <a:pt x="364617" y="5620"/>
                  </a:moveTo>
                  <a:lnTo>
                    <a:pt x="5620" y="364617"/>
                  </a:lnTo>
                  <a:cubicBezTo>
                    <a:pt x="3620" y="360902"/>
                    <a:pt x="1715" y="357092"/>
                    <a:pt x="0" y="353187"/>
                  </a:cubicBezTo>
                  <a:lnTo>
                    <a:pt x="353187" y="0"/>
                  </a:lnTo>
                  <a:cubicBezTo>
                    <a:pt x="357092" y="1715"/>
                    <a:pt x="360902" y="3715"/>
                    <a:pt x="364617" y="5620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7" name="Freeform: Shape 26">
              <a:extLst>
                <a:ext uri="{FF2B5EF4-FFF2-40B4-BE49-F238E27FC236}">
                  <a16:creationId xmlns:a16="http://schemas.microsoft.com/office/drawing/2014/main" id="{DE621623-0357-4FD5-A1AC-40050102595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875305" y="3208305"/>
              <a:ext cx="380238" cy="380238"/>
            </a:xfrm>
            <a:custGeom>
              <a:avLst/>
              <a:gdLst>
                <a:gd name="connsiteX0" fmla="*/ 380238 w 380238"/>
                <a:gd name="connsiteY0" fmla="*/ 7239 h 380238"/>
                <a:gd name="connsiteX1" fmla="*/ 7239 w 380238"/>
                <a:gd name="connsiteY1" fmla="*/ 380238 h 380238"/>
                <a:gd name="connsiteX2" fmla="*/ 0 w 380238"/>
                <a:gd name="connsiteY2" fmla="*/ 370713 h 380238"/>
                <a:gd name="connsiteX3" fmla="*/ 370237 w 380238"/>
                <a:gd name="connsiteY3" fmla="*/ 0 h 380238"/>
                <a:gd name="connsiteX4" fmla="*/ 380238 w 380238"/>
                <a:gd name="connsiteY4" fmla="*/ 7239 h 38023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80238" h="380238">
                  <a:moveTo>
                    <a:pt x="380238" y="7239"/>
                  </a:moveTo>
                  <a:lnTo>
                    <a:pt x="7239" y="380238"/>
                  </a:lnTo>
                  <a:cubicBezTo>
                    <a:pt x="4763" y="377000"/>
                    <a:pt x="2381" y="373571"/>
                    <a:pt x="0" y="370713"/>
                  </a:cubicBezTo>
                  <a:lnTo>
                    <a:pt x="370237" y="0"/>
                  </a:lnTo>
                  <a:cubicBezTo>
                    <a:pt x="373571" y="2381"/>
                    <a:pt x="377000" y="4763"/>
                    <a:pt x="380238" y="7239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8" name="Freeform: Shape 27">
              <a:extLst>
                <a:ext uri="{FF2B5EF4-FFF2-40B4-BE49-F238E27FC236}">
                  <a16:creationId xmlns:a16="http://schemas.microsoft.com/office/drawing/2014/main" id="{024F346E-10A0-458F-A9CA-8C0079472F9F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902832" y="3235832"/>
              <a:ext cx="385191" cy="385191"/>
            </a:xfrm>
            <a:custGeom>
              <a:avLst/>
              <a:gdLst>
                <a:gd name="connsiteX0" fmla="*/ 380905 w 385191"/>
                <a:gd name="connsiteY0" fmla="*/ 4286 h 385191"/>
                <a:gd name="connsiteX1" fmla="*/ 385191 w 385191"/>
                <a:gd name="connsiteY1" fmla="*/ 8573 h 385191"/>
                <a:gd name="connsiteX2" fmla="*/ 8573 w 385191"/>
                <a:gd name="connsiteY2" fmla="*/ 385191 h 385191"/>
                <a:gd name="connsiteX3" fmla="*/ 4286 w 385191"/>
                <a:gd name="connsiteY3" fmla="*/ 380905 h 385191"/>
                <a:gd name="connsiteX4" fmla="*/ 0 w 385191"/>
                <a:gd name="connsiteY4" fmla="*/ 376523 h 385191"/>
                <a:gd name="connsiteX5" fmla="*/ 376523 w 385191"/>
                <a:gd name="connsiteY5" fmla="*/ 0 h 385191"/>
                <a:gd name="connsiteX6" fmla="*/ 380905 w 385191"/>
                <a:gd name="connsiteY6" fmla="*/ 4286 h 38519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385191" h="385191">
                  <a:moveTo>
                    <a:pt x="380905" y="4286"/>
                  </a:moveTo>
                  <a:lnTo>
                    <a:pt x="385191" y="8573"/>
                  </a:lnTo>
                  <a:lnTo>
                    <a:pt x="8573" y="385191"/>
                  </a:lnTo>
                  <a:lnTo>
                    <a:pt x="4286" y="380905"/>
                  </a:lnTo>
                  <a:cubicBezTo>
                    <a:pt x="2762" y="379476"/>
                    <a:pt x="1334" y="377952"/>
                    <a:pt x="0" y="376523"/>
                  </a:cubicBezTo>
                  <a:lnTo>
                    <a:pt x="376523" y="0"/>
                  </a:lnTo>
                  <a:cubicBezTo>
                    <a:pt x="377952" y="1334"/>
                    <a:pt x="379476" y="2667"/>
                    <a:pt x="380905" y="4286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9" name="Freeform: Shape 28">
              <a:extLst>
                <a:ext uri="{FF2B5EF4-FFF2-40B4-BE49-F238E27FC236}">
                  <a16:creationId xmlns:a16="http://schemas.microsoft.com/office/drawing/2014/main" id="{7937A2F7-01A9-47F3-BED6-B61D998408A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935789" y="3268313"/>
              <a:ext cx="379761" cy="380237"/>
            </a:xfrm>
            <a:custGeom>
              <a:avLst/>
              <a:gdLst>
                <a:gd name="connsiteX0" fmla="*/ 372428 w 379761"/>
                <a:gd name="connsiteY0" fmla="*/ 0 h 380237"/>
                <a:gd name="connsiteX1" fmla="*/ 379762 w 379761"/>
                <a:gd name="connsiteY1" fmla="*/ 9525 h 380237"/>
                <a:gd name="connsiteX2" fmla="*/ 9525 w 379761"/>
                <a:gd name="connsiteY2" fmla="*/ 380238 h 380237"/>
                <a:gd name="connsiteX3" fmla="*/ 0 w 379761"/>
                <a:gd name="connsiteY3" fmla="*/ 372904 h 38023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379761" h="380237">
                  <a:moveTo>
                    <a:pt x="372428" y="0"/>
                  </a:moveTo>
                  <a:cubicBezTo>
                    <a:pt x="374999" y="3239"/>
                    <a:pt x="377381" y="6572"/>
                    <a:pt x="379762" y="9525"/>
                  </a:cubicBezTo>
                  <a:lnTo>
                    <a:pt x="9525" y="380238"/>
                  </a:lnTo>
                  <a:cubicBezTo>
                    <a:pt x="6096" y="377857"/>
                    <a:pt x="2762" y="375476"/>
                    <a:pt x="0" y="372904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30" name="Freeform: Shape 29">
              <a:extLst>
                <a:ext uri="{FF2B5EF4-FFF2-40B4-BE49-F238E27FC236}">
                  <a16:creationId xmlns:a16="http://schemas.microsoft.com/office/drawing/2014/main" id="{5B44DAF8-5073-441A-82E1-180385D35F23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972841" y="3305841"/>
              <a:ext cx="364807" cy="364807"/>
            </a:xfrm>
            <a:custGeom>
              <a:avLst/>
              <a:gdLst>
                <a:gd name="connsiteX0" fmla="*/ 359188 w 364807"/>
                <a:gd name="connsiteY0" fmla="*/ 0 h 364807"/>
                <a:gd name="connsiteX1" fmla="*/ 364808 w 364807"/>
                <a:gd name="connsiteY1" fmla="*/ 11621 h 364807"/>
                <a:gd name="connsiteX2" fmla="*/ 11621 w 364807"/>
                <a:gd name="connsiteY2" fmla="*/ 364808 h 364807"/>
                <a:gd name="connsiteX3" fmla="*/ 0 w 364807"/>
                <a:gd name="connsiteY3" fmla="*/ 359188 h 36480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364807" h="364807">
                  <a:moveTo>
                    <a:pt x="359188" y="0"/>
                  </a:moveTo>
                  <a:cubicBezTo>
                    <a:pt x="361188" y="3905"/>
                    <a:pt x="362998" y="7715"/>
                    <a:pt x="364808" y="11621"/>
                  </a:cubicBezTo>
                  <a:lnTo>
                    <a:pt x="11621" y="364808"/>
                  </a:lnTo>
                  <a:cubicBezTo>
                    <a:pt x="7715" y="362998"/>
                    <a:pt x="3905" y="361188"/>
                    <a:pt x="0" y="359188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31" name="Freeform: Shape 30">
              <a:extLst>
                <a:ext uri="{FF2B5EF4-FFF2-40B4-BE49-F238E27FC236}">
                  <a16:creationId xmlns:a16="http://schemas.microsoft.com/office/drawing/2014/main" id="{52B0413D-0E36-4A90-8E6A-9EDC676A607B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016370" y="3349466"/>
              <a:ext cx="337280" cy="337280"/>
            </a:xfrm>
            <a:custGeom>
              <a:avLst/>
              <a:gdLst>
                <a:gd name="connsiteX0" fmla="*/ 333470 w 337280"/>
                <a:gd name="connsiteY0" fmla="*/ 0 h 337280"/>
                <a:gd name="connsiteX1" fmla="*/ 337280 w 337280"/>
                <a:gd name="connsiteY1" fmla="*/ 13430 h 337280"/>
                <a:gd name="connsiteX2" fmla="*/ 13430 w 337280"/>
                <a:gd name="connsiteY2" fmla="*/ 337280 h 337280"/>
                <a:gd name="connsiteX3" fmla="*/ 0 w 337280"/>
                <a:gd name="connsiteY3" fmla="*/ 333470 h 33728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337280" h="337280">
                  <a:moveTo>
                    <a:pt x="333470" y="0"/>
                  </a:moveTo>
                  <a:cubicBezTo>
                    <a:pt x="334899" y="4382"/>
                    <a:pt x="336137" y="8858"/>
                    <a:pt x="337280" y="13430"/>
                  </a:cubicBezTo>
                  <a:lnTo>
                    <a:pt x="13430" y="337280"/>
                  </a:lnTo>
                  <a:cubicBezTo>
                    <a:pt x="8858" y="336137"/>
                    <a:pt x="4382" y="334899"/>
                    <a:pt x="0" y="333470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32" name="Freeform: Shape 31">
              <a:extLst>
                <a:ext uri="{FF2B5EF4-FFF2-40B4-BE49-F238E27FC236}">
                  <a16:creationId xmlns:a16="http://schemas.microsoft.com/office/drawing/2014/main" id="{86059ECF-0D50-48AD-B67A-645EC29D336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067329" y="3400425"/>
              <a:ext cx="294227" cy="294132"/>
            </a:xfrm>
            <a:custGeom>
              <a:avLst/>
              <a:gdLst>
                <a:gd name="connsiteX0" fmla="*/ 292989 w 294227"/>
                <a:gd name="connsiteY0" fmla="*/ 0 h 294132"/>
                <a:gd name="connsiteX1" fmla="*/ 294227 w 294227"/>
                <a:gd name="connsiteY1" fmla="*/ 15907 h 294132"/>
                <a:gd name="connsiteX2" fmla="*/ 15907 w 294227"/>
                <a:gd name="connsiteY2" fmla="*/ 294132 h 294132"/>
                <a:gd name="connsiteX3" fmla="*/ 0 w 294227"/>
                <a:gd name="connsiteY3" fmla="*/ 292894 h 29413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94227" h="294132">
                  <a:moveTo>
                    <a:pt x="292989" y="0"/>
                  </a:moveTo>
                  <a:cubicBezTo>
                    <a:pt x="293561" y="5334"/>
                    <a:pt x="293942" y="10668"/>
                    <a:pt x="294227" y="15907"/>
                  </a:cubicBezTo>
                  <a:lnTo>
                    <a:pt x="15907" y="294132"/>
                  </a:lnTo>
                  <a:cubicBezTo>
                    <a:pt x="10668" y="294132"/>
                    <a:pt x="5334" y="293465"/>
                    <a:pt x="0" y="292894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33" name="Freeform: Shape 32">
              <a:extLst>
                <a:ext uri="{FF2B5EF4-FFF2-40B4-BE49-F238E27FC236}">
                  <a16:creationId xmlns:a16="http://schemas.microsoft.com/office/drawing/2014/main" id="{B394906F-6BF2-447E-9886-F12708E1289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129337" y="3462337"/>
              <a:ext cx="230314" cy="230314"/>
            </a:xfrm>
            <a:custGeom>
              <a:avLst/>
              <a:gdLst>
                <a:gd name="connsiteX0" fmla="*/ 230315 w 230314"/>
                <a:gd name="connsiteY0" fmla="*/ 0 h 230314"/>
                <a:gd name="connsiteX1" fmla="*/ 226886 w 230314"/>
                <a:gd name="connsiteY1" fmla="*/ 20574 h 230314"/>
                <a:gd name="connsiteX2" fmla="*/ 20669 w 230314"/>
                <a:gd name="connsiteY2" fmla="*/ 226790 h 230314"/>
                <a:gd name="connsiteX3" fmla="*/ 0 w 230314"/>
                <a:gd name="connsiteY3" fmla="*/ 230315 h 23031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30314" h="230314">
                  <a:moveTo>
                    <a:pt x="230315" y="0"/>
                  </a:moveTo>
                  <a:cubicBezTo>
                    <a:pt x="229457" y="6953"/>
                    <a:pt x="228314" y="13716"/>
                    <a:pt x="226886" y="20574"/>
                  </a:cubicBezTo>
                  <a:lnTo>
                    <a:pt x="20669" y="226790"/>
                  </a:lnTo>
                  <a:cubicBezTo>
                    <a:pt x="13811" y="228314"/>
                    <a:pt x="6953" y="229457"/>
                    <a:pt x="0" y="230315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34" name="Freeform: Shape 33">
              <a:extLst>
                <a:ext uri="{FF2B5EF4-FFF2-40B4-BE49-F238E27FC236}">
                  <a16:creationId xmlns:a16="http://schemas.microsoft.com/office/drawing/2014/main" id="{A45EB96B-215A-4EBF-A594-2B082223393E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218682" y="3551682"/>
              <a:ext cx="112871" cy="112871"/>
            </a:xfrm>
            <a:custGeom>
              <a:avLst/>
              <a:gdLst>
                <a:gd name="connsiteX0" fmla="*/ 112871 w 112871"/>
                <a:gd name="connsiteY0" fmla="*/ 0 h 112871"/>
                <a:gd name="connsiteX1" fmla="*/ 0 w 112871"/>
                <a:gd name="connsiteY1" fmla="*/ 112871 h 11287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112871" h="112871">
                  <a:moveTo>
                    <a:pt x="112871" y="0"/>
                  </a:moveTo>
                  <a:cubicBezTo>
                    <a:pt x="87618" y="48239"/>
                    <a:pt x="48239" y="87618"/>
                    <a:pt x="0" y="112871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</p:grpSp>
      <p:graphicFrame>
        <p:nvGraphicFramePr>
          <p:cNvPr id="5" name="Text Placeholder 2">
            <a:extLst>
              <a:ext uri="{FF2B5EF4-FFF2-40B4-BE49-F238E27FC236}">
                <a16:creationId xmlns:a16="http://schemas.microsoft.com/office/drawing/2014/main" id="{118EE095-F3A8-3C54-3E5C-DC772A14D8A5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580927209"/>
              </p:ext>
            </p:extLst>
          </p:nvPr>
        </p:nvGraphicFramePr>
        <p:xfrm>
          <a:off x="5484139" y="477540"/>
          <a:ext cx="6301601" cy="5878809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2964510665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9" name="Rectangle 8">
            <a:extLst>
              <a:ext uri="{FF2B5EF4-FFF2-40B4-BE49-F238E27FC236}">
                <a16:creationId xmlns:a16="http://schemas.microsoft.com/office/drawing/2014/main" id="{0C541B88-1AE9-40C3-AFD5-967787C1979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E5F17139-31EE-46AC-B04F-DBBD852DD6C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4890596" cy="6858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46C9252C-6841-9D15-7106-8AC487ED3F4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1195697"/>
            <a:ext cx="3200400" cy="4238118"/>
          </a:xfrm>
        </p:spPr>
        <p:txBody>
          <a:bodyPr vert="horz" lIns="91440" tIns="45720" rIns="91440" bIns="45720" rtlCol="0" anchor="ctr">
            <a:normAutofit/>
          </a:bodyPr>
          <a:lstStyle/>
          <a:p>
            <a:pPr marR="0"/>
            <a:r>
              <a:rPr lang="en-US" b="0" i="0" u="none" strike="noStrike" kern="1200" baseline="0">
                <a:solidFill>
                  <a:schemeClr val="bg1"/>
                </a:solidFill>
                <a:latin typeface="+mj-lt"/>
                <a:ea typeface="+mj-ea"/>
                <a:cs typeface="+mj-cs"/>
              </a:rPr>
              <a:t>How Cloud Costs Work</a:t>
            </a:r>
          </a:p>
        </p:txBody>
      </p:sp>
      <p:grpSp>
        <p:nvGrpSpPr>
          <p:cNvPr id="13" name="Graphic 38">
            <a:extLst>
              <a:ext uri="{FF2B5EF4-FFF2-40B4-BE49-F238E27FC236}">
                <a16:creationId xmlns:a16="http://schemas.microsoft.com/office/drawing/2014/main" id="{7CF625D3-71A3-4F30-A096-8EF334E959D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0" y="202912"/>
            <a:ext cx="1910252" cy="709660"/>
            <a:chOff x="2267504" y="2540250"/>
            <a:chExt cx="1990951" cy="739640"/>
          </a:xfrm>
          <a:solidFill>
            <a:schemeClr val="bg1"/>
          </a:solidFill>
        </p:grpSpPr>
        <p:sp>
          <p:nvSpPr>
            <p:cNvPr id="14" name="Freeform: Shape 13">
              <a:extLst>
                <a:ext uri="{FF2B5EF4-FFF2-40B4-BE49-F238E27FC236}">
                  <a16:creationId xmlns:a16="http://schemas.microsoft.com/office/drawing/2014/main" id="{C6754E2F-F56E-4BA3-99DD-8EBF110E343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2267504" y="2540250"/>
              <a:ext cx="1990951" cy="286230"/>
            </a:xfrm>
            <a:custGeom>
              <a:avLst/>
              <a:gdLst>
                <a:gd name="connsiteX0" fmla="*/ 1489414 w 1990951"/>
                <a:gd name="connsiteY0" fmla="*/ 286231 h 286230"/>
                <a:gd name="connsiteX1" fmla="*/ 1243712 w 1990951"/>
                <a:gd name="connsiteY1" fmla="*/ 40528 h 286230"/>
                <a:gd name="connsiteX2" fmla="*/ 995476 w 1990951"/>
                <a:gd name="connsiteY2" fmla="*/ 286231 h 286230"/>
                <a:gd name="connsiteX3" fmla="*/ 749773 w 1990951"/>
                <a:gd name="connsiteY3" fmla="*/ 40528 h 286230"/>
                <a:gd name="connsiteX4" fmla="*/ 504071 w 1990951"/>
                <a:gd name="connsiteY4" fmla="*/ 286231 h 286230"/>
                <a:gd name="connsiteX5" fmla="*/ 255835 w 1990951"/>
                <a:gd name="connsiteY5" fmla="*/ 40528 h 286230"/>
                <a:gd name="connsiteX6" fmla="*/ 20264 w 1990951"/>
                <a:gd name="connsiteY6" fmla="*/ 276099 h 286230"/>
                <a:gd name="connsiteX7" fmla="*/ 0 w 1990951"/>
                <a:gd name="connsiteY7" fmla="*/ 255835 h 286230"/>
                <a:gd name="connsiteX8" fmla="*/ 255835 w 1990951"/>
                <a:gd name="connsiteY8" fmla="*/ 0 h 286230"/>
                <a:gd name="connsiteX9" fmla="*/ 504071 w 1990951"/>
                <a:gd name="connsiteY9" fmla="*/ 245703 h 286230"/>
                <a:gd name="connsiteX10" fmla="*/ 749773 w 1990951"/>
                <a:gd name="connsiteY10" fmla="*/ 0 h 286230"/>
                <a:gd name="connsiteX11" fmla="*/ 995476 w 1990951"/>
                <a:gd name="connsiteY11" fmla="*/ 245703 h 286230"/>
                <a:gd name="connsiteX12" fmla="*/ 1243712 w 1990951"/>
                <a:gd name="connsiteY12" fmla="*/ 0 h 286230"/>
                <a:gd name="connsiteX13" fmla="*/ 1489414 w 1990951"/>
                <a:gd name="connsiteY13" fmla="*/ 245703 h 286230"/>
                <a:gd name="connsiteX14" fmla="*/ 1735117 w 1990951"/>
                <a:gd name="connsiteY14" fmla="*/ 0 h 286230"/>
                <a:gd name="connsiteX15" fmla="*/ 1990952 w 1990951"/>
                <a:gd name="connsiteY15" fmla="*/ 255835 h 286230"/>
                <a:gd name="connsiteX16" fmla="*/ 1973221 w 1990951"/>
                <a:gd name="connsiteY16" fmla="*/ 276099 h 286230"/>
                <a:gd name="connsiteX17" fmla="*/ 1735117 w 1990951"/>
                <a:gd name="connsiteY17" fmla="*/ 40528 h 28623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</a:cxnLst>
              <a:rect l="l" t="t" r="r" b="b"/>
              <a:pathLst>
                <a:path w="1990951" h="286230">
                  <a:moveTo>
                    <a:pt x="1489414" y="286231"/>
                  </a:moveTo>
                  <a:lnTo>
                    <a:pt x="1243712" y="40528"/>
                  </a:lnTo>
                  <a:lnTo>
                    <a:pt x="995476" y="286231"/>
                  </a:lnTo>
                  <a:lnTo>
                    <a:pt x="749773" y="40528"/>
                  </a:lnTo>
                  <a:lnTo>
                    <a:pt x="504071" y="286231"/>
                  </a:lnTo>
                  <a:lnTo>
                    <a:pt x="255835" y="40528"/>
                  </a:lnTo>
                  <a:lnTo>
                    <a:pt x="20264" y="276099"/>
                  </a:lnTo>
                  <a:lnTo>
                    <a:pt x="0" y="255835"/>
                  </a:lnTo>
                  <a:lnTo>
                    <a:pt x="255835" y="0"/>
                  </a:lnTo>
                  <a:lnTo>
                    <a:pt x="504071" y="245703"/>
                  </a:lnTo>
                  <a:lnTo>
                    <a:pt x="749773" y="0"/>
                  </a:lnTo>
                  <a:lnTo>
                    <a:pt x="995476" y="245703"/>
                  </a:lnTo>
                  <a:lnTo>
                    <a:pt x="1243712" y="0"/>
                  </a:lnTo>
                  <a:lnTo>
                    <a:pt x="1489414" y="245703"/>
                  </a:lnTo>
                  <a:lnTo>
                    <a:pt x="1735117" y="0"/>
                  </a:lnTo>
                  <a:lnTo>
                    <a:pt x="1990952" y="255835"/>
                  </a:lnTo>
                  <a:lnTo>
                    <a:pt x="1973221" y="276099"/>
                  </a:lnTo>
                  <a:lnTo>
                    <a:pt x="1735117" y="40528"/>
                  </a:lnTo>
                  <a:close/>
                </a:path>
              </a:pathLst>
            </a:custGeom>
            <a:grpFill/>
            <a:ln w="2532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5" name="Freeform: Shape 14">
              <a:extLst>
                <a:ext uri="{FF2B5EF4-FFF2-40B4-BE49-F238E27FC236}">
                  <a16:creationId xmlns:a16="http://schemas.microsoft.com/office/drawing/2014/main" id="{24A69059-7C49-49C6-B071-F2A9B558E029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2267504" y="2993660"/>
              <a:ext cx="1990951" cy="286230"/>
            </a:xfrm>
            <a:custGeom>
              <a:avLst/>
              <a:gdLst>
                <a:gd name="connsiteX0" fmla="*/ 1489414 w 1990951"/>
                <a:gd name="connsiteY0" fmla="*/ 286231 h 286230"/>
                <a:gd name="connsiteX1" fmla="*/ 1243712 w 1990951"/>
                <a:gd name="connsiteY1" fmla="*/ 40528 h 286230"/>
                <a:gd name="connsiteX2" fmla="*/ 995476 w 1990951"/>
                <a:gd name="connsiteY2" fmla="*/ 286231 h 286230"/>
                <a:gd name="connsiteX3" fmla="*/ 749773 w 1990951"/>
                <a:gd name="connsiteY3" fmla="*/ 40528 h 286230"/>
                <a:gd name="connsiteX4" fmla="*/ 504071 w 1990951"/>
                <a:gd name="connsiteY4" fmla="*/ 286231 h 286230"/>
                <a:gd name="connsiteX5" fmla="*/ 255835 w 1990951"/>
                <a:gd name="connsiteY5" fmla="*/ 40528 h 286230"/>
                <a:gd name="connsiteX6" fmla="*/ 20264 w 1990951"/>
                <a:gd name="connsiteY6" fmla="*/ 276099 h 286230"/>
                <a:gd name="connsiteX7" fmla="*/ 0 w 1990951"/>
                <a:gd name="connsiteY7" fmla="*/ 258368 h 286230"/>
                <a:gd name="connsiteX8" fmla="*/ 255835 w 1990951"/>
                <a:gd name="connsiteY8" fmla="*/ 0 h 286230"/>
                <a:gd name="connsiteX9" fmla="*/ 504071 w 1990951"/>
                <a:gd name="connsiteY9" fmla="*/ 248236 h 286230"/>
                <a:gd name="connsiteX10" fmla="*/ 749773 w 1990951"/>
                <a:gd name="connsiteY10" fmla="*/ 0 h 286230"/>
                <a:gd name="connsiteX11" fmla="*/ 995476 w 1990951"/>
                <a:gd name="connsiteY11" fmla="*/ 248236 h 286230"/>
                <a:gd name="connsiteX12" fmla="*/ 1243712 w 1990951"/>
                <a:gd name="connsiteY12" fmla="*/ 0 h 286230"/>
                <a:gd name="connsiteX13" fmla="*/ 1489414 w 1990951"/>
                <a:gd name="connsiteY13" fmla="*/ 248236 h 286230"/>
                <a:gd name="connsiteX14" fmla="*/ 1735117 w 1990951"/>
                <a:gd name="connsiteY14" fmla="*/ 0 h 286230"/>
                <a:gd name="connsiteX15" fmla="*/ 1990952 w 1990951"/>
                <a:gd name="connsiteY15" fmla="*/ 258368 h 286230"/>
                <a:gd name="connsiteX16" fmla="*/ 1973221 w 1990951"/>
                <a:gd name="connsiteY16" fmla="*/ 276099 h 286230"/>
                <a:gd name="connsiteX17" fmla="*/ 1735117 w 1990951"/>
                <a:gd name="connsiteY17" fmla="*/ 40528 h 28623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</a:cxnLst>
              <a:rect l="l" t="t" r="r" b="b"/>
              <a:pathLst>
                <a:path w="1990951" h="286230">
                  <a:moveTo>
                    <a:pt x="1489414" y="286231"/>
                  </a:moveTo>
                  <a:lnTo>
                    <a:pt x="1243712" y="40528"/>
                  </a:lnTo>
                  <a:lnTo>
                    <a:pt x="995476" y="286231"/>
                  </a:lnTo>
                  <a:lnTo>
                    <a:pt x="749773" y="40528"/>
                  </a:lnTo>
                  <a:lnTo>
                    <a:pt x="504071" y="286231"/>
                  </a:lnTo>
                  <a:lnTo>
                    <a:pt x="255835" y="40528"/>
                  </a:lnTo>
                  <a:lnTo>
                    <a:pt x="20264" y="276099"/>
                  </a:lnTo>
                  <a:lnTo>
                    <a:pt x="0" y="258368"/>
                  </a:lnTo>
                  <a:lnTo>
                    <a:pt x="255835" y="0"/>
                  </a:lnTo>
                  <a:lnTo>
                    <a:pt x="504071" y="248236"/>
                  </a:lnTo>
                  <a:lnTo>
                    <a:pt x="749773" y="0"/>
                  </a:lnTo>
                  <a:lnTo>
                    <a:pt x="995476" y="248236"/>
                  </a:lnTo>
                  <a:lnTo>
                    <a:pt x="1243712" y="0"/>
                  </a:lnTo>
                  <a:lnTo>
                    <a:pt x="1489414" y="248236"/>
                  </a:lnTo>
                  <a:lnTo>
                    <a:pt x="1735117" y="0"/>
                  </a:lnTo>
                  <a:lnTo>
                    <a:pt x="1990952" y="258368"/>
                  </a:lnTo>
                  <a:lnTo>
                    <a:pt x="1973221" y="276099"/>
                  </a:lnTo>
                  <a:lnTo>
                    <a:pt x="1735117" y="40528"/>
                  </a:lnTo>
                  <a:close/>
                </a:path>
              </a:pathLst>
            </a:custGeom>
            <a:grpFill/>
            <a:ln w="2532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</p:grpSp>
      <p:sp>
        <p:nvSpPr>
          <p:cNvPr id="17" name="Oval 16">
            <a:extLst>
              <a:ext uri="{FF2B5EF4-FFF2-40B4-BE49-F238E27FC236}">
                <a16:creationId xmlns:a16="http://schemas.microsoft.com/office/drawing/2014/main" id="{89D16701-DA76-4F72-BB63-E2C3FFBDFE0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06260" y="4752208"/>
            <a:ext cx="365021" cy="365021"/>
          </a:xfrm>
          <a:prstGeom prst="ellipse">
            <a:avLst/>
          </a:prstGeom>
          <a:solidFill>
            <a:srgbClr val="FFFFFF"/>
          </a:solidFill>
          <a:ln w="28575">
            <a:solidFill>
              <a:srgbClr val="FFFFFF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US"/>
          </a:p>
        </p:txBody>
      </p:sp>
      <p:sp>
        <p:nvSpPr>
          <p:cNvPr id="19" name="Oval 18">
            <a:extLst>
              <a:ext uri="{FF2B5EF4-FFF2-40B4-BE49-F238E27FC236}">
                <a16:creationId xmlns:a16="http://schemas.microsoft.com/office/drawing/2014/main" id="{1CC28BE1-9DC6-43FE-9582-39F091098D7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06260" y="4752208"/>
            <a:ext cx="365021" cy="365021"/>
          </a:xfrm>
          <a:prstGeom prst="ellipse">
            <a:avLst/>
          </a:prstGeom>
          <a:solidFill>
            <a:schemeClr val="accent6">
              <a:alpha val="30000"/>
            </a:schemeClr>
          </a:solidFill>
          <a:ln w="28575"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US"/>
          </a:p>
        </p:txBody>
      </p:sp>
      <p:grpSp>
        <p:nvGrpSpPr>
          <p:cNvPr id="21" name="Graphic 4">
            <a:extLst>
              <a:ext uri="{FF2B5EF4-FFF2-40B4-BE49-F238E27FC236}">
                <a16:creationId xmlns:a16="http://schemas.microsoft.com/office/drawing/2014/main" id="{AF9AF3F3-CE0C-4125-BDD7-346487FA0B4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4109667" y="5539935"/>
            <a:ext cx="975169" cy="975171"/>
            <a:chOff x="5829300" y="3162300"/>
            <a:chExt cx="532256" cy="532257"/>
          </a:xfrm>
          <a:solidFill>
            <a:schemeClr val="bg1"/>
          </a:solidFill>
        </p:grpSpPr>
        <p:sp>
          <p:nvSpPr>
            <p:cNvPr id="22" name="Freeform: Shape 21">
              <a:extLst>
                <a:ext uri="{FF2B5EF4-FFF2-40B4-BE49-F238E27FC236}">
                  <a16:creationId xmlns:a16="http://schemas.microsoft.com/office/drawing/2014/main" id="{B31DFBFA-CF4D-4940-9086-26F83E5C6BB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859208" y="3192208"/>
              <a:ext cx="112966" cy="112966"/>
            </a:xfrm>
            <a:custGeom>
              <a:avLst/>
              <a:gdLst>
                <a:gd name="connsiteX0" fmla="*/ 112967 w 112966"/>
                <a:gd name="connsiteY0" fmla="*/ 0 h 112966"/>
                <a:gd name="connsiteX1" fmla="*/ 0 w 112966"/>
                <a:gd name="connsiteY1" fmla="*/ 112967 h 112966"/>
                <a:gd name="connsiteX2" fmla="*/ 112967 w 112966"/>
                <a:gd name="connsiteY2" fmla="*/ 0 h 11296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12966" h="112966">
                  <a:moveTo>
                    <a:pt x="112967" y="0"/>
                  </a:moveTo>
                  <a:lnTo>
                    <a:pt x="0" y="112967"/>
                  </a:lnTo>
                  <a:cubicBezTo>
                    <a:pt x="25356" y="64747"/>
                    <a:pt x="64747" y="25356"/>
                    <a:pt x="112967" y="0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3" name="Freeform: Shape 22">
              <a:extLst>
                <a:ext uri="{FF2B5EF4-FFF2-40B4-BE49-F238E27FC236}">
                  <a16:creationId xmlns:a16="http://schemas.microsoft.com/office/drawing/2014/main" id="{27854033-BD20-4C77-8C5B-048F4B3BDD0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831205" y="3164205"/>
              <a:ext cx="230314" cy="230314"/>
            </a:xfrm>
            <a:custGeom>
              <a:avLst/>
              <a:gdLst>
                <a:gd name="connsiteX0" fmla="*/ 230314 w 230314"/>
                <a:gd name="connsiteY0" fmla="*/ 0 h 230314"/>
                <a:gd name="connsiteX1" fmla="*/ 0 w 230314"/>
                <a:gd name="connsiteY1" fmla="*/ 230314 h 230314"/>
                <a:gd name="connsiteX2" fmla="*/ 3524 w 230314"/>
                <a:gd name="connsiteY2" fmla="*/ 209550 h 230314"/>
                <a:gd name="connsiteX3" fmla="*/ 209550 w 230314"/>
                <a:gd name="connsiteY3" fmla="*/ 3524 h 230314"/>
                <a:gd name="connsiteX4" fmla="*/ 230314 w 230314"/>
                <a:gd name="connsiteY4" fmla="*/ 0 h 23031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230314" h="230314">
                  <a:moveTo>
                    <a:pt x="230314" y="0"/>
                  </a:moveTo>
                  <a:lnTo>
                    <a:pt x="0" y="230314"/>
                  </a:lnTo>
                  <a:cubicBezTo>
                    <a:pt x="953" y="223361"/>
                    <a:pt x="2095" y="216408"/>
                    <a:pt x="3524" y="209550"/>
                  </a:cubicBezTo>
                  <a:lnTo>
                    <a:pt x="209550" y="3524"/>
                  </a:lnTo>
                  <a:cubicBezTo>
                    <a:pt x="216408" y="2095"/>
                    <a:pt x="223361" y="953"/>
                    <a:pt x="230314" y="0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4" name="Freeform: Shape 23">
              <a:extLst>
                <a:ext uri="{FF2B5EF4-FFF2-40B4-BE49-F238E27FC236}">
                  <a16:creationId xmlns:a16="http://schemas.microsoft.com/office/drawing/2014/main" id="{BC93AA74-BEB3-444F-835B-7AA6ECE6178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829300" y="3162300"/>
              <a:ext cx="294131" cy="294131"/>
            </a:xfrm>
            <a:custGeom>
              <a:avLst/>
              <a:gdLst>
                <a:gd name="connsiteX0" fmla="*/ 294132 w 294131"/>
                <a:gd name="connsiteY0" fmla="*/ 1238 h 294131"/>
                <a:gd name="connsiteX1" fmla="*/ 1238 w 294131"/>
                <a:gd name="connsiteY1" fmla="*/ 294132 h 294131"/>
                <a:gd name="connsiteX2" fmla="*/ 0 w 294131"/>
                <a:gd name="connsiteY2" fmla="*/ 278225 h 294131"/>
                <a:gd name="connsiteX3" fmla="*/ 278225 w 294131"/>
                <a:gd name="connsiteY3" fmla="*/ 0 h 294131"/>
                <a:gd name="connsiteX4" fmla="*/ 294132 w 294131"/>
                <a:gd name="connsiteY4" fmla="*/ 1238 h 29413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294131" h="294131">
                  <a:moveTo>
                    <a:pt x="294132" y="1238"/>
                  </a:moveTo>
                  <a:lnTo>
                    <a:pt x="1238" y="294132"/>
                  </a:lnTo>
                  <a:cubicBezTo>
                    <a:pt x="667" y="288893"/>
                    <a:pt x="0" y="283559"/>
                    <a:pt x="0" y="278225"/>
                  </a:cubicBezTo>
                  <a:lnTo>
                    <a:pt x="278225" y="0"/>
                  </a:lnTo>
                  <a:cubicBezTo>
                    <a:pt x="283559" y="0"/>
                    <a:pt x="288893" y="667"/>
                    <a:pt x="294132" y="1238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5" name="Freeform: Shape 24">
              <a:extLst>
                <a:ext uri="{FF2B5EF4-FFF2-40B4-BE49-F238E27FC236}">
                  <a16:creationId xmlns:a16="http://schemas.microsoft.com/office/drawing/2014/main" id="{F00DF1C9-6952-4704-B8B3-95406E18E4C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837205" y="3170110"/>
              <a:ext cx="337184" cy="337280"/>
            </a:xfrm>
            <a:custGeom>
              <a:avLst/>
              <a:gdLst>
                <a:gd name="connsiteX0" fmla="*/ 337185 w 337184"/>
                <a:gd name="connsiteY0" fmla="*/ 3905 h 337280"/>
                <a:gd name="connsiteX1" fmla="*/ 3810 w 337184"/>
                <a:gd name="connsiteY1" fmla="*/ 337280 h 337280"/>
                <a:gd name="connsiteX2" fmla="*/ 0 w 337184"/>
                <a:gd name="connsiteY2" fmla="*/ 323850 h 337280"/>
                <a:gd name="connsiteX3" fmla="*/ 323850 w 337184"/>
                <a:gd name="connsiteY3" fmla="*/ 0 h 337280"/>
                <a:gd name="connsiteX4" fmla="*/ 337185 w 337184"/>
                <a:gd name="connsiteY4" fmla="*/ 3905 h 33728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37184" h="337280">
                  <a:moveTo>
                    <a:pt x="337185" y="3905"/>
                  </a:moveTo>
                  <a:lnTo>
                    <a:pt x="3810" y="337280"/>
                  </a:lnTo>
                  <a:cubicBezTo>
                    <a:pt x="2381" y="332899"/>
                    <a:pt x="1143" y="328422"/>
                    <a:pt x="0" y="323850"/>
                  </a:cubicBezTo>
                  <a:lnTo>
                    <a:pt x="323850" y="0"/>
                  </a:lnTo>
                  <a:cubicBezTo>
                    <a:pt x="328327" y="1715"/>
                    <a:pt x="332804" y="2477"/>
                    <a:pt x="337185" y="3905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6" name="Freeform: Shape 25">
              <a:extLst>
                <a:ext uri="{FF2B5EF4-FFF2-40B4-BE49-F238E27FC236}">
                  <a16:creationId xmlns:a16="http://schemas.microsoft.com/office/drawing/2014/main" id="{B34783FD-297C-40D2-964B-DBAE4DE2835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853207" y="3186207"/>
              <a:ext cx="364617" cy="364617"/>
            </a:xfrm>
            <a:custGeom>
              <a:avLst/>
              <a:gdLst>
                <a:gd name="connsiteX0" fmla="*/ 364617 w 364617"/>
                <a:gd name="connsiteY0" fmla="*/ 5620 h 364617"/>
                <a:gd name="connsiteX1" fmla="*/ 5620 w 364617"/>
                <a:gd name="connsiteY1" fmla="*/ 364617 h 364617"/>
                <a:gd name="connsiteX2" fmla="*/ 0 w 364617"/>
                <a:gd name="connsiteY2" fmla="*/ 353187 h 364617"/>
                <a:gd name="connsiteX3" fmla="*/ 353187 w 364617"/>
                <a:gd name="connsiteY3" fmla="*/ 0 h 364617"/>
                <a:gd name="connsiteX4" fmla="*/ 364617 w 364617"/>
                <a:gd name="connsiteY4" fmla="*/ 5620 h 36461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64617" h="364617">
                  <a:moveTo>
                    <a:pt x="364617" y="5620"/>
                  </a:moveTo>
                  <a:lnTo>
                    <a:pt x="5620" y="364617"/>
                  </a:lnTo>
                  <a:cubicBezTo>
                    <a:pt x="3620" y="360902"/>
                    <a:pt x="1715" y="357092"/>
                    <a:pt x="0" y="353187"/>
                  </a:cubicBezTo>
                  <a:lnTo>
                    <a:pt x="353187" y="0"/>
                  </a:lnTo>
                  <a:cubicBezTo>
                    <a:pt x="357092" y="1715"/>
                    <a:pt x="360902" y="3715"/>
                    <a:pt x="364617" y="5620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7" name="Freeform: Shape 26">
              <a:extLst>
                <a:ext uri="{FF2B5EF4-FFF2-40B4-BE49-F238E27FC236}">
                  <a16:creationId xmlns:a16="http://schemas.microsoft.com/office/drawing/2014/main" id="{DE621623-0357-4FD5-A1AC-40050102595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875305" y="3208305"/>
              <a:ext cx="380238" cy="380238"/>
            </a:xfrm>
            <a:custGeom>
              <a:avLst/>
              <a:gdLst>
                <a:gd name="connsiteX0" fmla="*/ 380238 w 380238"/>
                <a:gd name="connsiteY0" fmla="*/ 7239 h 380238"/>
                <a:gd name="connsiteX1" fmla="*/ 7239 w 380238"/>
                <a:gd name="connsiteY1" fmla="*/ 380238 h 380238"/>
                <a:gd name="connsiteX2" fmla="*/ 0 w 380238"/>
                <a:gd name="connsiteY2" fmla="*/ 370713 h 380238"/>
                <a:gd name="connsiteX3" fmla="*/ 370237 w 380238"/>
                <a:gd name="connsiteY3" fmla="*/ 0 h 380238"/>
                <a:gd name="connsiteX4" fmla="*/ 380238 w 380238"/>
                <a:gd name="connsiteY4" fmla="*/ 7239 h 38023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80238" h="380238">
                  <a:moveTo>
                    <a:pt x="380238" y="7239"/>
                  </a:moveTo>
                  <a:lnTo>
                    <a:pt x="7239" y="380238"/>
                  </a:lnTo>
                  <a:cubicBezTo>
                    <a:pt x="4763" y="377000"/>
                    <a:pt x="2381" y="373571"/>
                    <a:pt x="0" y="370713"/>
                  </a:cubicBezTo>
                  <a:lnTo>
                    <a:pt x="370237" y="0"/>
                  </a:lnTo>
                  <a:cubicBezTo>
                    <a:pt x="373571" y="2381"/>
                    <a:pt x="377000" y="4763"/>
                    <a:pt x="380238" y="7239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8" name="Freeform: Shape 27">
              <a:extLst>
                <a:ext uri="{FF2B5EF4-FFF2-40B4-BE49-F238E27FC236}">
                  <a16:creationId xmlns:a16="http://schemas.microsoft.com/office/drawing/2014/main" id="{024F346E-10A0-458F-A9CA-8C0079472F9F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902832" y="3235832"/>
              <a:ext cx="385191" cy="385191"/>
            </a:xfrm>
            <a:custGeom>
              <a:avLst/>
              <a:gdLst>
                <a:gd name="connsiteX0" fmla="*/ 380905 w 385191"/>
                <a:gd name="connsiteY0" fmla="*/ 4286 h 385191"/>
                <a:gd name="connsiteX1" fmla="*/ 385191 w 385191"/>
                <a:gd name="connsiteY1" fmla="*/ 8573 h 385191"/>
                <a:gd name="connsiteX2" fmla="*/ 8573 w 385191"/>
                <a:gd name="connsiteY2" fmla="*/ 385191 h 385191"/>
                <a:gd name="connsiteX3" fmla="*/ 4286 w 385191"/>
                <a:gd name="connsiteY3" fmla="*/ 380905 h 385191"/>
                <a:gd name="connsiteX4" fmla="*/ 0 w 385191"/>
                <a:gd name="connsiteY4" fmla="*/ 376523 h 385191"/>
                <a:gd name="connsiteX5" fmla="*/ 376523 w 385191"/>
                <a:gd name="connsiteY5" fmla="*/ 0 h 385191"/>
                <a:gd name="connsiteX6" fmla="*/ 380905 w 385191"/>
                <a:gd name="connsiteY6" fmla="*/ 4286 h 38519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385191" h="385191">
                  <a:moveTo>
                    <a:pt x="380905" y="4286"/>
                  </a:moveTo>
                  <a:lnTo>
                    <a:pt x="385191" y="8573"/>
                  </a:lnTo>
                  <a:lnTo>
                    <a:pt x="8573" y="385191"/>
                  </a:lnTo>
                  <a:lnTo>
                    <a:pt x="4286" y="380905"/>
                  </a:lnTo>
                  <a:cubicBezTo>
                    <a:pt x="2762" y="379476"/>
                    <a:pt x="1334" y="377952"/>
                    <a:pt x="0" y="376523"/>
                  </a:cubicBezTo>
                  <a:lnTo>
                    <a:pt x="376523" y="0"/>
                  </a:lnTo>
                  <a:cubicBezTo>
                    <a:pt x="377952" y="1334"/>
                    <a:pt x="379476" y="2667"/>
                    <a:pt x="380905" y="4286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9" name="Freeform: Shape 28">
              <a:extLst>
                <a:ext uri="{FF2B5EF4-FFF2-40B4-BE49-F238E27FC236}">
                  <a16:creationId xmlns:a16="http://schemas.microsoft.com/office/drawing/2014/main" id="{7937A2F7-01A9-47F3-BED6-B61D998408A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935789" y="3268313"/>
              <a:ext cx="379761" cy="380237"/>
            </a:xfrm>
            <a:custGeom>
              <a:avLst/>
              <a:gdLst>
                <a:gd name="connsiteX0" fmla="*/ 372428 w 379761"/>
                <a:gd name="connsiteY0" fmla="*/ 0 h 380237"/>
                <a:gd name="connsiteX1" fmla="*/ 379762 w 379761"/>
                <a:gd name="connsiteY1" fmla="*/ 9525 h 380237"/>
                <a:gd name="connsiteX2" fmla="*/ 9525 w 379761"/>
                <a:gd name="connsiteY2" fmla="*/ 380238 h 380237"/>
                <a:gd name="connsiteX3" fmla="*/ 0 w 379761"/>
                <a:gd name="connsiteY3" fmla="*/ 372904 h 38023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379761" h="380237">
                  <a:moveTo>
                    <a:pt x="372428" y="0"/>
                  </a:moveTo>
                  <a:cubicBezTo>
                    <a:pt x="374999" y="3239"/>
                    <a:pt x="377381" y="6572"/>
                    <a:pt x="379762" y="9525"/>
                  </a:cubicBezTo>
                  <a:lnTo>
                    <a:pt x="9525" y="380238"/>
                  </a:lnTo>
                  <a:cubicBezTo>
                    <a:pt x="6096" y="377857"/>
                    <a:pt x="2762" y="375476"/>
                    <a:pt x="0" y="372904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30" name="Freeform: Shape 29">
              <a:extLst>
                <a:ext uri="{FF2B5EF4-FFF2-40B4-BE49-F238E27FC236}">
                  <a16:creationId xmlns:a16="http://schemas.microsoft.com/office/drawing/2014/main" id="{5B44DAF8-5073-441A-82E1-180385D35F23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972841" y="3305841"/>
              <a:ext cx="364807" cy="364807"/>
            </a:xfrm>
            <a:custGeom>
              <a:avLst/>
              <a:gdLst>
                <a:gd name="connsiteX0" fmla="*/ 359188 w 364807"/>
                <a:gd name="connsiteY0" fmla="*/ 0 h 364807"/>
                <a:gd name="connsiteX1" fmla="*/ 364808 w 364807"/>
                <a:gd name="connsiteY1" fmla="*/ 11621 h 364807"/>
                <a:gd name="connsiteX2" fmla="*/ 11621 w 364807"/>
                <a:gd name="connsiteY2" fmla="*/ 364808 h 364807"/>
                <a:gd name="connsiteX3" fmla="*/ 0 w 364807"/>
                <a:gd name="connsiteY3" fmla="*/ 359188 h 36480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364807" h="364807">
                  <a:moveTo>
                    <a:pt x="359188" y="0"/>
                  </a:moveTo>
                  <a:cubicBezTo>
                    <a:pt x="361188" y="3905"/>
                    <a:pt x="362998" y="7715"/>
                    <a:pt x="364808" y="11621"/>
                  </a:cubicBezTo>
                  <a:lnTo>
                    <a:pt x="11621" y="364808"/>
                  </a:lnTo>
                  <a:cubicBezTo>
                    <a:pt x="7715" y="362998"/>
                    <a:pt x="3905" y="361188"/>
                    <a:pt x="0" y="359188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31" name="Freeform: Shape 30">
              <a:extLst>
                <a:ext uri="{FF2B5EF4-FFF2-40B4-BE49-F238E27FC236}">
                  <a16:creationId xmlns:a16="http://schemas.microsoft.com/office/drawing/2014/main" id="{52B0413D-0E36-4A90-8E6A-9EDC676A607B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016370" y="3349466"/>
              <a:ext cx="337280" cy="337280"/>
            </a:xfrm>
            <a:custGeom>
              <a:avLst/>
              <a:gdLst>
                <a:gd name="connsiteX0" fmla="*/ 333470 w 337280"/>
                <a:gd name="connsiteY0" fmla="*/ 0 h 337280"/>
                <a:gd name="connsiteX1" fmla="*/ 337280 w 337280"/>
                <a:gd name="connsiteY1" fmla="*/ 13430 h 337280"/>
                <a:gd name="connsiteX2" fmla="*/ 13430 w 337280"/>
                <a:gd name="connsiteY2" fmla="*/ 337280 h 337280"/>
                <a:gd name="connsiteX3" fmla="*/ 0 w 337280"/>
                <a:gd name="connsiteY3" fmla="*/ 333470 h 33728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337280" h="337280">
                  <a:moveTo>
                    <a:pt x="333470" y="0"/>
                  </a:moveTo>
                  <a:cubicBezTo>
                    <a:pt x="334899" y="4382"/>
                    <a:pt x="336137" y="8858"/>
                    <a:pt x="337280" y="13430"/>
                  </a:cubicBezTo>
                  <a:lnTo>
                    <a:pt x="13430" y="337280"/>
                  </a:lnTo>
                  <a:cubicBezTo>
                    <a:pt x="8858" y="336137"/>
                    <a:pt x="4382" y="334899"/>
                    <a:pt x="0" y="333470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32" name="Freeform: Shape 31">
              <a:extLst>
                <a:ext uri="{FF2B5EF4-FFF2-40B4-BE49-F238E27FC236}">
                  <a16:creationId xmlns:a16="http://schemas.microsoft.com/office/drawing/2014/main" id="{86059ECF-0D50-48AD-B67A-645EC29D336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067329" y="3400425"/>
              <a:ext cx="294227" cy="294132"/>
            </a:xfrm>
            <a:custGeom>
              <a:avLst/>
              <a:gdLst>
                <a:gd name="connsiteX0" fmla="*/ 292989 w 294227"/>
                <a:gd name="connsiteY0" fmla="*/ 0 h 294132"/>
                <a:gd name="connsiteX1" fmla="*/ 294227 w 294227"/>
                <a:gd name="connsiteY1" fmla="*/ 15907 h 294132"/>
                <a:gd name="connsiteX2" fmla="*/ 15907 w 294227"/>
                <a:gd name="connsiteY2" fmla="*/ 294132 h 294132"/>
                <a:gd name="connsiteX3" fmla="*/ 0 w 294227"/>
                <a:gd name="connsiteY3" fmla="*/ 292894 h 29413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94227" h="294132">
                  <a:moveTo>
                    <a:pt x="292989" y="0"/>
                  </a:moveTo>
                  <a:cubicBezTo>
                    <a:pt x="293561" y="5334"/>
                    <a:pt x="293942" y="10668"/>
                    <a:pt x="294227" y="15907"/>
                  </a:cubicBezTo>
                  <a:lnTo>
                    <a:pt x="15907" y="294132"/>
                  </a:lnTo>
                  <a:cubicBezTo>
                    <a:pt x="10668" y="294132"/>
                    <a:pt x="5334" y="293465"/>
                    <a:pt x="0" y="292894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33" name="Freeform: Shape 32">
              <a:extLst>
                <a:ext uri="{FF2B5EF4-FFF2-40B4-BE49-F238E27FC236}">
                  <a16:creationId xmlns:a16="http://schemas.microsoft.com/office/drawing/2014/main" id="{B394906F-6BF2-447E-9886-F12708E1289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129337" y="3462337"/>
              <a:ext cx="230314" cy="230314"/>
            </a:xfrm>
            <a:custGeom>
              <a:avLst/>
              <a:gdLst>
                <a:gd name="connsiteX0" fmla="*/ 230315 w 230314"/>
                <a:gd name="connsiteY0" fmla="*/ 0 h 230314"/>
                <a:gd name="connsiteX1" fmla="*/ 226886 w 230314"/>
                <a:gd name="connsiteY1" fmla="*/ 20574 h 230314"/>
                <a:gd name="connsiteX2" fmla="*/ 20669 w 230314"/>
                <a:gd name="connsiteY2" fmla="*/ 226790 h 230314"/>
                <a:gd name="connsiteX3" fmla="*/ 0 w 230314"/>
                <a:gd name="connsiteY3" fmla="*/ 230315 h 23031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30314" h="230314">
                  <a:moveTo>
                    <a:pt x="230315" y="0"/>
                  </a:moveTo>
                  <a:cubicBezTo>
                    <a:pt x="229457" y="6953"/>
                    <a:pt x="228314" y="13716"/>
                    <a:pt x="226886" y="20574"/>
                  </a:cubicBezTo>
                  <a:lnTo>
                    <a:pt x="20669" y="226790"/>
                  </a:lnTo>
                  <a:cubicBezTo>
                    <a:pt x="13811" y="228314"/>
                    <a:pt x="6953" y="229457"/>
                    <a:pt x="0" y="230315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34" name="Freeform: Shape 33">
              <a:extLst>
                <a:ext uri="{FF2B5EF4-FFF2-40B4-BE49-F238E27FC236}">
                  <a16:creationId xmlns:a16="http://schemas.microsoft.com/office/drawing/2014/main" id="{A45EB96B-215A-4EBF-A594-2B082223393E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218682" y="3551682"/>
              <a:ext cx="112871" cy="112871"/>
            </a:xfrm>
            <a:custGeom>
              <a:avLst/>
              <a:gdLst>
                <a:gd name="connsiteX0" fmla="*/ 112871 w 112871"/>
                <a:gd name="connsiteY0" fmla="*/ 0 h 112871"/>
                <a:gd name="connsiteX1" fmla="*/ 0 w 112871"/>
                <a:gd name="connsiteY1" fmla="*/ 112871 h 11287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112871" h="112871">
                  <a:moveTo>
                    <a:pt x="112871" y="0"/>
                  </a:moveTo>
                  <a:cubicBezTo>
                    <a:pt x="87618" y="48239"/>
                    <a:pt x="48239" y="87618"/>
                    <a:pt x="0" y="112871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</p:grpSp>
      <p:graphicFrame>
        <p:nvGraphicFramePr>
          <p:cNvPr id="5" name="Text Placeholder 2">
            <a:extLst>
              <a:ext uri="{FF2B5EF4-FFF2-40B4-BE49-F238E27FC236}">
                <a16:creationId xmlns:a16="http://schemas.microsoft.com/office/drawing/2014/main" id="{E6AF7515-2398-1730-BF30-FAE10C7D99B2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2952772595"/>
              </p:ext>
            </p:extLst>
          </p:nvPr>
        </p:nvGraphicFramePr>
        <p:xfrm>
          <a:off x="5484139" y="477540"/>
          <a:ext cx="6301601" cy="5878809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140975429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9" name="Rectangle 8">
            <a:extLst>
              <a:ext uri="{FF2B5EF4-FFF2-40B4-BE49-F238E27FC236}">
                <a16:creationId xmlns:a16="http://schemas.microsoft.com/office/drawing/2014/main" id="{0C541B88-1AE9-40C3-AFD5-967787C1979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E5F17139-31EE-46AC-B04F-DBBD852DD6C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4890596" cy="6858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98EBCE15-7C83-69E1-BABC-6C9CDFBBDC9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1195697"/>
            <a:ext cx="3200400" cy="4238118"/>
          </a:xfrm>
        </p:spPr>
        <p:txBody>
          <a:bodyPr vert="horz" lIns="91440" tIns="45720" rIns="91440" bIns="45720" rtlCol="0" anchor="ctr">
            <a:normAutofit/>
          </a:bodyPr>
          <a:lstStyle/>
          <a:p>
            <a:pPr marR="0"/>
            <a:r>
              <a:rPr lang="en-US" b="0" i="0" u="none" strike="noStrike" kern="1200" baseline="0">
                <a:solidFill>
                  <a:schemeClr val="bg1"/>
                </a:solidFill>
                <a:latin typeface="+mj-lt"/>
                <a:ea typeface="+mj-ea"/>
                <a:cs typeface="+mj-cs"/>
              </a:rPr>
              <a:t>Servers on Demand</a:t>
            </a:r>
          </a:p>
        </p:txBody>
      </p:sp>
      <p:grpSp>
        <p:nvGrpSpPr>
          <p:cNvPr id="13" name="Graphic 38">
            <a:extLst>
              <a:ext uri="{FF2B5EF4-FFF2-40B4-BE49-F238E27FC236}">
                <a16:creationId xmlns:a16="http://schemas.microsoft.com/office/drawing/2014/main" id="{7CF625D3-71A3-4F30-A096-8EF334E959D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0" y="202912"/>
            <a:ext cx="1910252" cy="709660"/>
            <a:chOff x="2267504" y="2540250"/>
            <a:chExt cx="1990951" cy="739640"/>
          </a:xfrm>
          <a:solidFill>
            <a:schemeClr val="bg1"/>
          </a:solidFill>
        </p:grpSpPr>
        <p:sp>
          <p:nvSpPr>
            <p:cNvPr id="14" name="Freeform: Shape 13">
              <a:extLst>
                <a:ext uri="{FF2B5EF4-FFF2-40B4-BE49-F238E27FC236}">
                  <a16:creationId xmlns:a16="http://schemas.microsoft.com/office/drawing/2014/main" id="{C6754E2F-F56E-4BA3-99DD-8EBF110E343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2267504" y="2540250"/>
              <a:ext cx="1990951" cy="286230"/>
            </a:xfrm>
            <a:custGeom>
              <a:avLst/>
              <a:gdLst>
                <a:gd name="connsiteX0" fmla="*/ 1489414 w 1990951"/>
                <a:gd name="connsiteY0" fmla="*/ 286231 h 286230"/>
                <a:gd name="connsiteX1" fmla="*/ 1243712 w 1990951"/>
                <a:gd name="connsiteY1" fmla="*/ 40528 h 286230"/>
                <a:gd name="connsiteX2" fmla="*/ 995476 w 1990951"/>
                <a:gd name="connsiteY2" fmla="*/ 286231 h 286230"/>
                <a:gd name="connsiteX3" fmla="*/ 749773 w 1990951"/>
                <a:gd name="connsiteY3" fmla="*/ 40528 h 286230"/>
                <a:gd name="connsiteX4" fmla="*/ 504071 w 1990951"/>
                <a:gd name="connsiteY4" fmla="*/ 286231 h 286230"/>
                <a:gd name="connsiteX5" fmla="*/ 255835 w 1990951"/>
                <a:gd name="connsiteY5" fmla="*/ 40528 h 286230"/>
                <a:gd name="connsiteX6" fmla="*/ 20264 w 1990951"/>
                <a:gd name="connsiteY6" fmla="*/ 276099 h 286230"/>
                <a:gd name="connsiteX7" fmla="*/ 0 w 1990951"/>
                <a:gd name="connsiteY7" fmla="*/ 255835 h 286230"/>
                <a:gd name="connsiteX8" fmla="*/ 255835 w 1990951"/>
                <a:gd name="connsiteY8" fmla="*/ 0 h 286230"/>
                <a:gd name="connsiteX9" fmla="*/ 504071 w 1990951"/>
                <a:gd name="connsiteY9" fmla="*/ 245703 h 286230"/>
                <a:gd name="connsiteX10" fmla="*/ 749773 w 1990951"/>
                <a:gd name="connsiteY10" fmla="*/ 0 h 286230"/>
                <a:gd name="connsiteX11" fmla="*/ 995476 w 1990951"/>
                <a:gd name="connsiteY11" fmla="*/ 245703 h 286230"/>
                <a:gd name="connsiteX12" fmla="*/ 1243712 w 1990951"/>
                <a:gd name="connsiteY12" fmla="*/ 0 h 286230"/>
                <a:gd name="connsiteX13" fmla="*/ 1489414 w 1990951"/>
                <a:gd name="connsiteY13" fmla="*/ 245703 h 286230"/>
                <a:gd name="connsiteX14" fmla="*/ 1735117 w 1990951"/>
                <a:gd name="connsiteY14" fmla="*/ 0 h 286230"/>
                <a:gd name="connsiteX15" fmla="*/ 1990952 w 1990951"/>
                <a:gd name="connsiteY15" fmla="*/ 255835 h 286230"/>
                <a:gd name="connsiteX16" fmla="*/ 1973221 w 1990951"/>
                <a:gd name="connsiteY16" fmla="*/ 276099 h 286230"/>
                <a:gd name="connsiteX17" fmla="*/ 1735117 w 1990951"/>
                <a:gd name="connsiteY17" fmla="*/ 40528 h 28623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</a:cxnLst>
              <a:rect l="l" t="t" r="r" b="b"/>
              <a:pathLst>
                <a:path w="1990951" h="286230">
                  <a:moveTo>
                    <a:pt x="1489414" y="286231"/>
                  </a:moveTo>
                  <a:lnTo>
                    <a:pt x="1243712" y="40528"/>
                  </a:lnTo>
                  <a:lnTo>
                    <a:pt x="995476" y="286231"/>
                  </a:lnTo>
                  <a:lnTo>
                    <a:pt x="749773" y="40528"/>
                  </a:lnTo>
                  <a:lnTo>
                    <a:pt x="504071" y="286231"/>
                  </a:lnTo>
                  <a:lnTo>
                    <a:pt x="255835" y="40528"/>
                  </a:lnTo>
                  <a:lnTo>
                    <a:pt x="20264" y="276099"/>
                  </a:lnTo>
                  <a:lnTo>
                    <a:pt x="0" y="255835"/>
                  </a:lnTo>
                  <a:lnTo>
                    <a:pt x="255835" y="0"/>
                  </a:lnTo>
                  <a:lnTo>
                    <a:pt x="504071" y="245703"/>
                  </a:lnTo>
                  <a:lnTo>
                    <a:pt x="749773" y="0"/>
                  </a:lnTo>
                  <a:lnTo>
                    <a:pt x="995476" y="245703"/>
                  </a:lnTo>
                  <a:lnTo>
                    <a:pt x="1243712" y="0"/>
                  </a:lnTo>
                  <a:lnTo>
                    <a:pt x="1489414" y="245703"/>
                  </a:lnTo>
                  <a:lnTo>
                    <a:pt x="1735117" y="0"/>
                  </a:lnTo>
                  <a:lnTo>
                    <a:pt x="1990952" y="255835"/>
                  </a:lnTo>
                  <a:lnTo>
                    <a:pt x="1973221" y="276099"/>
                  </a:lnTo>
                  <a:lnTo>
                    <a:pt x="1735117" y="40528"/>
                  </a:lnTo>
                  <a:close/>
                </a:path>
              </a:pathLst>
            </a:custGeom>
            <a:grpFill/>
            <a:ln w="2532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5" name="Freeform: Shape 14">
              <a:extLst>
                <a:ext uri="{FF2B5EF4-FFF2-40B4-BE49-F238E27FC236}">
                  <a16:creationId xmlns:a16="http://schemas.microsoft.com/office/drawing/2014/main" id="{24A69059-7C49-49C6-B071-F2A9B558E029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2267504" y="2993660"/>
              <a:ext cx="1990951" cy="286230"/>
            </a:xfrm>
            <a:custGeom>
              <a:avLst/>
              <a:gdLst>
                <a:gd name="connsiteX0" fmla="*/ 1489414 w 1990951"/>
                <a:gd name="connsiteY0" fmla="*/ 286231 h 286230"/>
                <a:gd name="connsiteX1" fmla="*/ 1243712 w 1990951"/>
                <a:gd name="connsiteY1" fmla="*/ 40528 h 286230"/>
                <a:gd name="connsiteX2" fmla="*/ 995476 w 1990951"/>
                <a:gd name="connsiteY2" fmla="*/ 286231 h 286230"/>
                <a:gd name="connsiteX3" fmla="*/ 749773 w 1990951"/>
                <a:gd name="connsiteY3" fmla="*/ 40528 h 286230"/>
                <a:gd name="connsiteX4" fmla="*/ 504071 w 1990951"/>
                <a:gd name="connsiteY4" fmla="*/ 286231 h 286230"/>
                <a:gd name="connsiteX5" fmla="*/ 255835 w 1990951"/>
                <a:gd name="connsiteY5" fmla="*/ 40528 h 286230"/>
                <a:gd name="connsiteX6" fmla="*/ 20264 w 1990951"/>
                <a:gd name="connsiteY6" fmla="*/ 276099 h 286230"/>
                <a:gd name="connsiteX7" fmla="*/ 0 w 1990951"/>
                <a:gd name="connsiteY7" fmla="*/ 258368 h 286230"/>
                <a:gd name="connsiteX8" fmla="*/ 255835 w 1990951"/>
                <a:gd name="connsiteY8" fmla="*/ 0 h 286230"/>
                <a:gd name="connsiteX9" fmla="*/ 504071 w 1990951"/>
                <a:gd name="connsiteY9" fmla="*/ 248236 h 286230"/>
                <a:gd name="connsiteX10" fmla="*/ 749773 w 1990951"/>
                <a:gd name="connsiteY10" fmla="*/ 0 h 286230"/>
                <a:gd name="connsiteX11" fmla="*/ 995476 w 1990951"/>
                <a:gd name="connsiteY11" fmla="*/ 248236 h 286230"/>
                <a:gd name="connsiteX12" fmla="*/ 1243712 w 1990951"/>
                <a:gd name="connsiteY12" fmla="*/ 0 h 286230"/>
                <a:gd name="connsiteX13" fmla="*/ 1489414 w 1990951"/>
                <a:gd name="connsiteY13" fmla="*/ 248236 h 286230"/>
                <a:gd name="connsiteX14" fmla="*/ 1735117 w 1990951"/>
                <a:gd name="connsiteY14" fmla="*/ 0 h 286230"/>
                <a:gd name="connsiteX15" fmla="*/ 1990952 w 1990951"/>
                <a:gd name="connsiteY15" fmla="*/ 258368 h 286230"/>
                <a:gd name="connsiteX16" fmla="*/ 1973221 w 1990951"/>
                <a:gd name="connsiteY16" fmla="*/ 276099 h 286230"/>
                <a:gd name="connsiteX17" fmla="*/ 1735117 w 1990951"/>
                <a:gd name="connsiteY17" fmla="*/ 40528 h 28623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</a:cxnLst>
              <a:rect l="l" t="t" r="r" b="b"/>
              <a:pathLst>
                <a:path w="1990951" h="286230">
                  <a:moveTo>
                    <a:pt x="1489414" y="286231"/>
                  </a:moveTo>
                  <a:lnTo>
                    <a:pt x="1243712" y="40528"/>
                  </a:lnTo>
                  <a:lnTo>
                    <a:pt x="995476" y="286231"/>
                  </a:lnTo>
                  <a:lnTo>
                    <a:pt x="749773" y="40528"/>
                  </a:lnTo>
                  <a:lnTo>
                    <a:pt x="504071" y="286231"/>
                  </a:lnTo>
                  <a:lnTo>
                    <a:pt x="255835" y="40528"/>
                  </a:lnTo>
                  <a:lnTo>
                    <a:pt x="20264" y="276099"/>
                  </a:lnTo>
                  <a:lnTo>
                    <a:pt x="0" y="258368"/>
                  </a:lnTo>
                  <a:lnTo>
                    <a:pt x="255835" y="0"/>
                  </a:lnTo>
                  <a:lnTo>
                    <a:pt x="504071" y="248236"/>
                  </a:lnTo>
                  <a:lnTo>
                    <a:pt x="749773" y="0"/>
                  </a:lnTo>
                  <a:lnTo>
                    <a:pt x="995476" y="248236"/>
                  </a:lnTo>
                  <a:lnTo>
                    <a:pt x="1243712" y="0"/>
                  </a:lnTo>
                  <a:lnTo>
                    <a:pt x="1489414" y="248236"/>
                  </a:lnTo>
                  <a:lnTo>
                    <a:pt x="1735117" y="0"/>
                  </a:lnTo>
                  <a:lnTo>
                    <a:pt x="1990952" y="258368"/>
                  </a:lnTo>
                  <a:lnTo>
                    <a:pt x="1973221" y="276099"/>
                  </a:lnTo>
                  <a:lnTo>
                    <a:pt x="1735117" y="40528"/>
                  </a:lnTo>
                  <a:close/>
                </a:path>
              </a:pathLst>
            </a:custGeom>
            <a:grpFill/>
            <a:ln w="2532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</p:grpSp>
      <p:sp>
        <p:nvSpPr>
          <p:cNvPr id="17" name="Oval 16">
            <a:extLst>
              <a:ext uri="{FF2B5EF4-FFF2-40B4-BE49-F238E27FC236}">
                <a16:creationId xmlns:a16="http://schemas.microsoft.com/office/drawing/2014/main" id="{89D16701-DA76-4F72-BB63-E2C3FFBDFE0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06260" y="4752208"/>
            <a:ext cx="365021" cy="365021"/>
          </a:xfrm>
          <a:prstGeom prst="ellipse">
            <a:avLst/>
          </a:prstGeom>
          <a:solidFill>
            <a:srgbClr val="FFFFFF"/>
          </a:solidFill>
          <a:ln w="28575">
            <a:solidFill>
              <a:srgbClr val="FFFFFF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US"/>
          </a:p>
        </p:txBody>
      </p:sp>
      <p:sp>
        <p:nvSpPr>
          <p:cNvPr id="19" name="Oval 18">
            <a:extLst>
              <a:ext uri="{FF2B5EF4-FFF2-40B4-BE49-F238E27FC236}">
                <a16:creationId xmlns:a16="http://schemas.microsoft.com/office/drawing/2014/main" id="{1CC28BE1-9DC6-43FE-9582-39F091098D7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06260" y="4752208"/>
            <a:ext cx="365021" cy="365021"/>
          </a:xfrm>
          <a:prstGeom prst="ellipse">
            <a:avLst/>
          </a:prstGeom>
          <a:solidFill>
            <a:schemeClr val="accent6">
              <a:alpha val="30000"/>
            </a:schemeClr>
          </a:solidFill>
          <a:ln w="28575"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US"/>
          </a:p>
        </p:txBody>
      </p:sp>
      <p:grpSp>
        <p:nvGrpSpPr>
          <p:cNvPr id="21" name="Graphic 4">
            <a:extLst>
              <a:ext uri="{FF2B5EF4-FFF2-40B4-BE49-F238E27FC236}">
                <a16:creationId xmlns:a16="http://schemas.microsoft.com/office/drawing/2014/main" id="{AF9AF3F3-CE0C-4125-BDD7-346487FA0B4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4109667" y="5539935"/>
            <a:ext cx="975169" cy="975171"/>
            <a:chOff x="5829300" y="3162300"/>
            <a:chExt cx="532256" cy="532257"/>
          </a:xfrm>
          <a:solidFill>
            <a:schemeClr val="bg1"/>
          </a:solidFill>
        </p:grpSpPr>
        <p:sp>
          <p:nvSpPr>
            <p:cNvPr id="22" name="Freeform: Shape 21">
              <a:extLst>
                <a:ext uri="{FF2B5EF4-FFF2-40B4-BE49-F238E27FC236}">
                  <a16:creationId xmlns:a16="http://schemas.microsoft.com/office/drawing/2014/main" id="{B31DFBFA-CF4D-4940-9086-26F83E5C6BB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859208" y="3192208"/>
              <a:ext cx="112966" cy="112966"/>
            </a:xfrm>
            <a:custGeom>
              <a:avLst/>
              <a:gdLst>
                <a:gd name="connsiteX0" fmla="*/ 112967 w 112966"/>
                <a:gd name="connsiteY0" fmla="*/ 0 h 112966"/>
                <a:gd name="connsiteX1" fmla="*/ 0 w 112966"/>
                <a:gd name="connsiteY1" fmla="*/ 112967 h 112966"/>
                <a:gd name="connsiteX2" fmla="*/ 112967 w 112966"/>
                <a:gd name="connsiteY2" fmla="*/ 0 h 11296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12966" h="112966">
                  <a:moveTo>
                    <a:pt x="112967" y="0"/>
                  </a:moveTo>
                  <a:lnTo>
                    <a:pt x="0" y="112967"/>
                  </a:lnTo>
                  <a:cubicBezTo>
                    <a:pt x="25356" y="64747"/>
                    <a:pt x="64747" y="25356"/>
                    <a:pt x="112967" y="0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3" name="Freeform: Shape 22">
              <a:extLst>
                <a:ext uri="{FF2B5EF4-FFF2-40B4-BE49-F238E27FC236}">
                  <a16:creationId xmlns:a16="http://schemas.microsoft.com/office/drawing/2014/main" id="{27854033-BD20-4C77-8C5B-048F4B3BDD0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831205" y="3164205"/>
              <a:ext cx="230314" cy="230314"/>
            </a:xfrm>
            <a:custGeom>
              <a:avLst/>
              <a:gdLst>
                <a:gd name="connsiteX0" fmla="*/ 230314 w 230314"/>
                <a:gd name="connsiteY0" fmla="*/ 0 h 230314"/>
                <a:gd name="connsiteX1" fmla="*/ 0 w 230314"/>
                <a:gd name="connsiteY1" fmla="*/ 230314 h 230314"/>
                <a:gd name="connsiteX2" fmla="*/ 3524 w 230314"/>
                <a:gd name="connsiteY2" fmla="*/ 209550 h 230314"/>
                <a:gd name="connsiteX3" fmla="*/ 209550 w 230314"/>
                <a:gd name="connsiteY3" fmla="*/ 3524 h 230314"/>
                <a:gd name="connsiteX4" fmla="*/ 230314 w 230314"/>
                <a:gd name="connsiteY4" fmla="*/ 0 h 23031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230314" h="230314">
                  <a:moveTo>
                    <a:pt x="230314" y="0"/>
                  </a:moveTo>
                  <a:lnTo>
                    <a:pt x="0" y="230314"/>
                  </a:lnTo>
                  <a:cubicBezTo>
                    <a:pt x="953" y="223361"/>
                    <a:pt x="2095" y="216408"/>
                    <a:pt x="3524" y="209550"/>
                  </a:cubicBezTo>
                  <a:lnTo>
                    <a:pt x="209550" y="3524"/>
                  </a:lnTo>
                  <a:cubicBezTo>
                    <a:pt x="216408" y="2095"/>
                    <a:pt x="223361" y="953"/>
                    <a:pt x="230314" y="0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4" name="Freeform: Shape 23">
              <a:extLst>
                <a:ext uri="{FF2B5EF4-FFF2-40B4-BE49-F238E27FC236}">
                  <a16:creationId xmlns:a16="http://schemas.microsoft.com/office/drawing/2014/main" id="{BC93AA74-BEB3-444F-835B-7AA6ECE6178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829300" y="3162300"/>
              <a:ext cx="294131" cy="294131"/>
            </a:xfrm>
            <a:custGeom>
              <a:avLst/>
              <a:gdLst>
                <a:gd name="connsiteX0" fmla="*/ 294132 w 294131"/>
                <a:gd name="connsiteY0" fmla="*/ 1238 h 294131"/>
                <a:gd name="connsiteX1" fmla="*/ 1238 w 294131"/>
                <a:gd name="connsiteY1" fmla="*/ 294132 h 294131"/>
                <a:gd name="connsiteX2" fmla="*/ 0 w 294131"/>
                <a:gd name="connsiteY2" fmla="*/ 278225 h 294131"/>
                <a:gd name="connsiteX3" fmla="*/ 278225 w 294131"/>
                <a:gd name="connsiteY3" fmla="*/ 0 h 294131"/>
                <a:gd name="connsiteX4" fmla="*/ 294132 w 294131"/>
                <a:gd name="connsiteY4" fmla="*/ 1238 h 29413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294131" h="294131">
                  <a:moveTo>
                    <a:pt x="294132" y="1238"/>
                  </a:moveTo>
                  <a:lnTo>
                    <a:pt x="1238" y="294132"/>
                  </a:lnTo>
                  <a:cubicBezTo>
                    <a:pt x="667" y="288893"/>
                    <a:pt x="0" y="283559"/>
                    <a:pt x="0" y="278225"/>
                  </a:cubicBezTo>
                  <a:lnTo>
                    <a:pt x="278225" y="0"/>
                  </a:lnTo>
                  <a:cubicBezTo>
                    <a:pt x="283559" y="0"/>
                    <a:pt x="288893" y="667"/>
                    <a:pt x="294132" y="1238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5" name="Freeform: Shape 24">
              <a:extLst>
                <a:ext uri="{FF2B5EF4-FFF2-40B4-BE49-F238E27FC236}">
                  <a16:creationId xmlns:a16="http://schemas.microsoft.com/office/drawing/2014/main" id="{F00DF1C9-6952-4704-B8B3-95406E18E4C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837205" y="3170110"/>
              <a:ext cx="337184" cy="337280"/>
            </a:xfrm>
            <a:custGeom>
              <a:avLst/>
              <a:gdLst>
                <a:gd name="connsiteX0" fmla="*/ 337185 w 337184"/>
                <a:gd name="connsiteY0" fmla="*/ 3905 h 337280"/>
                <a:gd name="connsiteX1" fmla="*/ 3810 w 337184"/>
                <a:gd name="connsiteY1" fmla="*/ 337280 h 337280"/>
                <a:gd name="connsiteX2" fmla="*/ 0 w 337184"/>
                <a:gd name="connsiteY2" fmla="*/ 323850 h 337280"/>
                <a:gd name="connsiteX3" fmla="*/ 323850 w 337184"/>
                <a:gd name="connsiteY3" fmla="*/ 0 h 337280"/>
                <a:gd name="connsiteX4" fmla="*/ 337185 w 337184"/>
                <a:gd name="connsiteY4" fmla="*/ 3905 h 33728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37184" h="337280">
                  <a:moveTo>
                    <a:pt x="337185" y="3905"/>
                  </a:moveTo>
                  <a:lnTo>
                    <a:pt x="3810" y="337280"/>
                  </a:lnTo>
                  <a:cubicBezTo>
                    <a:pt x="2381" y="332899"/>
                    <a:pt x="1143" y="328422"/>
                    <a:pt x="0" y="323850"/>
                  </a:cubicBezTo>
                  <a:lnTo>
                    <a:pt x="323850" y="0"/>
                  </a:lnTo>
                  <a:cubicBezTo>
                    <a:pt x="328327" y="1715"/>
                    <a:pt x="332804" y="2477"/>
                    <a:pt x="337185" y="3905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6" name="Freeform: Shape 25">
              <a:extLst>
                <a:ext uri="{FF2B5EF4-FFF2-40B4-BE49-F238E27FC236}">
                  <a16:creationId xmlns:a16="http://schemas.microsoft.com/office/drawing/2014/main" id="{B34783FD-297C-40D2-964B-DBAE4DE2835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853207" y="3186207"/>
              <a:ext cx="364617" cy="364617"/>
            </a:xfrm>
            <a:custGeom>
              <a:avLst/>
              <a:gdLst>
                <a:gd name="connsiteX0" fmla="*/ 364617 w 364617"/>
                <a:gd name="connsiteY0" fmla="*/ 5620 h 364617"/>
                <a:gd name="connsiteX1" fmla="*/ 5620 w 364617"/>
                <a:gd name="connsiteY1" fmla="*/ 364617 h 364617"/>
                <a:gd name="connsiteX2" fmla="*/ 0 w 364617"/>
                <a:gd name="connsiteY2" fmla="*/ 353187 h 364617"/>
                <a:gd name="connsiteX3" fmla="*/ 353187 w 364617"/>
                <a:gd name="connsiteY3" fmla="*/ 0 h 364617"/>
                <a:gd name="connsiteX4" fmla="*/ 364617 w 364617"/>
                <a:gd name="connsiteY4" fmla="*/ 5620 h 36461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64617" h="364617">
                  <a:moveTo>
                    <a:pt x="364617" y="5620"/>
                  </a:moveTo>
                  <a:lnTo>
                    <a:pt x="5620" y="364617"/>
                  </a:lnTo>
                  <a:cubicBezTo>
                    <a:pt x="3620" y="360902"/>
                    <a:pt x="1715" y="357092"/>
                    <a:pt x="0" y="353187"/>
                  </a:cubicBezTo>
                  <a:lnTo>
                    <a:pt x="353187" y="0"/>
                  </a:lnTo>
                  <a:cubicBezTo>
                    <a:pt x="357092" y="1715"/>
                    <a:pt x="360902" y="3715"/>
                    <a:pt x="364617" y="5620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7" name="Freeform: Shape 26">
              <a:extLst>
                <a:ext uri="{FF2B5EF4-FFF2-40B4-BE49-F238E27FC236}">
                  <a16:creationId xmlns:a16="http://schemas.microsoft.com/office/drawing/2014/main" id="{DE621623-0357-4FD5-A1AC-40050102595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875305" y="3208305"/>
              <a:ext cx="380238" cy="380238"/>
            </a:xfrm>
            <a:custGeom>
              <a:avLst/>
              <a:gdLst>
                <a:gd name="connsiteX0" fmla="*/ 380238 w 380238"/>
                <a:gd name="connsiteY0" fmla="*/ 7239 h 380238"/>
                <a:gd name="connsiteX1" fmla="*/ 7239 w 380238"/>
                <a:gd name="connsiteY1" fmla="*/ 380238 h 380238"/>
                <a:gd name="connsiteX2" fmla="*/ 0 w 380238"/>
                <a:gd name="connsiteY2" fmla="*/ 370713 h 380238"/>
                <a:gd name="connsiteX3" fmla="*/ 370237 w 380238"/>
                <a:gd name="connsiteY3" fmla="*/ 0 h 380238"/>
                <a:gd name="connsiteX4" fmla="*/ 380238 w 380238"/>
                <a:gd name="connsiteY4" fmla="*/ 7239 h 38023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80238" h="380238">
                  <a:moveTo>
                    <a:pt x="380238" y="7239"/>
                  </a:moveTo>
                  <a:lnTo>
                    <a:pt x="7239" y="380238"/>
                  </a:lnTo>
                  <a:cubicBezTo>
                    <a:pt x="4763" y="377000"/>
                    <a:pt x="2381" y="373571"/>
                    <a:pt x="0" y="370713"/>
                  </a:cubicBezTo>
                  <a:lnTo>
                    <a:pt x="370237" y="0"/>
                  </a:lnTo>
                  <a:cubicBezTo>
                    <a:pt x="373571" y="2381"/>
                    <a:pt x="377000" y="4763"/>
                    <a:pt x="380238" y="7239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8" name="Freeform: Shape 27">
              <a:extLst>
                <a:ext uri="{FF2B5EF4-FFF2-40B4-BE49-F238E27FC236}">
                  <a16:creationId xmlns:a16="http://schemas.microsoft.com/office/drawing/2014/main" id="{024F346E-10A0-458F-A9CA-8C0079472F9F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902832" y="3235832"/>
              <a:ext cx="385191" cy="385191"/>
            </a:xfrm>
            <a:custGeom>
              <a:avLst/>
              <a:gdLst>
                <a:gd name="connsiteX0" fmla="*/ 380905 w 385191"/>
                <a:gd name="connsiteY0" fmla="*/ 4286 h 385191"/>
                <a:gd name="connsiteX1" fmla="*/ 385191 w 385191"/>
                <a:gd name="connsiteY1" fmla="*/ 8573 h 385191"/>
                <a:gd name="connsiteX2" fmla="*/ 8573 w 385191"/>
                <a:gd name="connsiteY2" fmla="*/ 385191 h 385191"/>
                <a:gd name="connsiteX3" fmla="*/ 4286 w 385191"/>
                <a:gd name="connsiteY3" fmla="*/ 380905 h 385191"/>
                <a:gd name="connsiteX4" fmla="*/ 0 w 385191"/>
                <a:gd name="connsiteY4" fmla="*/ 376523 h 385191"/>
                <a:gd name="connsiteX5" fmla="*/ 376523 w 385191"/>
                <a:gd name="connsiteY5" fmla="*/ 0 h 385191"/>
                <a:gd name="connsiteX6" fmla="*/ 380905 w 385191"/>
                <a:gd name="connsiteY6" fmla="*/ 4286 h 38519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385191" h="385191">
                  <a:moveTo>
                    <a:pt x="380905" y="4286"/>
                  </a:moveTo>
                  <a:lnTo>
                    <a:pt x="385191" y="8573"/>
                  </a:lnTo>
                  <a:lnTo>
                    <a:pt x="8573" y="385191"/>
                  </a:lnTo>
                  <a:lnTo>
                    <a:pt x="4286" y="380905"/>
                  </a:lnTo>
                  <a:cubicBezTo>
                    <a:pt x="2762" y="379476"/>
                    <a:pt x="1334" y="377952"/>
                    <a:pt x="0" y="376523"/>
                  </a:cubicBezTo>
                  <a:lnTo>
                    <a:pt x="376523" y="0"/>
                  </a:lnTo>
                  <a:cubicBezTo>
                    <a:pt x="377952" y="1334"/>
                    <a:pt x="379476" y="2667"/>
                    <a:pt x="380905" y="4286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9" name="Freeform: Shape 28">
              <a:extLst>
                <a:ext uri="{FF2B5EF4-FFF2-40B4-BE49-F238E27FC236}">
                  <a16:creationId xmlns:a16="http://schemas.microsoft.com/office/drawing/2014/main" id="{7937A2F7-01A9-47F3-BED6-B61D998408A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935789" y="3268313"/>
              <a:ext cx="379761" cy="380237"/>
            </a:xfrm>
            <a:custGeom>
              <a:avLst/>
              <a:gdLst>
                <a:gd name="connsiteX0" fmla="*/ 372428 w 379761"/>
                <a:gd name="connsiteY0" fmla="*/ 0 h 380237"/>
                <a:gd name="connsiteX1" fmla="*/ 379762 w 379761"/>
                <a:gd name="connsiteY1" fmla="*/ 9525 h 380237"/>
                <a:gd name="connsiteX2" fmla="*/ 9525 w 379761"/>
                <a:gd name="connsiteY2" fmla="*/ 380238 h 380237"/>
                <a:gd name="connsiteX3" fmla="*/ 0 w 379761"/>
                <a:gd name="connsiteY3" fmla="*/ 372904 h 38023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379761" h="380237">
                  <a:moveTo>
                    <a:pt x="372428" y="0"/>
                  </a:moveTo>
                  <a:cubicBezTo>
                    <a:pt x="374999" y="3239"/>
                    <a:pt x="377381" y="6572"/>
                    <a:pt x="379762" y="9525"/>
                  </a:cubicBezTo>
                  <a:lnTo>
                    <a:pt x="9525" y="380238"/>
                  </a:lnTo>
                  <a:cubicBezTo>
                    <a:pt x="6096" y="377857"/>
                    <a:pt x="2762" y="375476"/>
                    <a:pt x="0" y="372904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30" name="Freeform: Shape 29">
              <a:extLst>
                <a:ext uri="{FF2B5EF4-FFF2-40B4-BE49-F238E27FC236}">
                  <a16:creationId xmlns:a16="http://schemas.microsoft.com/office/drawing/2014/main" id="{5B44DAF8-5073-441A-82E1-180385D35F23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972841" y="3305841"/>
              <a:ext cx="364807" cy="364807"/>
            </a:xfrm>
            <a:custGeom>
              <a:avLst/>
              <a:gdLst>
                <a:gd name="connsiteX0" fmla="*/ 359188 w 364807"/>
                <a:gd name="connsiteY0" fmla="*/ 0 h 364807"/>
                <a:gd name="connsiteX1" fmla="*/ 364808 w 364807"/>
                <a:gd name="connsiteY1" fmla="*/ 11621 h 364807"/>
                <a:gd name="connsiteX2" fmla="*/ 11621 w 364807"/>
                <a:gd name="connsiteY2" fmla="*/ 364808 h 364807"/>
                <a:gd name="connsiteX3" fmla="*/ 0 w 364807"/>
                <a:gd name="connsiteY3" fmla="*/ 359188 h 36480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364807" h="364807">
                  <a:moveTo>
                    <a:pt x="359188" y="0"/>
                  </a:moveTo>
                  <a:cubicBezTo>
                    <a:pt x="361188" y="3905"/>
                    <a:pt x="362998" y="7715"/>
                    <a:pt x="364808" y="11621"/>
                  </a:cubicBezTo>
                  <a:lnTo>
                    <a:pt x="11621" y="364808"/>
                  </a:lnTo>
                  <a:cubicBezTo>
                    <a:pt x="7715" y="362998"/>
                    <a:pt x="3905" y="361188"/>
                    <a:pt x="0" y="359188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31" name="Freeform: Shape 30">
              <a:extLst>
                <a:ext uri="{FF2B5EF4-FFF2-40B4-BE49-F238E27FC236}">
                  <a16:creationId xmlns:a16="http://schemas.microsoft.com/office/drawing/2014/main" id="{52B0413D-0E36-4A90-8E6A-9EDC676A607B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016370" y="3349466"/>
              <a:ext cx="337280" cy="337280"/>
            </a:xfrm>
            <a:custGeom>
              <a:avLst/>
              <a:gdLst>
                <a:gd name="connsiteX0" fmla="*/ 333470 w 337280"/>
                <a:gd name="connsiteY0" fmla="*/ 0 h 337280"/>
                <a:gd name="connsiteX1" fmla="*/ 337280 w 337280"/>
                <a:gd name="connsiteY1" fmla="*/ 13430 h 337280"/>
                <a:gd name="connsiteX2" fmla="*/ 13430 w 337280"/>
                <a:gd name="connsiteY2" fmla="*/ 337280 h 337280"/>
                <a:gd name="connsiteX3" fmla="*/ 0 w 337280"/>
                <a:gd name="connsiteY3" fmla="*/ 333470 h 33728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337280" h="337280">
                  <a:moveTo>
                    <a:pt x="333470" y="0"/>
                  </a:moveTo>
                  <a:cubicBezTo>
                    <a:pt x="334899" y="4382"/>
                    <a:pt x="336137" y="8858"/>
                    <a:pt x="337280" y="13430"/>
                  </a:cubicBezTo>
                  <a:lnTo>
                    <a:pt x="13430" y="337280"/>
                  </a:lnTo>
                  <a:cubicBezTo>
                    <a:pt x="8858" y="336137"/>
                    <a:pt x="4382" y="334899"/>
                    <a:pt x="0" y="333470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32" name="Freeform: Shape 31">
              <a:extLst>
                <a:ext uri="{FF2B5EF4-FFF2-40B4-BE49-F238E27FC236}">
                  <a16:creationId xmlns:a16="http://schemas.microsoft.com/office/drawing/2014/main" id="{86059ECF-0D50-48AD-B67A-645EC29D336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067329" y="3400425"/>
              <a:ext cx="294227" cy="294132"/>
            </a:xfrm>
            <a:custGeom>
              <a:avLst/>
              <a:gdLst>
                <a:gd name="connsiteX0" fmla="*/ 292989 w 294227"/>
                <a:gd name="connsiteY0" fmla="*/ 0 h 294132"/>
                <a:gd name="connsiteX1" fmla="*/ 294227 w 294227"/>
                <a:gd name="connsiteY1" fmla="*/ 15907 h 294132"/>
                <a:gd name="connsiteX2" fmla="*/ 15907 w 294227"/>
                <a:gd name="connsiteY2" fmla="*/ 294132 h 294132"/>
                <a:gd name="connsiteX3" fmla="*/ 0 w 294227"/>
                <a:gd name="connsiteY3" fmla="*/ 292894 h 29413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94227" h="294132">
                  <a:moveTo>
                    <a:pt x="292989" y="0"/>
                  </a:moveTo>
                  <a:cubicBezTo>
                    <a:pt x="293561" y="5334"/>
                    <a:pt x="293942" y="10668"/>
                    <a:pt x="294227" y="15907"/>
                  </a:cubicBezTo>
                  <a:lnTo>
                    <a:pt x="15907" y="294132"/>
                  </a:lnTo>
                  <a:cubicBezTo>
                    <a:pt x="10668" y="294132"/>
                    <a:pt x="5334" y="293465"/>
                    <a:pt x="0" y="292894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33" name="Freeform: Shape 32">
              <a:extLst>
                <a:ext uri="{FF2B5EF4-FFF2-40B4-BE49-F238E27FC236}">
                  <a16:creationId xmlns:a16="http://schemas.microsoft.com/office/drawing/2014/main" id="{B394906F-6BF2-447E-9886-F12708E1289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129337" y="3462337"/>
              <a:ext cx="230314" cy="230314"/>
            </a:xfrm>
            <a:custGeom>
              <a:avLst/>
              <a:gdLst>
                <a:gd name="connsiteX0" fmla="*/ 230315 w 230314"/>
                <a:gd name="connsiteY0" fmla="*/ 0 h 230314"/>
                <a:gd name="connsiteX1" fmla="*/ 226886 w 230314"/>
                <a:gd name="connsiteY1" fmla="*/ 20574 h 230314"/>
                <a:gd name="connsiteX2" fmla="*/ 20669 w 230314"/>
                <a:gd name="connsiteY2" fmla="*/ 226790 h 230314"/>
                <a:gd name="connsiteX3" fmla="*/ 0 w 230314"/>
                <a:gd name="connsiteY3" fmla="*/ 230315 h 23031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30314" h="230314">
                  <a:moveTo>
                    <a:pt x="230315" y="0"/>
                  </a:moveTo>
                  <a:cubicBezTo>
                    <a:pt x="229457" y="6953"/>
                    <a:pt x="228314" y="13716"/>
                    <a:pt x="226886" y="20574"/>
                  </a:cubicBezTo>
                  <a:lnTo>
                    <a:pt x="20669" y="226790"/>
                  </a:lnTo>
                  <a:cubicBezTo>
                    <a:pt x="13811" y="228314"/>
                    <a:pt x="6953" y="229457"/>
                    <a:pt x="0" y="230315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34" name="Freeform: Shape 33">
              <a:extLst>
                <a:ext uri="{FF2B5EF4-FFF2-40B4-BE49-F238E27FC236}">
                  <a16:creationId xmlns:a16="http://schemas.microsoft.com/office/drawing/2014/main" id="{A45EB96B-215A-4EBF-A594-2B082223393E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218682" y="3551682"/>
              <a:ext cx="112871" cy="112871"/>
            </a:xfrm>
            <a:custGeom>
              <a:avLst/>
              <a:gdLst>
                <a:gd name="connsiteX0" fmla="*/ 112871 w 112871"/>
                <a:gd name="connsiteY0" fmla="*/ 0 h 112871"/>
                <a:gd name="connsiteX1" fmla="*/ 0 w 112871"/>
                <a:gd name="connsiteY1" fmla="*/ 112871 h 11287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112871" h="112871">
                  <a:moveTo>
                    <a:pt x="112871" y="0"/>
                  </a:moveTo>
                  <a:cubicBezTo>
                    <a:pt x="87618" y="48239"/>
                    <a:pt x="48239" y="87618"/>
                    <a:pt x="0" y="112871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</p:grpSp>
      <p:graphicFrame>
        <p:nvGraphicFramePr>
          <p:cNvPr id="5" name="Text Placeholder 2">
            <a:extLst>
              <a:ext uri="{FF2B5EF4-FFF2-40B4-BE49-F238E27FC236}">
                <a16:creationId xmlns:a16="http://schemas.microsoft.com/office/drawing/2014/main" id="{14373B46-A28F-BF1A-35FE-35D28B9294F2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113966031"/>
              </p:ext>
            </p:extLst>
          </p:nvPr>
        </p:nvGraphicFramePr>
        <p:xfrm>
          <a:off x="5484139" y="477540"/>
          <a:ext cx="6301601" cy="5878809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3406085634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9" name="Rectangle 8">
            <a:extLst>
              <a:ext uri="{FF2B5EF4-FFF2-40B4-BE49-F238E27FC236}">
                <a16:creationId xmlns:a16="http://schemas.microsoft.com/office/drawing/2014/main" id="{0C541B88-1AE9-40C3-AFD5-967787C1979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E5F17139-31EE-46AC-B04F-DBBD852DD6C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4890596" cy="6858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6BDEEAF2-3532-70AA-2D95-1AA78AFF29D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1195697"/>
            <a:ext cx="3200400" cy="4238118"/>
          </a:xfrm>
        </p:spPr>
        <p:txBody>
          <a:bodyPr vert="horz" lIns="91440" tIns="45720" rIns="91440" bIns="45720" rtlCol="0" anchor="ctr">
            <a:normAutofit/>
          </a:bodyPr>
          <a:lstStyle/>
          <a:p>
            <a:pPr marR="0"/>
            <a:r>
              <a:rPr lang="en-US" b="0" i="0" u="none" strike="noStrike" kern="1200" baseline="0">
                <a:solidFill>
                  <a:schemeClr val="bg1"/>
                </a:solidFill>
                <a:latin typeface="+mj-lt"/>
                <a:ea typeface="+mj-ea"/>
                <a:cs typeface="+mj-cs"/>
              </a:rPr>
              <a:t>Load Balancing</a:t>
            </a:r>
          </a:p>
        </p:txBody>
      </p:sp>
      <p:grpSp>
        <p:nvGrpSpPr>
          <p:cNvPr id="13" name="Graphic 38">
            <a:extLst>
              <a:ext uri="{FF2B5EF4-FFF2-40B4-BE49-F238E27FC236}">
                <a16:creationId xmlns:a16="http://schemas.microsoft.com/office/drawing/2014/main" id="{7CF625D3-71A3-4F30-A096-8EF334E959D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0" y="202912"/>
            <a:ext cx="1910252" cy="709660"/>
            <a:chOff x="2267504" y="2540250"/>
            <a:chExt cx="1990951" cy="739640"/>
          </a:xfrm>
          <a:solidFill>
            <a:schemeClr val="bg1"/>
          </a:solidFill>
        </p:grpSpPr>
        <p:sp>
          <p:nvSpPr>
            <p:cNvPr id="14" name="Freeform: Shape 13">
              <a:extLst>
                <a:ext uri="{FF2B5EF4-FFF2-40B4-BE49-F238E27FC236}">
                  <a16:creationId xmlns:a16="http://schemas.microsoft.com/office/drawing/2014/main" id="{C6754E2F-F56E-4BA3-99DD-8EBF110E343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2267504" y="2540250"/>
              <a:ext cx="1990951" cy="286230"/>
            </a:xfrm>
            <a:custGeom>
              <a:avLst/>
              <a:gdLst>
                <a:gd name="connsiteX0" fmla="*/ 1489414 w 1990951"/>
                <a:gd name="connsiteY0" fmla="*/ 286231 h 286230"/>
                <a:gd name="connsiteX1" fmla="*/ 1243712 w 1990951"/>
                <a:gd name="connsiteY1" fmla="*/ 40528 h 286230"/>
                <a:gd name="connsiteX2" fmla="*/ 995476 w 1990951"/>
                <a:gd name="connsiteY2" fmla="*/ 286231 h 286230"/>
                <a:gd name="connsiteX3" fmla="*/ 749773 w 1990951"/>
                <a:gd name="connsiteY3" fmla="*/ 40528 h 286230"/>
                <a:gd name="connsiteX4" fmla="*/ 504071 w 1990951"/>
                <a:gd name="connsiteY4" fmla="*/ 286231 h 286230"/>
                <a:gd name="connsiteX5" fmla="*/ 255835 w 1990951"/>
                <a:gd name="connsiteY5" fmla="*/ 40528 h 286230"/>
                <a:gd name="connsiteX6" fmla="*/ 20264 w 1990951"/>
                <a:gd name="connsiteY6" fmla="*/ 276099 h 286230"/>
                <a:gd name="connsiteX7" fmla="*/ 0 w 1990951"/>
                <a:gd name="connsiteY7" fmla="*/ 255835 h 286230"/>
                <a:gd name="connsiteX8" fmla="*/ 255835 w 1990951"/>
                <a:gd name="connsiteY8" fmla="*/ 0 h 286230"/>
                <a:gd name="connsiteX9" fmla="*/ 504071 w 1990951"/>
                <a:gd name="connsiteY9" fmla="*/ 245703 h 286230"/>
                <a:gd name="connsiteX10" fmla="*/ 749773 w 1990951"/>
                <a:gd name="connsiteY10" fmla="*/ 0 h 286230"/>
                <a:gd name="connsiteX11" fmla="*/ 995476 w 1990951"/>
                <a:gd name="connsiteY11" fmla="*/ 245703 h 286230"/>
                <a:gd name="connsiteX12" fmla="*/ 1243712 w 1990951"/>
                <a:gd name="connsiteY12" fmla="*/ 0 h 286230"/>
                <a:gd name="connsiteX13" fmla="*/ 1489414 w 1990951"/>
                <a:gd name="connsiteY13" fmla="*/ 245703 h 286230"/>
                <a:gd name="connsiteX14" fmla="*/ 1735117 w 1990951"/>
                <a:gd name="connsiteY14" fmla="*/ 0 h 286230"/>
                <a:gd name="connsiteX15" fmla="*/ 1990952 w 1990951"/>
                <a:gd name="connsiteY15" fmla="*/ 255835 h 286230"/>
                <a:gd name="connsiteX16" fmla="*/ 1973221 w 1990951"/>
                <a:gd name="connsiteY16" fmla="*/ 276099 h 286230"/>
                <a:gd name="connsiteX17" fmla="*/ 1735117 w 1990951"/>
                <a:gd name="connsiteY17" fmla="*/ 40528 h 28623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</a:cxnLst>
              <a:rect l="l" t="t" r="r" b="b"/>
              <a:pathLst>
                <a:path w="1990951" h="286230">
                  <a:moveTo>
                    <a:pt x="1489414" y="286231"/>
                  </a:moveTo>
                  <a:lnTo>
                    <a:pt x="1243712" y="40528"/>
                  </a:lnTo>
                  <a:lnTo>
                    <a:pt x="995476" y="286231"/>
                  </a:lnTo>
                  <a:lnTo>
                    <a:pt x="749773" y="40528"/>
                  </a:lnTo>
                  <a:lnTo>
                    <a:pt x="504071" y="286231"/>
                  </a:lnTo>
                  <a:lnTo>
                    <a:pt x="255835" y="40528"/>
                  </a:lnTo>
                  <a:lnTo>
                    <a:pt x="20264" y="276099"/>
                  </a:lnTo>
                  <a:lnTo>
                    <a:pt x="0" y="255835"/>
                  </a:lnTo>
                  <a:lnTo>
                    <a:pt x="255835" y="0"/>
                  </a:lnTo>
                  <a:lnTo>
                    <a:pt x="504071" y="245703"/>
                  </a:lnTo>
                  <a:lnTo>
                    <a:pt x="749773" y="0"/>
                  </a:lnTo>
                  <a:lnTo>
                    <a:pt x="995476" y="245703"/>
                  </a:lnTo>
                  <a:lnTo>
                    <a:pt x="1243712" y="0"/>
                  </a:lnTo>
                  <a:lnTo>
                    <a:pt x="1489414" y="245703"/>
                  </a:lnTo>
                  <a:lnTo>
                    <a:pt x="1735117" y="0"/>
                  </a:lnTo>
                  <a:lnTo>
                    <a:pt x="1990952" y="255835"/>
                  </a:lnTo>
                  <a:lnTo>
                    <a:pt x="1973221" y="276099"/>
                  </a:lnTo>
                  <a:lnTo>
                    <a:pt x="1735117" y="40528"/>
                  </a:lnTo>
                  <a:close/>
                </a:path>
              </a:pathLst>
            </a:custGeom>
            <a:grpFill/>
            <a:ln w="2532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5" name="Freeform: Shape 14">
              <a:extLst>
                <a:ext uri="{FF2B5EF4-FFF2-40B4-BE49-F238E27FC236}">
                  <a16:creationId xmlns:a16="http://schemas.microsoft.com/office/drawing/2014/main" id="{24A69059-7C49-49C6-B071-F2A9B558E029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2267504" y="2993660"/>
              <a:ext cx="1990951" cy="286230"/>
            </a:xfrm>
            <a:custGeom>
              <a:avLst/>
              <a:gdLst>
                <a:gd name="connsiteX0" fmla="*/ 1489414 w 1990951"/>
                <a:gd name="connsiteY0" fmla="*/ 286231 h 286230"/>
                <a:gd name="connsiteX1" fmla="*/ 1243712 w 1990951"/>
                <a:gd name="connsiteY1" fmla="*/ 40528 h 286230"/>
                <a:gd name="connsiteX2" fmla="*/ 995476 w 1990951"/>
                <a:gd name="connsiteY2" fmla="*/ 286231 h 286230"/>
                <a:gd name="connsiteX3" fmla="*/ 749773 w 1990951"/>
                <a:gd name="connsiteY3" fmla="*/ 40528 h 286230"/>
                <a:gd name="connsiteX4" fmla="*/ 504071 w 1990951"/>
                <a:gd name="connsiteY4" fmla="*/ 286231 h 286230"/>
                <a:gd name="connsiteX5" fmla="*/ 255835 w 1990951"/>
                <a:gd name="connsiteY5" fmla="*/ 40528 h 286230"/>
                <a:gd name="connsiteX6" fmla="*/ 20264 w 1990951"/>
                <a:gd name="connsiteY6" fmla="*/ 276099 h 286230"/>
                <a:gd name="connsiteX7" fmla="*/ 0 w 1990951"/>
                <a:gd name="connsiteY7" fmla="*/ 258368 h 286230"/>
                <a:gd name="connsiteX8" fmla="*/ 255835 w 1990951"/>
                <a:gd name="connsiteY8" fmla="*/ 0 h 286230"/>
                <a:gd name="connsiteX9" fmla="*/ 504071 w 1990951"/>
                <a:gd name="connsiteY9" fmla="*/ 248236 h 286230"/>
                <a:gd name="connsiteX10" fmla="*/ 749773 w 1990951"/>
                <a:gd name="connsiteY10" fmla="*/ 0 h 286230"/>
                <a:gd name="connsiteX11" fmla="*/ 995476 w 1990951"/>
                <a:gd name="connsiteY11" fmla="*/ 248236 h 286230"/>
                <a:gd name="connsiteX12" fmla="*/ 1243712 w 1990951"/>
                <a:gd name="connsiteY12" fmla="*/ 0 h 286230"/>
                <a:gd name="connsiteX13" fmla="*/ 1489414 w 1990951"/>
                <a:gd name="connsiteY13" fmla="*/ 248236 h 286230"/>
                <a:gd name="connsiteX14" fmla="*/ 1735117 w 1990951"/>
                <a:gd name="connsiteY14" fmla="*/ 0 h 286230"/>
                <a:gd name="connsiteX15" fmla="*/ 1990952 w 1990951"/>
                <a:gd name="connsiteY15" fmla="*/ 258368 h 286230"/>
                <a:gd name="connsiteX16" fmla="*/ 1973221 w 1990951"/>
                <a:gd name="connsiteY16" fmla="*/ 276099 h 286230"/>
                <a:gd name="connsiteX17" fmla="*/ 1735117 w 1990951"/>
                <a:gd name="connsiteY17" fmla="*/ 40528 h 28623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</a:cxnLst>
              <a:rect l="l" t="t" r="r" b="b"/>
              <a:pathLst>
                <a:path w="1990951" h="286230">
                  <a:moveTo>
                    <a:pt x="1489414" y="286231"/>
                  </a:moveTo>
                  <a:lnTo>
                    <a:pt x="1243712" y="40528"/>
                  </a:lnTo>
                  <a:lnTo>
                    <a:pt x="995476" y="286231"/>
                  </a:lnTo>
                  <a:lnTo>
                    <a:pt x="749773" y="40528"/>
                  </a:lnTo>
                  <a:lnTo>
                    <a:pt x="504071" y="286231"/>
                  </a:lnTo>
                  <a:lnTo>
                    <a:pt x="255835" y="40528"/>
                  </a:lnTo>
                  <a:lnTo>
                    <a:pt x="20264" y="276099"/>
                  </a:lnTo>
                  <a:lnTo>
                    <a:pt x="0" y="258368"/>
                  </a:lnTo>
                  <a:lnTo>
                    <a:pt x="255835" y="0"/>
                  </a:lnTo>
                  <a:lnTo>
                    <a:pt x="504071" y="248236"/>
                  </a:lnTo>
                  <a:lnTo>
                    <a:pt x="749773" y="0"/>
                  </a:lnTo>
                  <a:lnTo>
                    <a:pt x="995476" y="248236"/>
                  </a:lnTo>
                  <a:lnTo>
                    <a:pt x="1243712" y="0"/>
                  </a:lnTo>
                  <a:lnTo>
                    <a:pt x="1489414" y="248236"/>
                  </a:lnTo>
                  <a:lnTo>
                    <a:pt x="1735117" y="0"/>
                  </a:lnTo>
                  <a:lnTo>
                    <a:pt x="1990952" y="258368"/>
                  </a:lnTo>
                  <a:lnTo>
                    <a:pt x="1973221" y="276099"/>
                  </a:lnTo>
                  <a:lnTo>
                    <a:pt x="1735117" y="40528"/>
                  </a:lnTo>
                  <a:close/>
                </a:path>
              </a:pathLst>
            </a:custGeom>
            <a:grpFill/>
            <a:ln w="2532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</p:grpSp>
      <p:sp>
        <p:nvSpPr>
          <p:cNvPr id="17" name="Oval 16">
            <a:extLst>
              <a:ext uri="{FF2B5EF4-FFF2-40B4-BE49-F238E27FC236}">
                <a16:creationId xmlns:a16="http://schemas.microsoft.com/office/drawing/2014/main" id="{89D16701-DA76-4F72-BB63-E2C3FFBDFE0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06260" y="4752208"/>
            <a:ext cx="365021" cy="365021"/>
          </a:xfrm>
          <a:prstGeom prst="ellipse">
            <a:avLst/>
          </a:prstGeom>
          <a:solidFill>
            <a:srgbClr val="FFFFFF"/>
          </a:solidFill>
          <a:ln w="28575">
            <a:solidFill>
              <a:srgbClr val="FFFFFF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US"/>
          </a:p>
        </p:txBody>
      </p:sp>
      <p:sp>
        <p:nvSpPr>
          <p:cNvPr id="19" name="Oval 18">
            <a:extLst>
              <a:ext uri="{FF2B5EF4-FFF2-40B4-BE49-F238E27FC236}">
                <a16:creationId xmlns:a16="http://schemas.microsoft.com/office/drawing/2014/main" id="{1CC28BE1-9DC6-43FE-9582-39F091098D7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06260" y="4752208"/>
            <a:ext cx="365021" cy="365021"/>
          </a:xfrm>
          <a:prstGeom prst="ellipse">
            <a:avLst/>
          </a:prstGeom>
          <a:solidFill>
            <a:schemeClr val="accent6">
              <a:alpha val="30000"/>
            </a:schemeClr>
          </a:solidFill>
          <a:ln w="28575"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US"/>
          </a:p>
        </p:txBody>
      </p:sp>
      <p:grpSp>
        <p:nvGrpSpPr>
          <p:cNvPr id="21" name="Graphic 4">
            <a:extLst>
              <a:ext uri="{FF2B5EF4-FFF2-40B4-BE49-F238E27FC236}">
                <a16:creationId xmlns:a16="http://schemas.microsoft.com/office/drawing/2014/main" id="{AF9AF3F3-CE0C-4125-BDD7-346487FA0B4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4109667" y="5539935"/>
            <a:ext cx="975169" cy="975171"/>
            <a:chOff x="5829300" y="3162300"/>
            <a:chExt cx="532256" cy="532257"/>
          </a:xfrm>
          <a:solidFill>
            <a:schemeClr val="bg1"/>
          </a:solidFill>
        </p:grpSpPr>
        <p:sp>
          <p:nvSpPr>
            <p:cNvPr id="22" name="Freeform: Shape 21">
              <a:extLst>
                <a:ext uri="{FF2B5EF4-FFF2-40B4-BE49-F238E27FC236}">
                  <a16:creationId xmlns:a16="http://schemas.microsoft.com/office/drawing/2014/main" id="{B31DFBFA-CF4D-4940-9086-26F83E5C6BB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859208" y="3192208"/>
              <a:ext cx="112966" cy="112966"/>
            </a:xfrm>
            <a:custGeom>
              <a:avLst/>
              <a:gdLst>
                <a:gd name="connsiteX0" fmla="*/ 112967 w 112966"/>
                <a:gd name="connsiteY0" fmla="*/ 0 h 112966"/>
                <a:gd name="connsiteX1" fmla="*/ 0 w 112966"/>
                <a:gd name="connsiteY1" fmla="*/ 112967 h 112966"/>
                <a:gd name="connsiteX2" fmla="*/ 112967 w 112966"/>
                <a:gd name="connsiteY2" fmla="*/ 0 h 11296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12966" h="112966">
                  <a:moveTo>
                    <a:pt x="112967" y="0"/>
                  </a:moveTo>
                  <a:lnTo>
                    <a:pt x="0" y="112967"/>
                  </a:lnTo>
                  <a:cubicBezTo>
                    <a:pt x="25356" y="64747"/>
                    <a:pt x="64747" y="25356"/>
                    <a:pt x="112967" y="0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3" name="Freeform: Shape 22">
              <a:extLst>
                <a:ext uri="{FF2B5EF4-FFF2-40B4-BE49-F238E27FC236}">
                  <a16:creationId xmlns:a16="http://schemas.microsoft.com/office/drawing/2014/main" id="{27854033-BD20-4C77-8C5B-048F4B3BDD0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831205" y="3164205"/>
              <a:ext cx="230314" cy="230314"/>
            </a:xfrm>
            <a:custGeom>
              <a:avLst/>
              <a:gdLst>
                <a:gd name="connsiteX0" fmla="*/ 230314 w 230314"/>
                <a:gd name="connsiteY0" fmla="*/ 0 h 230314"/>
                <a:gd name="connsiteX1" fmla="*/ 0 w 230314"/>
                <a:gd name="connsiteY1" fmla="*/ 230314 h 230314"/>
                <a:gd name="connsiteX2" fmla="*/ 3524 w 230314"/>
                <a:gd name="connsiteY2" fmla="*/ 209550 h 230314"/>
                <a:gd name="connsiteX3" fmla="*/ 209550 w 230314"/>
                <a:gd name="connsiteY3" fmla="*/ 3524 h 230314"/>
                <a:gd name="connsiteX4" fmla="*/ 230314 w 230314"/>
                <a:gd name="connsiteY4" fmla="*/ 0 h 23031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230314" h="230314">
                  <a:moveTo>
                    <a:pt x="230314" y="0"/>
                  </a:moveTo>
                  <a:lnTo>
                    <a:pt x="0" y="230314"/>
                  </a:lnTo>
                  <a:cubicBezTo>
                    <a:pt x="953" y="223361"/>
                    <a:pt x="2095" y="216408"/>
                    <a:pt x="3524" y="209550"/>
                  </a:cubicBezTo>
                  <a:lnTo>
                    <a:pt x="209550" y="3524"/>
                  </a:lnTo>
                  <a:cubicBezTo>
                    <a:pt x="216408" y="2095"/>
                    <a:pt x="223361" y="953"/>
                    <a:pt x="230314" y="0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4" name="Freeform: Shape 23">
              <a:extLst>
                <a:ext uri="{FF2B5EF4-FFF2-40B4-BE49-F238E27FC236}">
                  <a16:creationId xmlns:a16="http://schemas.microsoft.com/office/drawing/2014/main" id="{BC93AA74-BEB3-444F-835B-7AA6ECE6178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829300" y="3162300"/>
              <a:ext cx="294131" cy="294131"/>
            </a:xfrm>
            <a:custGeom>
              <a:avLst/>
              <a:gdLst>
                <a:gd name="connsiteX0" fmla="*/ 294132 w 294131"/>
                <a:gd name="connsiteY0" fmla="*/ 1238 h 294131"/>
                <a:gd name="connsiteX1" fmla="*/ 1238 w 294131"/>
                <a:gd name="connsiteY1" fmla="*/ 294132 h 294131"/>
                <a:gd name="connsiteX2" fmla="*/ 0 w 294131"/>
                <a:gd name="connsiteY2" fmla="*/ 278225 h 294131"/>
                <a:gd name="connsiteX3" fmla="*/ 278225 w 294131"/>
                <a:gd name="connsiteY3" fmla="*/ 0 h 294131"/>
                <a:gd name="connsiteX4" fmla="*/ 294132 w 294131"/>
                <a:gd name="connsiteY4" fmla="*/ 1238 h 29413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294131" h="294131">
                  <a:moveTo>
                    <a:pt x="294132" y="1238"/>
                  </a:moveTo>
                  <a:lnTo>
                    <a:pt x="1238" y="294132"/>
                  </a:lnTo>
                  <a:cubicBezTo>
                    <a:pt x="667" y="288893"/>
                    <a:pt x="0" y="283559"/>
                    <a:pt x="0" y="278225"/>
                  </a:cubicBezTo>
                  <a:lnTo>
                    <a:pt x="278225" y="0"/>
                  </a:lnTo>
                  <a:cubicBezTo>
                    <a:pt x="283559" y="0"/>
                    <a:pt x="288893" y="667"/>
                    <a:pt x="294132" y="1238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5" name="Freeform: Shape 24">
              <a:extLst>
                <a:ext uri="{FF2B5EF4-FFF2-40B4-BE49-F238E27FC236}">
                  <a16:creationId xmlns:a16="http://schemas.microsoft.com/office/drawing/2014/main" id="{F00DF1C9-6952-4704-B8B3-95406E18E4C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837205" y="3170110"/>
              <a:ext cx="337184" cy="337280"/>
            </a:xfrm>
            <a:custGeom>
              <a:avLst/>
              <a:gdLst>
                <a:gd name="connsiteX0" fmla="*/ 337185 w 337184"/>
                <a:gd name="connsiteY0" fmla="*/ 3905 h 337280"/>
                <a:gd name="connsiteX1" fmla="*/ 3810 w 337184"/>
                <a:gd name="connsiteY1" fmla="*/ 337280 h 337280"/>
                <a:gd name="connsiteX2" fmla="*/ 0 w 337184"/>
                <a:gd name="connsiteY2" fmla="*/ 323850 h 337280"/>
                <a:gd name="connsiteX3" fmla="*/ 323850 w 337184"/>
                <a:gd name="connsiteY3" fmla="*/ 0 h 337280"/>
                <a:gd name="connsiteX4" fmla="*/ 337185 w 337184"/>
                <a:gd name="connsiteY4" fmla="*/ 3905 h 33728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37184" h="337280">
                  <a:moveTo>
                    <a:pt x="337185" y="3905"/>
                  </a:moveTo>
                  <a:lnTo>
                    <a:pt x="3810" y="337280"/>
                  </a:lnTo>
                  <a:cubicBezTo>
                    <a:pt x="2381" y="332899"/>
                    <a:pt x="1143" y="328422"/>
                    <a:pt x="0" y="323850"/>
                  </a:cubicBezTo>
                  <a:lnTo>
                    <a:pt x="323850" y="0"/>
                  </a:lnTo>
                  <a:cubicBezTo>
                    <a:pt x="328327" y="1715"/>
                    <a:pt x="332804" y="2477"/>
                    <a:pt x="337185" y="3905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6" name="Freeform: Shape 25">
              <a:extLst>
                <a:ext uri="{FF2B5EF4-FFF2-40B4-BE49-F238E27FC236}">
                  <a16:creationId xmlns:a16="http://schemas.microsoft.com/office/drawing/2014/main" id="{B34783FD-297C-40D2-964B-DBAE4DE2835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853207" y="3186207"/>
              <a:ext cx="364617" cy="364617"/>
            </a:xfrm>
            <a:custGeom>
              <a:avLst/>
              <a:gdLst>
                <a:gd name="connsiteX0" fmla="*/ 364617 w 364617"/>
                <a:gd name="connsiteY0" fmla="*/ 5620 h 364617"/>
                <a:gd name="connsiteX1" fmla="*/ 5620 w 364617"/>
                <a:gd name="connsiteY1" fmla="*/ 364617 h 364617"/>
                <a:gd name="connsiteX2" fmla="*/ 0 w 364617"/>
                <a:gd name="connsiteY2" fmla="*/ 353187 h 364617"/>
                <a:gd name="connsiteX3" fmla="*/ 353187 w 364617"/>
                <a:gd name="connsiteY3" fmla="*/ 0 h 364617"/>
                <a:gd name="connsiteX4" fmla="*/ 364617 w 364617"/>
                <a:gd name="connsiteY4" fmla="*/ 5620 h 36461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64617" h="364617">
                  <a:moveTo>
                    <a:pt x="364617" y="5620"/>
                  </a:moveTo>
                  <a:lnTo>
                    <a:pt x="5620" y="364617"/>
                  </a:lnTo>
                  <a:cubicBezTo>
                    <a:pt x="3620" y="360902"/>
                    <a:pt x="1715" y="357092"/>
                    <a:pt x="0" y="353187"/>
                  </a:cubicBezTo>
                  <a:lnTo>
                    <a:pt x="353187" y="0"/>
                  </a:lnTo>
                  <a:cubicBezTo>
                    <a:pt x="357092" y="1715"/>
                    <a:pt x="360902" y="3715"/>
                    <a:pt x="364617" y="5620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7" name="Freeform: Shape 26">
              <a:extLst>
                <a:ext uri="{FF2B5EF4-FFF2-40B4-BE49-F238E27FC236}">
                  <a16:creationId xmlns:a16="http://schemas.microsoft.com/office/drawing/2014/main" id="{DE621623-0357-4FD5-A1AC-40050102595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875305" y="3208305"/>
              <a:ext cx="380238" cy="380238"/>
            </a:xfrm>
            <a:custGeom>
              <a:avLst/>
              <a:gdLst>
                <a:gd name="connsiteX0" fmla="*/ 380238 w 380238"/>
                <a:gd name="connsiteY0" fmla="*/ 7239 h 380238"/>
                <a:gd name="connsiteX1" fmla="*/ 7239 w 380238"/>
                <a:gd name="connsiteY1" fmla="*/ 380238 h 380238"/>
                <a:gd name="connsiteX2" fmla="*/ 0 w 380238"/>
                <a:gd name="connsiteY2" fmla="*/ 370713 h 380238"/>
                <a:gd name="connsiteX3" fmla="*/ 370237 w 380238"/>
                <a:gd name="connsiteY3" fmla="*/ 0 h 380238"/>
                <a:gd name="connsiteX4" fmla="*/ 380238 w 380238"/>
                <a:gd name="connsiteY4" fmla="*/ 7239 h 38023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80238" h="380238">
                  <a:moveTo>
                    <a:pt x="380238" y="7239"/>
                  </a:moveTo>
                  <a:lnTo>
                    <a:pt x="7239" y="380238"/>
                  </a:lnTo>
                  <a:cubicBezTo>
                    <a:pt x="4763" y="377000"/>
                    <a:pt x="2381" y="373571"/>
                    <a:pt x="0" y="370713"/>
                  </a:cubicBezTo>
                  <a:lnTo>
                    <a:pt x="370237" y="0"/>
                  </a:lnTo>
                  <a:cubicBezTo>
                    <a:pt x="373571" y="2381"/>
                    <a:pt x="377000" y="4763"/>
                    <a:pt x="380238" y="7239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8" name="Freeform: Shape 27">
              <a:extLst>
                <a:ext uri="{FF2B5EF4-FFF2-40B4-BE49-F238E27FC236}">
                  <a16:creationId xmlns:a16="http://schemas.microsoft.com/office/drawing/2014/main" id="{024F346E-10A0-458F-A9CA-8C0079472F9F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902832" y="3235832"/>
              <a:ext cx="385191" cy="385191"/>
            </a:xfrm>
            <a:custGeom>
              <a:avLst/>
              <a:gdLst>
                <a:gd name="connsiteX0" fmla="*/ 380905 w 385191"/>
                <a:gd name="connsiteY0" fmla="*/ 4286 h 385191"/>
                <a:gd name="connsiteX1" fmla="*/ 385191 w 385191"/>
                <a:gd name="connsiteY1" fmla="*/ 8573 h 385191"/>
                <a:gd name="connsiteX2" fmla="*/ 8573 w 385191"/>
                <a:gd name="connsiteY2" fmla="*/ 385191 h 385191"/>
                <a:gd name="connsiteX3" fmla="*/ 4286 w 385191"/>
                <a:gd name="connsiteY3" fmla="*/ 380905 h 385191"/>
                <a:gd name="connsiteX4" fmla="*/ 0 w 385191"/>
                <a:gd name="connsiteY4" fmla="*/ 376523 h 385191"/>
                <a:gd name="connsiteX5" fmla="*/ 376523 w 385191"/>
                <a:gd name="connsiteY5" fmla="*/ 0 h 385191"/>
                <a:gd name="connsiteX6" fmla="*/ 380905 w 385191"/>
                <a:gd name="connsiteY6" fmla="*/ 4286 h 38519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385191" h="385191">
                  <a:moveTo>
                    <a:pt x="380905" y="4286"/>
                  </a:moveTo>
                  <a:lnTo>
                    <a:pt x="385191" y="8573"/>
                  </a:lnTo>
                  <a:lnTo>
                    <a:pt x="8573" y="385191"/>
                  </a:lnTo>
                  <a:lnTo>
                    <a:pt x="4286" y="380905"/>
                  </a:lnTo>
                  <a:cubicBezTo>
                    <a:pt x="2762" y="379476"/>
                    <a:pt x="1334" y="377952"/>
                    <a:pt x="0" y="376523"/>
                  </a:cubicBezTo>
                  <a:lnTo>
                    <a:pt x="376523" y="0"/>
                  </a:lnTo>
                  <a:cubicBezTo>
                    <a:pt x="377952" y="1334"/>
                    <a:pt x="379476" y="2667"/>
                    <a:pt x="380905" y="4286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9" name="Freeform: Shape 28">
              <a:extLst>
                <a:ext uri="{FF2B5EF4-FFF2-40B4-BE49-F238E27FC236}">
                  <a16:creationId xmlns:a16="http://schemas.microsoft.com/office/drawing/2014/main" id="{7937A2F7-01A9-47F3-BED6-B61D998408A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935789" y="3268313"/>
              <a:ext cx="379761" cy="380237"/>
            </a:xfrm>
            <a:custGeom>
              <a:avLst/>
              <a:gdLst>
                <a:gd name="connsiteX0" fmla="*/ 372428 w 379761"/>
                <a:gd name="connsiteY0" fmla="*/ 0 h 380237"/>
                <a:gd name="connsiteX1" fmla="*/ 379762 w 379761"/>
                <a:gd name="connsiteY1" fmla="*/ 9525 h 380237"/>
                <a:gd name="connsiteX2" fmla="*/ 9525 w 379761"/>
                <a:gd name="connsiteY2" fmla="*/ 380238 h 380237"/>
                <a:gd name="connsiteX3" fmla="*/ 0 w 379761"/>
                <a:gd name="connsiteY3" fmla="*/ 372904 h 38023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379761" h="380237">
                  <a:moveTo>
                    <a:pt x="372428" y="0"/>
                  </a:moveTo>
                  <a:cubicBezTo>
                    <a:pt x="374999" y="3239"/>
                    <a:pt x="377381" y="6572"/>
                    <a:pt x="379762" y="9525"/>
                  </a:cubicBezTo>
                  <a:lnTo>
                    <a:pt x="9525" y="380238"/>
                  </a:lnTo>
                  <a:cubicBezTo>
                    <a:pt x="6096" y="377857"/>
                    <a:pt x="2762" y="375476"/>
                    <a:pt x="0" y="372904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30" name="Freeform: Shape 29">
              <a:extLst>
                <a:ext uri="{FF2B5EF4-FFF2-40B4-BE49-F238E27FC236}">
                  <a16:creationId xmlns:a16="http://schemas.microsoft.com/office/drawing/2014/main" id="{5B44DAF8-5073-441A-82E1-180385D35F23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972841" y="3305841"/>
              <a:ext cx="364807" cy="364807"/>
            </a:xfrm>
            <a:custGeom>
              <a:avLst/>
              <a:gdLst>
                <a:gd name="connsiteX0" fmla="*/ 359188 w 364807"/>
                <a:gd name="connsiteY0" fmla="*/ 0 h 364807"/>
                <a:gd name="connsiteX1" fmla="*/ 364808 w 364807"/>
                <a:gd name="connsiteY1" fmla="*/ 11621 h 364807"/>
                <a:gd name="connsiteX2" fmla="*/ 11621 w 364807"/>
                <a:gd name="connsiteY2" fmla="*/ 364808 h 364807"/>
                <a:gd name="connsiteX3" fmla="*/ 0 w 364807"/>
                <a:gd name="connsiteY3" fmla="*/ 359188 h 36480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364807" h="364807">
                  <a:moveTo>
                    <a:pt x="359188" y="0"/>
                  </a:moveTo>
                  <a:cubicBezTo>
                    <a:pt x="361188" y="3905"/>
                    <a:pt x="362998" y="7715"/>
                    <a:pt x="364808" y="11621"/>
                  </a:cubicBezTo>
                  <a:lnTo>
                    <a:pt x="11621" y="364808"/>
                  </a:lnTo>
                  <a:cubicBezTo>
                    <a:pt x="7715" y="362998"/>
                    <a:pt x="3905" y="361188"/>
                    <a:pt x="0" y="359188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31" name="Freeform: Shape 30">
              <a:extLst>
                <a:ext uri="{FF2B5EF4-FFF2-40B4-BE49-F238E27FC236}">
                  <a16:creationId xmlns:a16="http://schemas.microsoft.com/office/drawing/2014/main" id="{52B0413D-0E36-4A90-8E6A-9EDC676A607B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016370" y="3349466"/>
              <a:ext cx="337280" cy="337280"/>
            </a:xfrm>
            <a:custGeom>
              <a:avLst/>
              <a:gdLst>
                <a:gd name="connsiteX0" fmla="*/ 333470 w 337280"/>
                <a:gd name="connsiteY0" fmla="*/ 0 h 337280"/>
                <a:gd name="connsiteX1" fmla="*/ 337280 w 337280"/>
                <a:gd name="connsiteY1" fmla="*/ 13430 h 337280"/>
                <a:gd name="connsiteX2" fmla="*/ 13430 w 337280"/>
                <a:gd name="connsiteY2" fmla="*/ 337280 h 337280"/>
                <a:gd name="connsiteX3" fmla="*/ 0 w 337280"/>
                <a:gd name="connsiteY3" fmla="*/ 333470 h 33728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337280" h="337280">
                  <a:moveTo>
                    <a:pt x="333470" y="0"/>
                  </a:moveTo>
                  <a:cubicBezTo>
                    <a:pt x="334899" y="4382"/>
                    <a:pt x="336137" y="8858"/>
                    <a:pt x="337280" y="13430"/>
                  </a:cubicBezTo>
                  <a:lnTo>
                    <a:pt x="13430" y="337280"/>
                  </a:lnTo>
                  <a:cubicBezTo>
                    <a:pt x="8858" y="336137"/>
                    <a:pt x="4382" y="334899"/>
                    <a:pt x="0" y="333470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32" name="Freeform: Shape 31">
              <a:extLst>
                <a:ext uri="{FF2B5EF4-FFF2-40B4-BE49-F238E27FC236}">
                  <a16:creationId xmlns:a16="http://schemas.microsoft.com/office/drawing/2014/main" id="{86059ECF-0D50-48AD-B67A-645EC29D336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067329" y="3400425"/>
              <a:ext cx="294227" cy="294132"/>
            </a:xfrm>
            <a:custGeom>
              <a:avLst/>
              <a:gdLst>
                <a:gd name="connsiteX0" fmla="*/ 292989 w 294227"/>
                <a:gd name="connsiteY0" fmla="*/ 0 h 294132"/>
                <a:gd name="connsiteX1" fmla="*/ 294227 w 294227"/>
                <a:gd name="connsiteY1" fmla="*/ 15907 h 294132"/>
                <a:gd name="connsiteX2" fmla="*/ 15907 w 294227"/>
                <a:gd name="connsiteY2" fmla="*/ 294132 h 294132"/>
                <a:gd name="connsiteX3" fmla="*/ 0 w 294227"/>
                <a:gd name="connsiteY3" fmla="*/ 292894 h 29413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94227" h="294132">
                  <a:moveTo>
                    <a:pt x="292989" y="0"/>
                  </a:moveTo>
                  <a:cubicBezTo>
                    <a:pt x="293561" y="5334"/>
                    <a:pt x="293942" y="10668"/>
                    <a:pt x="294227" y="15907"/>
                  </a:cubicBezTo>
                  <a:lnTo>
                    <a:pt x="15907" y="294132"/>
                  </a:lnTo>
                  <a:cubicBezTo>
                    <a:pt x="10668" y="294132"/>
                    <a:pt x="5334" y="293465"/>
                    <a:pt x="0" y="292894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33" name="Freeform: Shape 32">
              <a:extLst>
                <a:ext uri="{FF2B5EF4-FFF2-40B4-BE49-F238E27FC236}">
                  <a16:creationId xmlns:a16="http://schemas.microsoft.com/office/drawing/2014/main" id="{B394906F-6BF2-447E-9886-F12708E1289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129337" y="3462337"/>
              <a:ext cx="230314" cy="230314"/>
            </a:xfrm>
            <a:custGeom>
              <a:avLst/>
              <a:gdLst>
                <a:gd name="connsiteX0" fmla="*/ 230315 w 230314"/>
                <a:gd name="connsiteY0" fmla="*/ 0 h 230314"/>
                <a:gd name="connsiteX1" fmla="*/ 226886 w 230314"/>
                <a:gd name="connsiteY1" fmla="*/ 20574 h 230314"/>
                <a:gd name="connsiteX2" fmla="*/ 20669 w 230314"/>
                <a:gd name="connsiteY2" fmla="*/ 226790 h 230314"/>
                <a:gd name="connsiteX3" fmla="*/ 0 w 230314"/>
                <a:gd name="connsiteY3" fmla="*/ 230315 h 23031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30314" h="230314">
                  <a:moveTo>
                    <a:pt x="230315" y="0"/>
                  </a:moveTo>
                  <a:cubicBezTo>
                    <a:pt x="229457" y="6953"/>
                    <a:pt x="228314" y="13716"/>
                    <a:pt x="226886" y="20574"/>
                  </a:cubicBezTo>
                  <a:lnTo>
                    <a:pt x="20669" y="226790"/>
                  </a:lnTo>
                  <a:cubicBezTo>
                    <a:pt x="13811" y="228314"/>
                    <a:pt x="6953" y="229457"/>
                    <a:pt x="0" y="230315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34" name="Freeform: Shape 33">
              <a:extLst>
                <a:ext uri="{FF2B5EF4-FFF2-40B4-BE49-F238E27FC236}">
                  <a16:creationId xmlns:a16="http://schemas.microsoft.com/office/drawing/2014/main" id="{A45EB96B-215A-4EBF-A594-2B082223393E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218682" y="3551682"/>
              <a:ext cx="112871" cy="112871"/>
            </a:xfrm>
            <a:custGeom>
              <a:avLst/>
              <a:gdLst>
                <a:gd name="connsiteX0" fmla="*/ 112871 w 112871"/>
                <a:gd name="connsiteY0" fmla="*/ 0 h 112871"/>
                <a:gd name="connsiteX1" fmla="*/ 0 w 112871"/>
                <a:gd name="connsiteY1" fmla="*/ 112871 h 11287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112871" h="112871">
                  <a:moveTo>
                    <a:pt x="112871" y="0"/>
                  </a:moveTo>
                  <a:cubicBezTo>
                    <a:pt x="87618" y="48239"/>
                    <a:pt x="48239" y="87618"/>
                    <a:pt x="0" y="112871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</p:grpSp>
      <p:pic>
        <p:nvPicPr>
          <p:cNvPr id="6" name="Graphic 5" descr="Branching diagram outline">
            <a:extLst>
              <a:ext uri="{FF2B5EF4-FFF2-40B4-BE49-F238E27FC236}">
                <a16:creationId xmlns:a16="http://schemas.microsoft.com/office/drawing/2014/main" id="{DD0DFAA4-821A-CA03-5320-5411B7AF2963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 rot="5400000">
            <a:off x="3273073" y="2648288"/>
            <a:ext cx="1138267" cy="1138267"/>
          </a:xfrm>
          <a:prstGeom prst="rect">
            <a:avLst/>
          </a:prstGeom>
        </p:spPr>
      </p:pic>
      <p:graphicFrame>
        <p:nvGraphicFramePr>
          <p:cNvPr id="7" name="Text Placeholder 2">
            <a:extLst>
              <a:ext uri="{FF2B5EF4-FFF2-40B4-BE49-F238E27FC236}">
                <a16:creationId xmlns:a16="http://schemas.microsoft.com/office/drawing/2014/main" id="{0ECA2887-52E6-D3AE-D7D3-646C1960B2AA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1294403246"/>
              </p:ext>
            </p:extLst>
          </p:nvPr>
        </p:nvGraphicFramePr>
        <p:xfrm>
          <a:off x="5484140" y="1110587"/>
          <a:ext cx="6215492" cy="4387536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3" r:lo="rId4" r:qs="rId5" r:cs="rId6"/>
          </a:graphicData>
        </a:graphic>
      </p:graphicFrame>
    </p:spTree>
    <p:extLst>
      <p:ext uri="{BB962C8B-B14F-4D97-AF65-F5344CB8AC3E}">
        <p14:creationId xmlns:p14="http://schemas.microsoft.com/office/powerpoint/2010/main" val="1891843752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9" name="Rectangle 8">
            <a:extLst>
              <a:ext uri="{FF2B5EF4-FFF2-40B4-BE49-F238E27FC236}">
                <a16:creationId xmlns:a16="http://schemas.microsoft.com/office/drawing/2014/main" id="{0C541B88-1AE9-40C3-AFD5-967787C1979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E5F17139-31EE-46AC-B04F-DBBD852DD6C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4890596" cy="6858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AB418E3D-60C1-5847-F265-3AAC0A52E4B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1195697"/>
            <a:ext cx="3200400" cy="4238118"/>
          </a:xfrm>
        </p:spPr>
        <p:txBody>
          <a:bodyPr vert="horz" lIns="91440" tIns="45720" rIns="91440" bIns="45720" rtlCol="0" anchor="ctr">
            <a:normAutofit/>
          </a:bodyPr>
          <a:lstStyle/>
          <a:p>
            <a:pPr marR="0"/>
            <a:r>
              <a:rPr lang="en-US" b="0" i="0" u="none" strike="noStrike" kern="1200" baseline="0">
                <a:solidFill>
                  <a:schemeClr val="bg1"/>
                </a:solidFill>
                <a:latin typeface="+mj-lt"/>
                <a:ea typeface="+mj-ea"/>
                <a:cs typeface="+mj-cs"/>
              </a:rPr>
              <a:t>Monitoring &amp; Observability</a:t>
            </a:r>
          </a:p>
        </p:txBody>
      </p:sp>
      <p:grpSp>
        <p:nvGrpSpPr>
          <p:cNvPr id="13" name="Graphic 38">
            <a:extLst>
              <a:ext uri="{FF2B5EF4-FFF2-40B4-BE49-F238E27FC236}">
                <a16:creationId xmlns:a16="http://schemas.microsoft.com/office/drawing/2014/main" id="{7CF625D3-71A3-4F30-A096-8EF334E959D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0" y="202912"/>
            <a:ext cx="1910252" cy="709660"/>
            <a:chOff x="2267504" y="2540250"/>
            <a:chExt cx="1990951" cy="739640"/>
          </a:xfrm>
          <a:solidFill>
            <a:schemeClr val="bg1"/>
          </a:solidFill>
        </p:grpSpPr>
        <p:sp>
          <p:nvSpPr>
            <p:cNvPr id="14" name="Freeform: Shape 13">
              <a:extLst>
                <a:ext uri="{FF2B5EF4-FFF2-40B4-BE49-F238E27FC236}">
                  <a16:creationId xmlns:a16="http://schemas.microsoft.com/office/drawing/2014/main" id="{C6754E2F-F56E-4BA3-99DD-8EBF110E343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2267504" y="2540250"/>
              <a:ext cx="1990951" cy="286230"/>
            </a:xfrm>
            <a:custGeom>
              <a:avLst/>
              <a:gdLst>
                <a:gd name="connsiteX0" fmla="*/ 1489414 w 1990951"/>
                <a:gd name="connsiteY0" fmla="*/ 286231 h 286230"/>
                <a:gd name="connsiteX1" fmla="*/ 1243712 w 1990951"/>
                <a:gd name="connsiteY1" fmla="*/ 40528 h 286230"/>
                <a:gd name="connsiteX2" fmla="*/ 995476 w 1990951"/>
                <a:gd name="connsiteY2" fmla="*/ 286231 h 286230"/>
                <a:gd name="connsiteX3" fmla="*/ 749773 w 1990951"/>
                <a:gd name="connsiteY3" fmla="*/ 40528 h 286230"/>
                <a:gd name="connsiteX4" fmla="*/ 504071 w 1990951"/>
                <a:gd name="connsiteY4" fmla="*/ 286231 h 286230"/>
                <a:gd name="connsiteX5" fmla="*/ 255835 w 1990951"/>
                <a:gd name="connsiteY5" fmla="*/ 40528 h 286230"/>
                <a:gd name="connsiteX6" fmla="*/ 20264 w 1990951"/>
                <a:gd name="connsiteY6" fmla="*/ 276099 h 286230"/>
                <a:gd name="connsiteX7" fmla="*/ 0 w 1990951"/>
                <a:gd name="connsiteY7" fmla="*/ 255835 h 286230"/>
                <a:gd name="connsiteX8" fmla="*/ 255835 w 1990951"/>
                <a:gd name="connsiteY8" fmla="*/ 0 h 286230"/>
                <a:gd name="connsiteX9" fmla="*/ 504071 w 1990951"/>
                <a:gd name="connsiteY9" fmla="*/ 245703 h 286230"/>
                <a:gd name="connsiteX10" fmla="*/ 749773 w 1990951"/>
                <a:gd name="connsiteY10" fmla="*/ 0 h 286230"/>
                <a:gd name="connsiteX11" fmla="*/ 995476 w 1990951"/>
                <a:gd name="connsiteY11" fmla="*/ 245703 h 286230"/>
                <a:gd name="connsiteX12" fmla="*/ 1243712 w 1990951"/>
                <a:gd name="connsiteY12" fmla="*/ 0 h 286230"/>
                <a:gd name="connsiteX13" fmla="*/ 1489414 w 1990951"/>
                <a:gd name="connsiteY13" fmla="*/ 245703 h 286230"/>
                <a:gd name="connsiteX14" fmla="*/ 1735117 w 1990951"/>
                <a:gd name="connsiteY14" fmla="*/ 0 h 286230"/>
                <a:gd name="connsiteX15" fmla="*/ 1990952 w 1990951"/>
                <a:gd name="connsiteY15" fmla="*/ 255835 h 286230"/>
                <a:gd name="connsiteX16" fmla="*/ 1973221 w 1990951"/>
                <a:gd name="connsiteY16" fmla="*/ 276099 h 286230"/>
                <a:gd name="connsiteX17" fmla="*/ 1735117 w 1990951"/>
                <a:gd name="connsiteY17" fmla="*/ 40528 h 28623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</a:cxnLst>
              <a:rect l="l" t="t" r="r" b="b"/>
              <a:pathLst>
                <a:path w="1990951" h="286230">
                  <a:moveTo>
                    <a:pt x="1489414" y="286231"/>
                  </a:moveTo>
                  <a:lnTo>
                    <a:pt x="1243712" y="40528"/>
                  </a:lnTo>
                  <a:lnTo>
                    <a:pt x="995476" y="286231"/>
                  </a:lnTo>
                  <a:lnTo>
                    <a:pt x="749773" y="40528"/>
                  </a:lnTo>
                  <a:lnTo>
                    <a:pt x="504071" y="286231"/>
                  </a:lnTo>
                  <a:lnTo>
                    <a:pt x="255835" y="40528"/>
                  </a:lnTo>
                  <a:lnTo>
                    <a:pt x="20264" y="276099"/>
                  </a:lnTo>
                  <a:lnTo>
                    <a:pt x="0" y="255835"/>
                  </a:lnTo>
                  <a:lnTo>
                    <a:pt x="255835" y="0"/>
                  </a:lnTo>
                  <a:lnTo>
                    <a:pt x="504071" y="245703"/>
                  </a:lnTo>
                  <a:lnTo>
                    <a:pt x="749773" y="0"/>
                  </a:lnTo>
                  <a:lnTo>
                    <a:pt x="995476" y="245703"/>
                  </a:lnTo>
                  <a:lnTo>
                    <a:pt x="1243712" y="0"/>
                  </a:lnTo>
                  <a:lnTo>
                    <a:pt x="1489414" y="245703"/>
                  </a:lnTo>
                  <a:lnTo>
                    <a:pt x="1735117" y="0"/>
                  </a:lnTo>
                  <a:lnTo>
                    <a:pt x="1990952" y="255835"/>
                  </a:lnTo>
                  <a:lnTo>
                    <a:pt x="1973221" y="276099"/>
                  </a:lnTo>
                  <a:lnTo>
                    <a:pt x="1735117" y="40528"/>
                  </a:lnTo>
                  <a:close/>
                </a:path>
              </a:pathLst>
            </a:custGeom>
            <a:grpFill/>
            <a:ln w="2532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5" name="Freeform: Shape 14">
              <a:extLst>
                <a:ext uri="{FF2B5EF4-FFF2-40B4-BE49-F238E27FC236}">
                  <a16:creationId xmlns:a16="http://schemas.microsoft.com/office/drawing/2014/main" id="{24A69059-7C49-49C6-B071-F2A9B558E029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2267504" y="2993660"/>
              <a:ext cx="1990951" cy="286230"/>
            </a:xfrm>
            <a:custGeom>
              <a:avLst/>
              <a:gdLst>
                <a:gd name="connsiteX0" fmla="*/ 1489414 w 1990951"/>
                <a:gd name="connsiteY0" fmla="*/ 286231 h 286230"/>
                <a:gd name="connsiteX1" fmla="*/ 1243712 w 1990951"/>
                <a:gd name="connsiteY1" fmla="*/ 40528 h 286230"/>
                <a:gd name="connsiteX2" fmla="*/ 995476 w 1990951"/>
                <a:gd name="connsiteY2" fmla="*/ 286231 h 286230"/>
                <a:gd name="connsiteX3" fmla="*/ 749773 w 1990951"/>
                <a:gd name="connsiteY3" fmla="*/ 40528 h 286230"/>
                <a:gd name="connsiteX4" fmla="*/ 504071 w 1990951"/>
                <a:gd name="connsiteY4" fmla="*/ 286231 h 286230"/>
                <a:gd name="connsiteX5" fmla="*/ 255835 w 1990951"/>
                <a:gd name="connsiteY5" fmla="*/ 40528 h 286230"/>
                <a:gd name="connsiteX6" fmla="*/ 20264 w 1990951"/>
                <a:gd name="connsiteY6" fmla="*/ 276099 h 286230"/>
                <a:gd name="connsiteX7" fmla="*/ 0 w 1990951"/>
                <a:gd name="connsiteY7" fmla="*/ 258368 h 286230"/>
                <a:gd name="connsiteX8" fmla="*/ 255835 w 1990951"/>
                <a:gd name="connsiteY8" fmla="*/ 0 h 286230"/>
                <a:gd name="connsiteX9" fmla="*/ 504071 w 1990951"/>
                <a:gd name="connsiteY9" fmla="*/ 248236 h 286230"/>
                <a:gd name="connsiteX10" fmla="*/ 749773 w 1990951"/>
                <a:gd name="connsiteY10" fmla="*/ 0 h 286230"/>
                <a:gd name="connsiteX11" fmla="*/ 995476 w 1990951"/>
                <a:gd name="connsiteY11" fmla="*/ 248236 h 286230"/>
                <a:gd name="connsiteX12" fmla="*/ 1243712 w 1990951"/>
                <a:gd name="connsiteY12" fmla="*/ 0 h 286230"/>
                <a:gd name="connsiteX13" fmla="*/ 1489414 w 1990951"/>
                <a:gd name="connsiteY13" fmla="*/ 248236 h 286230"/>
                <a:gd name="connsiteX14" fmla="*/ 1735117 w 1990951"/>
                <a:gd name="connsiteY14" fmla="*/ 0 h 286230"/>
                <a:gd name="connsiteX15" fmla="*/ 1990952 w 1990951"/>
                <a:gd name="connsiteY15" fmla="*/ 258368 h 286230"/>
                <a:gd name="connsiteX16" fmla="*/ 1973221 w 1990951"/>
                <a:gd name="connsiteY16" fmla="*/ 276099 h 286230"/>
                <a:gd name="connsiteX17" fmla="*/ 1735117 w 1990951"/>
                <a:gd name="connsiteY17" fmla="*/ 40528 h 28623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</a:cxnLst>
              <a:rect l="l" t="t" r="r" b="b"/>
              <a:pathLst>
                <a:path w="1990951" h="286230">
                  <a:moveTo>
                    <a:pt x="1489414" y="286231"/>
                  </a:moveTo>
                  <a:lnTo>
                    <a:pt x="1243712" y="40528"/>
                  </a:lnTo>
                  <a:lnTo>
                    <a:pt x="995476" y="286231"/>
                  </a:lnTo>
                  <a:lnTo>
                    <a:pt x="749773" y="40528"/>
                  </a:lnTo>
                  <a:lnTo>
                    <a:pt x="504071" y="286231"/>
                  </a:lnTo>
                  <a:lnTo>
                    <a:pt x="255835" y="40528"/>
                  </a:lnTo>
                  <a:lnTo>
                    <a:pt x="20264" y="276099"/>
                  </a:lnTo>
                  <a:lnTo>
                    <a:pt x="0" y="258368"/>
                  </a:lnTo>
                  <a:lnTo>
                    <a:pt x="255835" y="0"/>
                  </a:lnTo>
                  <a:lnTo>
                    <a:pt x="504071" y="248236"/>
                  </a:lnTo>
                  <a:lnTo>
                    <a:pt x="749773" y="0"/>
                  </a:lnTo>
                  <a:lnTo>
                    <a:pt x="995476" y="248236"/>
                  </a:lnTo>
                  <a:lnTo>
                    <a:pt x="1243712" y="0"/>
                  </a:lnTo>
                  <a:lnTo>
                    <a:pt x="1489414" y="248236"/>
                  </a:lnTo>
                  <a:lnTo>
                    <a:pt x="1735117" y="0"/>
                  </a:lnTo>
                  <a:lnTo>
                    <a:pt x="1990952" y="258368"/>
                  </a:lnTo>
                  <a:lnTo>
                    <a:pt x="1973221" y="276099"/>
                  </a:lnTo>
                  <a:lnTo>
                    <a:pt x="1735117" y="40528"/>
                  </a:lnTo>
                  <a:close/>
                </a:path>
              </a:pathLst>
            </a:custGeom>
            <a:grpFill/>
            <a:ln w="2532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</p:grpSp>
      <p:sp>
        <p:nvSpPr>
          <p:cNvPr id="17" name="Oval 16">
            <a:extLst>
              <a:ext uri="{FF2B5EF4-FFF2-40B4-BE49-F238E27FC236}">
                <a16:creationId xmlns:a16="http://schemas.microsoft.com/office/drawing/2014/main" id="{89D16701-DA76-4F72-BB63-E2C3FFBDFE0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06260" y="4752208"/>
            <a:ext cx="365021" cy="365021"/>
          </a:xfrm>
          <a:prstGeom prst="ellipse">
            <a:avLst/>
          </a:prstGeom>
          <a:solidFill>
            <a:srgbClr val="FFFFFF"/>
          </a:solidFill>
          <a:ln w="28575">
            <a:solidFill>
              <a:srgbClr val="FFFFFF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US"/>
          </a:p>
        </p:txBody>
      </p:sp>
      <p:sp>
        <p:nvSpPr>
          <p:cNvPr id="19" name="Oval 18">
            <a:extLst>
              <a:ext uri="{FF2B5EF4-FFF2-40B4-BE49-F238E27FC236}">
                <a16:creationId xmlns:a16="http://schemas.microsoft.com/office/drawing/2014/main" id="{1CC28BE1-9DC6-43FE-9582-39F091098D7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06260" y="4752208"/>
            <a:ext cx="365021" cy="365021"/>
          </a:xfrm>
          <a:prstGeom prst="ellipse">
            <a:avLst/>
          </a:prstGeom>
          <a:solidFill>
            <a:schemeClr val="accent6">
              <a:alpha val="30000"/>
            </a:schemeClr>
          </a:solidFill>
          <a:ln w="28575"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US"/>
          </a:p>
        </p:txBody>
      </p:sp>
      <p:grpSp>
        <p:nvGrpSpPr>
          <p:cNvPr id="21" name="Graphic 4">
            <a:extLst>
              <a:ext uri="{FF2B5EF4-FFF2-40B4-BE49-F238E27FC236}">
                <a16:creationId xmlns:a16="http://schemas.microsoft.com/office/drawing/2014/main" id="{AF9AF3F3-CE0C-4125-BDD7-346487FA0B4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4109667" y="5539935"/>
            <a:ext cx="975169" cy="975171"/>
            <a:chOff x="5829300" y="3162300"/>
            <a:chExt cx="532256" cy="532257"/>
          </a:xfrm>
          <a:solidFill>
            <a:schemeClr val="bg1"/>
          </a:solidFill>
        </p:grpSpPr>
        <p:sp>
          <p:nvSpPr>
            <p:cNvPr id="22" name="Freeform: Shape 21">
              <a:extLst>
                <a:ext uri="{FF2B5EF4-FFF2-40B4-BE49-F238E27FC236}">
                  <a16:creationId xmlns:a16="http://schemas.microsoft.com/office/drawing/2014/main" id="{B31DFBFA-CF4D-4940-9086-26F83E5C6BB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859208" y="3192208"/>
              <a:ext cx="112966" cy="112966"/>
            </a:xfrm>
            <a:custGeom>
              <a:avLst/>
              <a:gdLst>
                <a:gd name="connsiteX0" fmla="*/ 112967 w 112966"/>
                <a:gd name="connsiteY0" fmla="*/ 0 h 112966"/>
                <a:gd name="connsiteX1" fmla="*/ 0 w 112966"/>
                <a:gd name="connsiteY1" fmla="*/ 112967 h 112966"/>
                <a:gd name="connsiteX2" fmla="*/ 112967 w 112966"/>
                <a:gd name="connsiteY2" fmla="*/ 0 h 11296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12966" h="112966">
                  <a:moveTo>
                    <a:pt x="112967" y="0"/>
                  </a:moveTo>
                  <a:lnTo>
                    <a:pt x="0" y="112967"/>
                  </a:lnTo>
                  <a:cubicBezTo>
                    <a:pt x="25356" y="64747"/>
                    <a:pt x="64747" y="25356"/>
                    <a:pt x="112967" y="0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3" name="Freeform: Shape 22">
              <a:extLst>
                <a:ext uri="{FF2B5EF4-FFF2-40B4-BE49-F238E27FC236}">
                  <a16:creationId xmlns:a16="http://schemas.microsoft.com/office/drawing/2014/main" id="{27854033-BD20-4C77-8C5B-048F4B3BDD0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831205" y="3164205"/>
              <a:ext cx="230314" cy="230314"/>
            </a:xfrm>
            <a:custGeom>
              <a:avLst/>
              <a:gdLst>
                <a:gd name="connsiteX0" fmla="*/ 230314 w 230314"/>
                <a:gd name="connsiteY0" fmla="*/ 0 h 230314"/>
                <a:gd name="connsiteX1" fmla="*/ 0 w 230314"/>
                <a:gd name="connsiteY1" fmla="*/ 230314 h 230314"/>
                <a:gd name="connsiteX2" fmla="*/ 3524 w 230314"/>
                <a:gd name="connsiteY2" fmla="*/ 209550 h 230314"/>
                <a:gd name="connsiteX3" fmla="*/ 209550 w 230314"/>
                <a:gd name="connsiteY3" fmla="*/ 3524 h 230314"/>
                <a:gd name="connsiteX4" fmla="*/ 230314 w 230314"/>
                <a:gd name="connsiteY4" fmla="*/ 0 h 23031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230314" h="230314">
                  <a:moveTo>
                    <a:pt x="230314" y="0"/>
                  </a:moveTo>
                  <a:lnTo>
                    <a:pt x="0" y="230314"/>
                  </a:lnTo>
                  <a:cubicBezTo>
                    <a:pt x="953" y="223361"/>
                    <a:pt x="2095" y="216408"/>
                    <a:pt x="3524" y="209550"/>
                  </a:cubicBezTo>
                  <a:lnTo>
                    <a:pt x="209550" y="3524"/>
                  </a:lnTo>
                  <a:cubicBezTo>
                    <a:pt x="216408" y="2095"/>
                    <a:pt x="223361" y="953"/>
                    <a:pt x="230314" y="0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4" name="Freeform: Shape 23">
              <a:extLst>
                <a:ext uri="{FF2B5EF4-FFF2-40B4-BE49-F238E27FC236}">
                  <a16:creationId xmlns:a16="http://schemas.microsoft.com/office/drawing/2014/main" id="{BC93AA74-BEB3-444F-835B-7AA6ECE6178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829300" y="3162300"/>
              <a:ext cx="294131" cy="294131"/>
            </a:xfrm>
            <a:custGeom>
              <a:avLst/>
              <a:gdLst>
                <a:gd name="connsiteX0" fmla="*/ 294132 w 294131"/>
                <a:gd name="connsiteY0" fmla="*/ 1238 h 294131"/>
                <a:gd name="connsiteX1" fmla="*/ 1238 w 294131"/>
                <a:gd name="connsiteY1" fmla="*/ 294132 h 294131"/>
                <a:gd name="connsiteX2" fmla="*/ 0 w 294131"/>
                <a:gd name="connsiteY2" fmla="*/ 278225 h 294131"/>
                <a:gd name="connsiteX3" fmla="*/ 278225 w 294131"/>
                <a:gd name="connsiteY3" fmla="*/ 0 h 294131"/>
                <a:gd name="connsiteX4" fmla="*/ 294132 w 294131"/>
                <a:gd name="connsiteY4" fmla="*/ 1238 h 29413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294131" h="294131">
                  <a:moveTo>
                    <a:pt x="294132" y="1238"/>
                  </a:moveTo>
                  <a:lnTo>
                    <a:pt x="1238" y="294132"/>
                  </a:lnTo>
                  <a:cubicBezTo>
                    <a:pt x="667" y="288893"/>
                    <a:pt x="0" y="283559"/>
                    <a:pt x="0" y="278225"/>
                  </a:cubicBezTo>
                  <a:lnTo>
                    <a:pt x="278225" y="0"/>
                  </a:lnTo>
                  <a:cubicBezTo>
                    <a:pt x="283559" y="0"/>
                    <a:pt x="288893" y="667"/>
                    <a:pt x="294132" y="1238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5" name="Freeform: Shape 24">
              <a:extLst>
                <a:ext uri="{FF2B5EF4-FFF2-40B4-BE49-F238E27FC236}">
                  <a16:creationId xmlns:a16="http://schemas.microsoft.com/office/drawing/2014/main" id="{F00DF1C9-6952-4704-B8B3-95406E18E4C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837205" y="3170110"/>
              <a:ext cx="337184" cy="337280"/>
            </a:xfrm>
            <a:custGeom>
              <a:avLst/>
              <a:gdLst>
                <a:gd name="connsiteX0" fmla="*/ 337185 w 337184"/>
                <a:gd name="connsiteY0" fmla="*/ 3905 h 337280"/>
                <a:gd name="connsiteX1" fmla="*/ 3810 w 337184"/>
                <a:gd name="connsiteY1" fmla="*/ 337280 h 337280"/>
                <a:gd name="connsiteX2" fmla="*/ 0 w 337184"/>
                <a:gd name="connsiteY2" fmla="*/ 323850 h 337280"/>
                <a:gd name="connsiteX3" fmla="*/ 323850 w 337184"/>
                <a:gd name="connsiteY3" fmla="*/ 0 h 337280"/>
                <a:gd name="connsiteX4" fmla="*/ 337185 w 337184"/>
                <a:gd name="connsiteY4" fmla="*/ 3905 h 33728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37184" h="337280">
                  <a:moveTo>
                    <a:pt x="337185" y="3905"/>
                  </a:moveTo>
                  <a:lnTo>
                    <a:pt x="3810" y="337280"/>
                  </a:lnTo>
                  <a:cubicBezTo>
                    <a:pt x="2381" y="332899"/>
                    <a:pt x="1143" y="328422"/>
                    <a:pt x="0" y="323850"/>
                  </a:cubicBezTo>
                  <a:lnTo>
                    <a:pt x="323850" y="0"/>
                  </a:lnTo>
                  <a:cubicBezTo>
                    <a:pt x="328327" y="1715"/>
                    <a:pt x="332804" y="2477"/>
                    <a:pt x="337185" y="3905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6" name="Freeform: Shape 25">
              <a:extLst>
                <a:ext uri="{FF2B5EF4-FFF2-40B4-BE49-F238E27FC236}">
                  <a16:creationId xmlns:a16="http://schemas.microsoft.com/office/drawing/2014/main" id="{B34783FD-297C-40D2-964B-DBAE4DE2835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853207" y="3186207"/>
              <a:ext cx="364617" cy="364617"/>
            </a:xfrm>
            <a:custGeom>
              <a:avLst/>
              <a:gdLst>
                <a:gd name="connsiteX0" fmla="*/ 364617 w 364617"/>
                <a:gd name="connsiteY0" fmla="*/ 5620 h 364617"/>
                <a:gd name="connsiteX1" fmla="*/ 5620 w 364617"/>
                <a:gd name="connsiteY1" fmla="*/ 364617 h 364617"/>
                <a:gd name="connsiteX2" fmla="*/ 0 w 364617"/>
                <a:gd name="connsiteY2" fmla="*/ 353187 h 364617"/>
                <a:gd name="connsiteX3" fmla="*/ 353187 w 364617"/>
                <a:gd name="connsiteY3" fmla="*/ 0 h 364617"/>
                <a:gd name="connsiteX4" fmla="*/ 364617 w 364617"/>
                <a:gd name="connsiteY4" fmla="*/ 5620 h 36461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64617" h="364617">
                  <a:moveTo>
                    <a:pt x="364617" y="5620"/>
                  </a:moveTo>
                  <a:lnTo>
                    <a:pt x="5620" y="364617"/>
                  </a:lnTo>
                  <a:cubicBezTo>
                    <a:pt x="3620" y="360902"/>
                    <a:pt x="1715" y="357092"/>
                    <a:pt x="0" y="353187"/>
                  </a:cubicBezTo>
                  <a:lnTo>
                    <a:pt x="353187" y="0"/>
                  </a:lnTo>
                  <a:cubicBezTo>
                    <a:pt x="357092" y="1715"/>
                    <a:pt x="360902" y="3715"/>
                    <a:pt x="364617" y="5620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7" name="Freeform: Shape 26">
              <a:extLst>
                <a:ext uri="{FF2B5EF4-FFF2-40B4-BE49-F238E27FC236}">
                  <a16:creationId xmlns:a16="http://schemas.microsoft.com/office/drawing/2014/main" id="{DE621623-0357-4FD5-A1AC-40050102595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875305" y="3208305"/>
              <a:ext cx="380238" cy="380238"/>
            </a:xfrm>
            <a:custGeom>
              <a:avLst/>
              <a:gdLst>
                <a:gd name="connsiteX0" fmla="*/ 380238 w 380238"/>
                <a:gd name="connsiteY0" fmla="*/ 7239 h 380238"/>
                <a:gd name="connsiteX1" fmla="*/ 7239 w 380238"/>
                <a:gd name="connsiteY1" fmla="*/ 380238 h 380238"/>
                <a:gd name="connsiteX2" fmla="*/ 0 w 380238"/>
                <a:gd name="connsiteY2" fmla="*/ 370713 h 380238"/>
                <a:gd name="connsiteX3" fmla="*/ 370237 w 380238"/>
                <a:gd name="connsiteY3" fmla="*/ 0 h 380238"/>
                <a:gd name="connsiteX4" fmla="*/ 380238 w 380238"/>
                <a:gd name="connsiteY4" fmla="*/ 7239 h 38023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80238" h="380238">
                  <a:moveTo>
                    <a:pt x="380238" y="7239"/>
                  </a:moveTo>
                  <a:lnTo>
                    <a:pt x="7239" y="380238"/>
                  </a:lnTo>
                  <a:cubicBezTo>
                    <a:pt x="4763" y="377000"/>
                    <a:pt x="2381" y="373571"/>
                    <a:pt x="0" y="370713"/>
                  </a:cubicBezTo>
                  <a:lnTo>
                    <a:pt x="370237" y="0"/>
                  </a:lnTo>
                  <a:cubicBezTo>
                    <a:pt x="373571" y="2381"/>
                    <a:pt x="377000" y="4763"/>
                    <a:pt x="380238" y="7239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8" name="Freeform: Shape 27">
              <a:extLst>
                <a:ext uri="{FF2B5EF4-FFF2-40B4-BE49-F238E27FC236}">
                  <a16:creationId xmlns:a16="http://schemas.microsoft.com/office/drawing/2014/main" id="{024F346E-10A0-458F-A9CA-8C0079472F9F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902832" y="3235832"/>
              <a:ext cx="385191" cy="385191"/>
            </a:xfrm>
            <a:custGeom>
              <a:avLst/>
              <a:gdLst>
                <a:gd name="connsiteX0" fmla="*/ 380905 w 385191"/>
                <a:gd name="connsiteY0" fmla="*/ 4286 h 385191"/>
                <a:gd name="connsiteX1" fmla="*/ 385191 w 385191"/>
                <a:gd name="connsiteY1" fmla="*/ 8573 h 385191"/>
                <a:gd name="connsiteX2" fmla="*/ 8573 w 385191"/>
                <a:gd name="connsiteY2" fmla="*/ 385191 h 385191"/>
                <a:gd name="connsiteX3" fmla="*/ 4286 w 385191"/>
                <a:gd name="connsiteY3" fmla="*/ 380905 h 385191"/>
                <a:gd name="connsiteX4" fmla="*/ 0 w 385191"/>
                <a:gd name="connsiteY4" fmla="*/ 376523 h 385191"/>
                <a:gd name="connsiteX5" fmla="*/ 376523 w 385191"/>
                <a:gd name="connsiteY5" fmla="*/ 0 h 385191"/>
                <a:gd name="connsiteX6" fmla="*/ 380905 w 385191"/>
                <a:gd name="connsiteY6" fmla="*/ 4286 h 38519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385191" h="385191">
                  <a:moveTo>
                    <a:pt x="380905" y="4286"/>
                  </a:moveTo>
                  <a:lnTo>
                    <a:pt x="385191" y="8573"/>
                  </a:lnTo>
                  <a:lnTo>
                    <a:pt x="8573" y="385191"/>
                  </a:lnTo>
                  <a:lnTo>
                    <a:pt x="4286" y="380905"/>
                  </a:lnTo>
                  <a:cubicBezTo>
                    <a:pt x="2762" y="379476"/>
                    <a:pt x="1334" y="377952"/>
                    <a:pt x="0" y="376523"/>
                  </a:cubicBezTo>
                  <a:lnTo>
                    <a:pt x="376523" y="0"/>
                  </a:lnTo>
                  <a:cubicBezTo>
                    <a:pt x="377952" y="1334"/>
                    <a:pt x="379476" y="2667"/>
                    <a:pt x="380905" y="4286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9" name="Freeform: Shape 28">
              <a:extLst>
                <a:ext uri="{FF2B5EF4-FFF2-40B4-BE49-F238E27FC236}">
                  <a16:creationId xmlns:a16="http://schemas.microsoft.com/office/drawing/2014/main" id="{7937A2F7-01A9-47F3-BED6-B61D998408A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935789" y="3268313"/>
              <a:ext cx="379761" cy="380237"/>
            </a:xfrm>
            <a:custGeom>
              <a:avLst/>
              <a:gdLst>
                <a:gd name="connsiteX0" fmla="*/ 372428 w 379761"/>
                <a:gd name="connsiteY0" fmla="*/ 0 h 380237"/>
                <a:gd name="connsiteX1" fmla="*/ 379762 w 379761"/>
                <a:gd name="connsiteY1" fmla="*/ 9525 h 380237"/>
                <a:gd name="connsiteX2" fmla="*/ 9525 w 379761"/>
                <a:gd name="connsiteY2" fmla="*/ 380238 h 380237"/>
                <a:gd name="connsiteX3" fmla="*/ 0 w 379761"/>
                <a:gd name="connsiteY3" fmla="*/ 372904 h 38023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379761" h="380237">
                  <a:moveTo>
                    <a:pt x="372428" y="0"/>
                  </a:moveTo>
                  <a:cubicBezTo>
                    <a:pt x="374999" y="3239"/>
                    <a:pt x="377381" y="6572"/>
                    <a:pt x="379762" y="9525"/>
                  </a:cubicBezTo>
                  <a:lnTo>
                    <a:pt x="9525" y="380238"/>
                  </a:lnTo>
                  <a:cubicBezTo>
                    <a:pt x="6096" y="377857"/>
                    <a:pt x="2762" y="375476"/>
                    <a:pt x="0" y="372904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30" name="Freeform: Shape 29">
              <a:extLst>
                <a:ext uri="{FF2B5EF4-FFF2-40B4-BE49-F238E27FC236}">
                  <a16:creationId xmlns:a16="http://schemas.microsoft.com/office/drawing/2014/main" id="{5B44DAF8-5073-441A-82E1-180385D35F23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972841" y="3305841"/>
              <a:ext cx="364807" cy="364807"/>
            </a:xfrm>
            <a:custGeom>
              <a:avLst/>
              <a:gdLst>
                <a:gd name="connsiteX0" fmla="*/ 359188 w 364807"/>
                <a:gd name="connsiteY0" fmla="*/ 0 h 364807"/>
                <a:gd name="connsiteX1" fmla="*/ 364808 w 364807"/>
                <a:gd name="connsiteY1" fmla="*/ 11621 h 364807"/>
                <a:gd name="connsiteX2" fmla="*/ 11621 w 364807"/>
                <a:gd name="connsiteY2" fmla="*/ 364808 h 364807"/>
                <a:gd name="connsiteX3" fmla="*/ 0 w 364807"/>
                <a:gd name="connsiteY3" fmla="*/ 359188 h 36480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364807" h="364807">
                  <a:moveTo>
                    <a:pt x="359188" y="0"/>
                  </a:moveTo>
                  <a:cubicBezTo>
                    <a:pt x="361188" y="3905"/>
                    <a:pt x="362998" y="7715"/>
                    <a:pt x="364808" y="11621"/>
                  </a:cubicBezTo>
                  <a:lnTo>
                    <a:pt x="11621" y="364808"/>
                  </a:lnTo>
                  <a:cubicBezTo>
                    <a:pt x="7715" y="362998"/>
                    <a:pt x="3905" y="361188"/>
                    <a:pt x="0" y="359188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31" name="Freeform: Shape 30">
              <a:extLst>
                <a:ext uri="{FF2B5EF4-FFF2-40B4-BE49-F238E27FC236}">
                  <a16:creationId xmlns:a16="http://schemas.microsoft.com/office/drawing/2014/main" id="{52B0413D-0E36-4A90-8E6A-9EDC676A607B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016370" y="3349466"/>
              <a:ext cx="337280" cy="337280"/>
            </a:xfrm>
            <a:custGeom>
              <a:avLst/>
              <a:gdLst>
                <a:gd name="connsiteX0" fmla="*/ 333470 w 337280"/>
                <a:gd name="connsiteY0" fmla="*/ 0 h 337280"/>
                <a:gd name="connsiteX1" fmla="*/ 337280 w 337280"/>
                <a:gd name="connsiteY1" fmla="*/ 13430 h 337280"/>
                <a:gd name="connsiteX2" fmla="*/ 13430 w 337280"/>
                <a:gd name="connsiteY2" fmla="*/ 337280 h 337280"/>
                <a:gd name="connsiteX3" fmla="*/ 0 w 337280"/>
                <a:gd name="connsiteY3" fmla="*/ 333470 h 33728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337280" h="337280">
                  <a:moveTo>
                    <a:pt x="333470" y="0"/>
                  </a:moveTo>
                  <a:cubicBezTo>
                    <a:pt x="334899" y="4382"/>
                    <a:pt x="336137" y="8858"/>
                    <a:pt x="337280" y="13430"/>
                  </a:cubicBezTo>
                  <a:lnTo>
                    <a:pt x="13430" y="337280"/>
                  </a:lnTo>
                  <a:cubicBezTo>
                    <a:pt x="8858" y="336137"/>
                    <a:pt x="4382" y="334899"/>
                    <a:pt x="0" y="333470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32" name="Freeform: Shape 31">
              <a:extLst>
                <a:ext uri="{FF2B5EF4-FFF2-40B4-BE49-F238E27FC236}">
                  <a16:creationId xmlns:a16="http://schemas.microsoft.com/office/drawing/2014/main" id="{86059ECF-0D50-48AD-B67A-645EC29D336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067329" y="3400425"/>
              <a:ext cx="294227" cy="294132"/>
            </a:xfrm>
            <a:custGeom>
              <a:avLst/>
              <a:gdLst>
                <a:gd name="connsiteX0" fmla="*/ 292989 w 294227"/>
                <a:gd name="connsiteY0" fmla="*/ 0 h 294132"/>
                <a:gd name="connsiteX1" fmla="*/ 294227 w 294227"/>
                <a:gd name="connsiteY1" fmla="*/ 15907 h 294132"/>
                <a:gd name="connsiteX2" fmla="*/ 15907 w 294227"/>
                <a:gd name="connsiteY2" fmla="*/ 294132 h 294132"/>
                <a:gd name="connsiteX3" fmla="*/ 0 w 294227"/>
                <a:gd name="connsiteY3" fmla="*/ 292894 h 29413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94227" h="294132">
                  <a:moveTo>
                    <a:pt x="292989" y="0"/>
                  </a:moveTo>
                  <a:cubicBezTo>
                    <a:pt x="293561" y="5334"/>
                    <a:pt x="293942" y="10668"/>
                    <a:pt x="294227" y="15907"/>
                  </a:cubicBezTo>
                  <a:lnTo>
                    <a:pt x="15907" y="294132"/>
                  </a:lnTo>
                  <a:cubicBezTo>
                    <a:pt x="10668" y="294132"/>
                    <a:pt x="5334" y="293465"/>
                    <a:pt x="0" y="292894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33" name="Freeform: Shape 32">
              <a:extLst>
                <a:ext uri="{FF2B5EF4-FFF2-40B4-BE49-F238E27FC236}">
                  <a16:creationId xmlns:a16="http://schemas.microsoft.com/office/drawing/2014/main" id="{B394906F-6BF2-447E-9886-F12708E1289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129337" y="3462337"/>
              <a:ext cx="230314" cy="230314"/>
            </a:xfrm>
            <a:custGeom>
              <a:avLst/>
              <a:gdLst>
                <a:gd name="connsiteX0" fmla="*/ 230315 w 230314"/>
                <a:gd name="connsiteY0" fmla="*/ 0 h 230314"/>
                <a:gd name="connsiteX1" fmla="*/ 226886 w 230314"/>
                <a:gd name="connsiteY1" fmla="*/ 20574 h 230314"/>
                <a:gd name="connsiteX2" fmla="*/ 20669 w 230314"/>
                <a:gd name="connsiteY2" fmla="*/ 226790 h 230314"/>
                <a:gd name="connsiteX3" fmla="*/ 0 w 230314"/>
                <a:gd name="connsiteY3" fmla="*/ 230315 h 23031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30314" h="230314">
                  <a:moveTo>
                    <a:pt x="230315" y="0"/>
                  </a:moveTo>
                  <a:cubicBezTo>
                    <a:pt x="229457" y="6953"/>
                    <a:pt x="228314" y="13716"/>
                    <a:pt x="226886" y="20574"/>
                  </a:cubicBezTo>
                  <a:lnTo>
                    <a:pt x="20669" y="226790"/>
                  </a:lnTo>
                  <a:cubicBezTo>
                    <a:pt x="13811" y="228314"/>
                    <a:pt x="6953" y="229457"/>
                    <a:pt x="0" y="230315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34" name="Freeform: Shape 33">
              <a:extLst>
                <a:ext uri="{FF2B5EF4-FFF2-40B4-BE49-F238E27FC236}">
                  <a16:creationId xmlns:a16="http://schemas.microsoft.com/office/drawing/2014/main" id="{A45EB96B-215A-4EBF-A594-2B082223393E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218682" y="3551682"/>
              <a:ext cx="112871" cy="112871"/>
            </a:xfrm>
            <a:custGeom>
              <a:avLst/>
              <a:gdLst>
                <a:gd name="connsiteX0" fmla="*/ 112871 w 112871"/>
                <a:gd name="connsiteY0" fmla="*/ 0 h 112871"/>
                <a:gd name="connsiteX1" fmla="*/ 0 w 112871"/>
                <a:gd name="connsiteY1" fmla="*/ 112871 h 11287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112871" h="112871">
                  <a:moveTo>
                    <a:pt x="112871" y="0"/>
                  </a:moveTo>
                  <a:cubicBezTo>
                    <a:pt x="87618" y="48239"/>
                    <a:pt x="48239" y="87618"/>
                    <a:pt x="0" y="112871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</p:grpSp>
      <p:graphicFrame>
        <p:nvGraphicFramePr>
          <p:cNvPr id="5" name="Text Placeholder 2">
            <a:extLst>
              <a:ext uri="{FF2B5EF4-FFF2-40B4-BE49-F238E27FC236}">
                <a16:creationId xmlns:a16="http://schemas.microsoft.com/office/drawing/2014/main" id="{8A003F04-80DB-60F8-788A-821FEB0DEE8C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2280798831"/>
              </p:ext>
            </p:extLst>
          </p:nvPr>
        </p:nvGraphicFramePr>
        <p:xfrm>
          <a:off x="5484139" y="477540"/>
          <a:ext cx="6301601" cy="5878809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428779739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>
            <a:extLst>
              <a:ext uri="{FF2B5EF4-FFF2-40B4-BE49-F238E27FC236}">
                <a16:creationId xmlns:a16="http://schemas.microsoft.com/office/drawing/2014/main" id="{6E25886D-DA48-4959-95C1-21D5C0AFB8C7}"/>
              </a:ext>
            </a:extLst>
          </p:cNvPr>
          <p:cNvPicPr>
            <a:picLocks noChangeAspect="1"/>
          </p:cNvPicPr>
          <p:nvPr/>
        </p:nvPicPr>
        <p:blipFill>
          <a:blip r:embed="rId2">
            <a:duotone>
              <a:schemeClr val="bg2">
                <a:shade val="45000"/>
                <a:satMod val="135000"/>
              </a:schemeClr>
              <a:prstClr val="white"/>
            </a:duotone>
          </a:blip>
          <a:srcRect t="6932" b="8799"/>
          <a:stretch>
            <a:fillRect/>
          </a:stretch>
        </p:blipFill>
        <p:spPr>
          <a:xfrm>
            <a:off x="20" y="10"/>
            <a:ext cx="12191980" cy="6857990"/>
          </a:xfrm>
          <a:prstGeom prst="rect">
            <a:avLst/>
          </a:prstGeom>
        </p:spPr>
      </p:pic>
      <p:sp>
        <p:nvSpPr>
          <p:cNvPr id="10" name="Rectangle 9">
            <a:extLst>
              <a:ext uri="{FF2B5EF4-FFF2-40B4-BE49-F238E27FC236}">
                <a16:creationId xmlns:a16="http://schemas.microsoft.com/office/drawing/2014/main" id="{B50AB553-2A96-4A92-96F2-93548E09695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gradFill>
            <a:gsLst>
              <a:gs pos="10000">
                <a:schemeClr val="bg2">
                  <a:alpha val="68000"/>
                </a:schemeClr>
              </a:gs>
              <a:gs pos="85000">
                <a:schemeClr val="bg2">
                  <a:alpha val="97000"/>
                </a:schemeClr>
              </a:gs>
            </a:gsLst>
            <a:path path="circle">
              <a:fillToRect l="50000" t="50000" r="50000" b="50000"/>
            </a:path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7836DEED-A91E-1D7A-EBAB-E3B36DBA7F2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 vert="horz" lIns="91440" tIns="45720" rIns="91440" bIns="45720" rtlCol="0" anchor="ctr">
            <a:normAutofit/>
          </a:bodyPr>
          <a:lstStyle/>
          <a:p>
            <a:pPr marR="0"/>
            <a:r>
              <a:rPr lang="en-US" b="0" i="0" u="none" strike="noStrike" baseline="0"/>
              <a:t>Deployment Services</a:t>
            </a:r>
          </a:p>
        </p:txBody>
      </p:sp>
      <p:graphicFrame>
        <p:nvGraphicFramePr>
          <p:cNvPr id="5" name="Text Placeholder 2">
            <a:extLst>
              <a:ext uri="{FF2B5EF4-FFF2-40B4-BE49-F238E27FC236}">
                <a16:creationId xmlns:a16="http://schemas.microsoft.com/office/drawing/2014/main" id="{7B153164-39DB-D87D-956B-4998FDB9A445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1956379939"/>
              </p:ext>
            </p:extLst>
          </p:nvPr>
        </p:nvGraphicFramePr>
        <p:xfrm>
          <a:off x="838200" y="1825625"/>
          <a:ext cx="10515600" cy="4351338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3" r:lo="rId4" r:qs="rId5" r:cs="rId6"/>
          </a:graphicData>
        </a:graphic>
      </p:graphicFrame>
    </p:spTree>
    <p:extLst>
      <p:ext uri="{BB962C8B-B14F-4D97-AF65-F5344CB8AC3E}">
        <p14:creationId xmlns:p14="http://schemas.microsoft.com/office/powerpoint/2010/main" val="1553440348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9" name="Rectangle 8">
            <a:extLst>
              <a:ext uri="{FF2B5EF4-FFF2-40B4-BE49-F238E27FC236}">
                <a16:creationId xmlns:a16="http://schemas.microsoft.com/office/drawing/2014/main" id="{9DBC8166-481C-4473-95F5-9A5B9073B7F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88952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Freeform: Shape 10">
            <a:extLst>
              <a:ext uri="{FF2B5EF4-FFF2-40B4-BE49-F238E27FC236}">
                <a16:creationId xmlns:a16="http://schemas.microsoft.com/office/drawing/2014/main" id="{A5A5CE6E-90AF-4D43-A014-1F9EC83EB93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1"/>
            <a:ext cx="4512467" cy="6858000"/>
          </a:xfrm>
          <a:custGeom>
            <a:avLst/>
            <a:gdLst>
              <a:gd name="connsiteX0" fmla="*/ 0 w 4512467"/>
              <a:gd name="connsiteY0" fmla="*/ 0 h 6858000"/>
              <a:gd name="connsiteX1" fmla="*/ 2579526 w 4512467"/>
              <a:gd name="connsiteY1" fmla="*/ 0 h 6858000"/>
              <a:gd name="connsiteX2" fmla="*/ 2583267 w 4512467"/>
              <a:gd name="connsiteY2" fmla="*/ 2151 h 6858000"/>
              <a:gd name="connsiteX3" fmla="*/ 4512467 w 4512467"/>
              <a:gd name="connsiteY3" fmla="*/ 3429000 h 6858000"/>
              <a:gd name="connsiteX4" fmla="*/ 2583267 w 4512467"/>
              <a:gd name="connsiteY4" fmla="*/ 6855849 h 6858000"/>
              <a:gd name="connsiteX5" fmla="*/ 2579526 w 4512467"/>
              <a:gd name="connsiteY5" fmla="*/ 6858000 h 6858000"/>
              <a:gd name="connsiteX6" fmla="*/ 0 w 4512467"/>
              <a:gd name="connsiteY6" fmla="*/ 6858000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4512467" h="6858000">
                <a:moveTo>
                  <a:pt x="0" y="0"/>
                </a:moveTo>
                <a:lnTo>
                  <a:pt x="2579526" y="0"/>
                </a:lnTo>
                <a:lnTo>
                  <a:pt x="2583267" y="2151"/>
                </a:lnTo>
                <a:cubicBezTo>
                  <a:pt x="3739868" y="704919"/>
                  <a:pt x="4512467" y="1976735"/>
                  <a:pt x="4512467" y="3429000"/>
                </a:cubicBezTo>
                <a:cubicBezTo>
                  <a:pt x="4512467" y="4881266"/>
                  <a:pt x="3739868" y="6153081"/>
                  <a:pt x="2583267" y="6855849"/>
                </a:cubicBezTo>
                <a:lnTo>
                  <a:pt x="2579526" y="6858000"/>
                </a:lnTo>
                <a:lnTo>
                  <a:pt x="0" y="6858000"/>
                </a:ln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>
              <a:solidFill>
                <a:schemeClr val="bg1"/>
              </a:solidFill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8C1BE9CC-38B2-C165-DB52-B6E45F32CFD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643467"/>
            <a:ext cx="2951205" cy="5571066"/>
          </a:xfrm>
        </p:spPr>
        <p:txBody>
          <a:bodyPr vert="horz" lIns="91440" tIns="45720" rIns="91440" bIns="45720" rtlCol="0" anchor="ctr">
            <a:normAutofit/>
          </a:bodyPr>
          <a:lstStyle/>
          <a:p>
            <a:pPr marR="0"/>
            <a:r>
              <a:rPr lang="en-US" b="0" i="0" u="none" strike="noStrike" kern="1200" baseline="0">
                <a:solidFill>
                  <a:srgbClr val="FFFFFF"/>
                </a:solidFill>
                <a:latin typeface="+mj-lt"/>
                <a:ea typeface="+mj-ea"/>
                <a:cs typeface="+mj-cs"/>
              </a:rPr>
              <a:t>Availability</a:t>
            </a:r>
          </a:p>
        </p:txBody>
      </p:sp>
      <p:graphicFrame>
        <p:nvGraphicFramePr>
          <p:cNvPr id="5" name="Text Placeholder 2">
            <a:extLst>
              <a:ext uri="{FF2B5EF4-FFF2-40B4-BE49-F238E27FC236}">
                <a16:creationId xmlns:a16="http://schemas.microsoft.com/office/drawing/2014/main" id="{311804D9-3DCC-BC4E-870B-7182277253D0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1775311272"/>
              </p:ext>
            </p:extLst>
          </p:nvPr>
        </p:nvGraphicFramePr>
        <p:xfrm>
          <a:off x="5207640" y="643466"/>
          <a:ext cx="6291714" cy="5530735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599154567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9" name="Slide Background">
            <a:extLst>
              <a:ext uri="{FF2B5EF4-FFF2-40B4-BE49-F238E27FC236}">
                <a16:creationId xmlns:a16="http://schemas.microsoft.com/office/drawing/2014/main" id="{C0763A76-9F1C-4FC5-82B7-DD475DA461B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 bwMode="white">
          <a:xfrm>
            <a:off x="-1" y="0"/>
            <a:ext cx="12191999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en-US"/>
          </a:p>
        </p:txBody>
      </p:sp>
      <p:sp useBgFill="1">
        <p:nvSpPr>
          <p:cNvPr id="11" name="Rectangle 10">
            <a:extLst>
              <a:ext uri="{FF2B5EF4-FFF2-40B4-BE49-F238E27FC236}">
                <a16:creationId xmlns:a16="http://schemas.microsoft.com/office/drawing/2014/main" id="{E81BF4F6-F2CF-4984-9D14-D6966D92F99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" y="0"/>
            <a:ext cx="8522446" cy="2285999"/>
          </a:xfrm>
          <a:prstGeom prst="rect">
            <a:avLst/>
          </a:prstGeom>
          <a:ln>
            <a:noFill/>
          </a:ln>
          <a:effectLst>
            <a:outerShdw blurRad="596900" dist="304800" dir="7140000" sx="90000" sy="90000" algn="t" rotWithShape="0">
              <a:srgbClr val="000000">
                <a:alpha val="15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35AB72BC-8D5B-5E43-4213-D8D7415649A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61803" y="350196"/>
            <a:ext cx="4646904" cy="1624520"/>
          </a:xfrm>
        </p:spPr>
        <p:txBody>
          <a:bodyPr vert="horz" lIns="91440" tIns="45720" rIns="91440" bIns="45720" rtlCol="0" anchor="ctr">
            <a:normAutofit/>
          </a:bodyPr>
          <a:lstStyle/>
          <a:p>
            <a:pPr marR="0"/>
            <a:r>
              <a:rPr lang="en-US" sz="4000" b="0" i="0" u="none" strike="noStrike" baseline="0"/>
              <a:t>Security in the Cloud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68A1E40-7C5E-C349-DE1E-F68D4C1009F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761802" y="2743200"/>
            <a:ext cx="5955521" cy="3613149"/>
          </a:xfrm>
        </p:spPr>
        <p:txBody>
          <a:bodyPr vert="horz" lIns="91440" tIns="45720" rIns="91440" bIns="45720" rtlCol="0" anchor="ctr">
            <a:normAutofit/>
          </a:bodyPr>
          <a:lstStyle/>
          <a:p>
            <a:pPr lvl="0"/>
            <a:r>
              <a:rPr lang="en-US" sz="1900" b="1" dirty="0"/>
              <a:t>Shared responsibility</a:t>
            </a:r>
            <a:r>
              <a:rPr lang="en-US" sz="1900" dirty="0"/>
              <a:t>: </a:t>
            </a:r>
          </a:p>
          <a:p>
            <a:pPr lvl="1"/>
            <a:r>
              <a:rPr lang="en-US" sz="1900" dirty="0"/>
              <a:t>Provider secures the infrastructure</a:t>
            </a:r>
          </a:p>
          <a:p>
            <a:pPr lvl="1"/>
            <a:r>
              <a:rPr lang="en-US" sz="1900" dirty="0"/>
              <a:t>You secure your code, data, and access</a:t>
            </a:r>
          </a:p>
          <a:p>
            <a:pPr lvl="0"/>
            <a:r>
              <a:rPr lang="en-US" sz="1900" dirty="0"/>
              <a:t>Encryption for data in transit and at rest</a:t>
            </a:r>
          </a:p>
          <a:p>
            <a:pPr lvl="0"/>
            <a:r>
              <a:rPr lang="en-US" sz="1900" dirty="0"/>
              <a:t>Identity and Access Management (IAM)</a:t>
            </a:r>
          </a:p>
          <a:p>
            <a:pPr lvl="0"/>
            <a:r>
              <a:rPr lang="en-US" sz="1900" dirty="0"/>
              <a:t>Firewalls, private networks, and monitoring tools</a:t>
            </a:r>
          </a:p>
          <a:p>
            <a:endParaRPr lang="en-US" sz="1900" dirty="0"/>
          </a:p>
        </p:txBody>
      </p:sp>
      <p:pic>
        <p:nvPicPr>
          <p:cNvPr id="5" name="Picture 4" descr="Transparent padlock">
            <a:extLst>
              <a:ext uri="{FF2B5EF4-FFF2-40B4-BE49-F238E27FC236}">
                <a16:creationId xmlns:a16="http://schemas.microsoft.com/office/drawing/2014/main" id="{86EF5170-01BD-E270-47F9-212222288F6F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7930" r="33784" b="2"/>
          <a:stretch>
            <a:fillRect/>
          </a:stretch>
        </p:blipFill>
        <p:spPr>
          <a:xfrm>
            <a:off x="7069015" y="1"/>
            <a:ext cx="512981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49017440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Rectangle 175">
            <a:extLst>
              <a:ext uri="{FF2B5EF4-FFF2-40B4-BE49-F238E27FC236}">
                <a16:creationId xmlns:a16="http://schemas.microsoft.com/office/drawing/2014/main" id="{B50AB553-2A96-4A92-96F2-93548E09695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gradFill>
            <a:gsLst>
              <a:gs pos="10000">
                <a:schemeClr val="bg2">
                  <a:alpha val="68000"/>
                </a:schemeClr>
              </a:gs>
              <a:gs pos="85000">
                <a:schemeClr val="bg2">
                  <a:alpha val="97000"/>
                </a:schemeClr>
              </a:gs>
            </a:gsLst>
            <a:path path="circle">
              <a:fillToRect l="50000" t="50000" r="50000" b="50000"/>
            </a:path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E0CAFF75-B544-8588-975B-BAF0CA287A6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22273" y="2103437"/>
            <a:ext cx="2636196" cy="874225"/>
          </a:xfrm>
          <a:ln>
            <a:solidFill>
              <a:schemeClr val="bg1"/>
            </a:solidFill>
          </a:ln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>
            <a:normAutofit/>
          </a:bodyPr>
          <a:lstStyle/>
          <a:p>
            <a:pPr algn="ctr"/>
            <a:r>
              <a:rPr lang="en-GB" sz="2800" dirty="0"/>
              <a:t>Responsibility</a:t>
            </a:r>
          </a:p>
        </p:txBody>
      </p:sp>
      <p:grpSp>
        <p:nvGrpSpPr>
          <p:cNvPr id="179" name="Group 178">
            <a:extLst>
              <a:ext uri="{FF2B5EF4-FFF2-40B4-BE49-F238E27FC236}">
                <a16:creationId xmlns:a16="http://schemas.microsoft.com/office/drawing/2014/main" id="{14E559CD-55C3-D926-93DE-3EF141795179}"/>
              </a:ext>
            </a:extLst>
          </p:cNvPr>
          <p:cNvGrpSpPr/>
          <p:nvPr/>
        </p:nvGrpSpPr>
        <p:grpSpPr>
          <a:xfrm>
            <a:off x="3273152" y="817252"/>
            <a:ext cx="8630687" cy="5223495"/>
            <a:chOff x="142844" y="928694"/>
            <a:chExt cx="8630687" cy="5223495"/>
          </a:xfrm>
        </p:grpSpPr>
        <p:grpSp>
          <p:nvGrpSpPr>
            <p:cNvPr id="180" name="Group 179">
              <a:extLst>
                <a:ext uri="{FF2B5EF4-FFF2-40B4-BE49-F238E27FC236}">
                  <a16:creationId xmlns:a16="http://schemas.microsoft.com/office/drawing/2014/main" id="{D399CF77-0076-423D-EA47-8578C1FBDD7A}"/>
                </a:ext>
              </a:extLst>
            </p:cNvPr>
            <p:cNvGrpSpPr/>
            <p:nvPr/>
          </p:nvGrpSpPr>
          <p:grpSpPr>
            <a:xfrm>
              <a:off x="4541364" y="928695"/>
              <a:ext cx="2032907" cy="4712840"/>
              <a:chOff x="4511783" y="1502228"/>
              <a:chExt cx="2032907" cy="4712840"/>
            </a:xfrm>
          </p:grpSpPr>
          <p:sp>
            <p:nvSpPr>
              <p:cNvPr id="216" name="Rectangle 215">
                <a:extLst>
                  <a:ext uri="{FF2B5EF4-FFF2-40B4-BE49-F238E27FC236}">
                    <a16:creationId xmlns:a16="http://schemas.microsoft.com/office/drawing/2014/main" id="{BCBBC7E3-6FDE-4FA8-AA3F-BE80E30426C0}"/>
                  </a:ext>
                </a:extLst>
              </p:cNvPr>
              <p:cNvSpPr/>
              <p:nvPr/>
            </p:nvSpPr>
            <p:spPr>
              <a:xfrm>
                <a:off x="4511783" y="1502228"/>
                <a:ext cx="2032907" cy="4712840"/>
              </a:xfrm>
              <a:prstGeom prst="rect">
                <a:avLst/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t" anchorCtr="0"/>
              <a:lstStyle/>
              <a:p>
                <a:pPr algn="ctr"/>
                <a:r>
                  <a:rPr lang="en-GB" sz="1600" b="1" dirty="0">
                    <a:solidFill>
                      <a:schemeClr val="tx1"/>
                    </a:solidFill>
                    <a:latin typeface="Montserrat" pitchFamily="2" charset="77"/>
                    <a:cs typeface="Arial" pitchFamily="34" charset="0"/>
                  </a:rPr>
                  <a:t>PaaS </a:t>
                </a:r>
                <a:br>
                  <a:rPr lang="en-GB" sz="1600" b="1" dirty="0">
                    <a:solidFill>
                      <a:schemeClr val="tx1"/>
                    </a:solidFill>
                    <a:latin typeface="Montserrat" pitchFamily="2" charset="77"/>
                    <a:cs typeface="Arial" pitchFamily="34" charset="0"/>
                  </a:rPr>
                </a:br>
                <a:r>
                  <a:rPr lang="en-GB" sz="1100" b="1" dirty="0">
                    <a:solidFill>
                      <a:schemeClr val="tx1"/>
                    </a:solidFill>
                    <a:latin typeface="Montserrat" pitchFamily="2" charset="77"/>
                    <a:cs typeface="Arial" pitchFamily="34" charset="0"/>
                  </a:rPr>
                  <a:t>(platform)</a:t>
                </a:r>
              </a:p>
            </p:txBody>
          </p:sp>
          <p:sp>
            <p:nvSpPr>
              <p:cNvPr id="217" name="Rounded Rectangle 5">
                <a:extLst>
                  <a:ext uri="{FF2B5EF4-FFF2-40B4-BE49-F238E27FC236}">
                    <a16:creationId xmlns:a16="http://schemas.microsoft.com/office/drawing/2014/main" id="{E23916CF-3701-BC29-396E-84299B47F9CD}"/>
                  </a:ext>
                </a:extLst>
              </p:cNvPr>
              <p:cNvSpPr/>
              <p:nvPr/>
            </p:nvSpPr>
            <p:spPr>
              <a:xfrm>
                <a:off x="4585261" y="2059385"/>
                <a:ext cx="1877786" cy="387281"/>
              </a:xfrm>
              <a:prstGeom prst="roundRect">
                <a:avLst/>
              </a:prstGeom>
              <a:solidFill>
                <a:srgbClr val="40404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GB" sz="1400">
                    <a:solidFill>
                      <a:schemeClr val="bg1"/>
                    </a:solidFill>
                    <a:latin typeface="Montserrat" pitchFamily="2" charset="77"/>
                    <a:cs typeface="Arial" pitchFamily="34" charset="0"/>
                  </a:rPr>
                  <a:t>Application</a:t>
                </a:r>
              </a:p>
            </p:txBody>
          </p:sp>
          <p:sp>
            <p:nvSpPr>
              <p:cNvPr id="218" name="Rounded Rectangle 6">
                <a:extLst>
                  <a:ext uri="{FF2B5EF4-FFF2-40B4-BE49-F238E27FC236}">
                    <a16:creationId xmlns:a16="http://schemas.microsoft.com/office/drawing/2014/main" id="{9BB2F4E0-B233-1B88-E86B-248544AA2B48}"/>
                  </a:ext>
                </a:extLst>
              </p:cNvPr>
              <p:cNvSpPr/>
              <p:nvPr/>
            </p:nvSpPr>
            <p:spPr>
              <a:xfrm>
                <a:off x="4585261" y="2521021"/>
                <a:ext cx="1877786" cy="387281"/>
              </a:xfrm>
              <a:prstGeom prst="roundRect">
                <a:avLst/>
              </a:prstGeom>
              <a:solidFill>
                <a:srgbClr val="40404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GB" sz="1400">
                    <a:solidFill>
                      <a:schemeClr val="bg1"/>
                    </a:solidFill>
                    <a:latin typeface="Montserrat" pitchFamily="2" charset="77"/>
                    <a:cs typeface="Arial" pitchFamily="34" charset="0"/>
                  </a:rPr>
                  <a:t>Data</a:t>
                </a:r>
              </a:p>
            </p:txBody>
          </p:sp>
          <p:sp>
            <p:nvSpPr>
              <p:cNvPr id="219" name="Rounded Rectangle 7">
                <a:extLst>
                  <a:ext uri="{FF2B5EF4-FFF2-40B4-BE49-F238E27FC236}">
                    <a16:creationId xmlns:a16="http://schemas.microsoft.com/office/drawing/2014/main" id="{DC49F473-BC82-BF5F-74C9-FE5228B50268}"/>
                  </a:ext>
                </a:extLst>
              </p:cNvPr>
              <p:cNvSpPr/>
              <p:nvPr/>
            </p:nvSpPr>
            <p:spPr>
              <a:xfrm>
                <a:off x="4585261" y="2982658"/>
                <a:ext cx="1877786" cy="387281"/>
              </a:xfrm>
              <a:prstGeom prst="roundRect">
                <a:avLst/>
              </a:prstGeom>
              <a:solidFill>
                <a:srgbClr val="005BAA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GB" sz="1400">
                    <a:solidFill>
                      <a:schemeClr val="bg1"/>
                    </a:solidFill>
                    <a:latin typeface="Montserrat" pitchFamily="2" charset="77"/>
                    <a:cs typeface="Arial" pitchFamily="34" charset="0"/>
                  </a:rPr>
                  <a:t>Runtime</a:t>
                </a:r>
              </a:p>
            </p:txBody>
          </p:sp>
          <p:sp>
            <p:nvSpPr>
              <p:cNvPr id="220" name="Rounded Rectangle 8">
                <a:extLst>
                  <a:ext uri="{FF2B5EF4-FFF2-40B4-BE49-F238E27FC236}">
                    <a16:creationId xmlns:a16="http://schemas.microsoft.com/office/drawing/2014/main" id="{3337D9E2-124C-CA92-7C75-B0E3C5BB1246}"/>
                  </a:ext>
                </a:extLst>
              </p:cNvPr>
              <p:cNvSpPr/>
              <p:nvPr/>
            </p:nvSpPr>
            <p:spPr>
              <a:xfrm>
                <a:off x="4585261" y="3444294"/>
                <a:ext cx="1877786" cy="387281"/>
              </a:xfrm>
              <a:prstGeom prst="roundRect">
                <a:avLst/>
              </a:prstGeom>
              <a:solidFill>
                <a:srgbClr val="005BAA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GB" sz="1400">
                    <a:solidFill>
                      <a:schemeClr val="bg1"/>
                    </a:solidFill>
                    <a:latin typeface="Montserrat" pitchFamily="2" charset="77"/>
                    <a:cs typeface="Arial" pitchFamily="34" charset="0"/>
                  </a:rPr>
                  <a:t>Middleware</a:t>
                </a:r>
              </a:p>
            </p:txBody>
          </p:sp>
          <p:sp>
            <p:nvSpPr>
              <p:cNvPr id="221" name="Rounded Rectangle 9">
                <a:extLst>
                  <a:ext uri="{FF2B5EF4-FFF2-40B4-BE49-F238E27FC236}">
                    <a16:creationId xmlns:a16="http://schemas.microsoft.com/office/drawing/2014/main" id="{20412FAD-6E57-6066-71DA-3161CC839196}"/>
                  </a:ext>
                </a:extLst>
              </p:cNvPr>
              <p:cNvSpPr/>
              <p:nvPr/>
            </p:nvSpPr>
            <p:spPr>
              <a:xfrm>
                <a:off x="4585261" y="3905931"/>
                <a:ext cx="1877786" cy="387281"/>
              </a:xfrm>
              <a:prstGeom prst="roundRect">
                <a:avLst/>
              </a:prstGeom>
              <a:solidFill>
                <a:srgbClr val="005BAA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GB" sz="1400">
                    <a:solidFill>
                      <a:schemeClr val="bg1"/>
                    </a:solidFill>
                    <a:latin typeface="Montserrat" pitchFamily="2" charset="77"/>
                    <a:cs typeface="Arial" pitchFamily="34" charset="0"/>
                  </a:rPr>
                  <a:t>Operating System</a:t>
                </a:r>
              </a:p>
            </p:txBody>
          </p:sp>
          <p:sp>
            <p:nvSpPr>
              <p:cNvPr id="222" name="Rounded Rectangle 10">
                <a:extLst>
                  <a:ext uri="{FF2B5EF4-FFF2-40B4-BE49-F238E27FC236}">
                    <a16:creationId xmlns:a16="http://schemas.microsoft.com/office/drawing/2014/main" id="{4F03C7D5-D71B-8318-08BE-9304F8438CBC}"/>
                  </a:ext>
                </a:extLst>
              </p:cNvPr>
              <p:cNvSpPr/>
              <p:nvPr/>
            </p:nvSpPr>
            <p:spPr>
              <a:xfrm>
                <a:off x="4585261" y="4367567"/>
                <a:ext cx="1877786" cy="387281"/>
              </a:xfrm>
              <a:prstGeom prst="roundRect">
                <a:avLst/>
              </a:prstGeom>
              <a:solidFill>
                <a:srgbClr val="005BAA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GB" sz="1400">
                    <a:solidFill>
                      <a:schemeClr val="bg1"/>
                    </a:solidFill>
                    <a:latin typeface="Montserrat" pitchFamily="2" charset="77"/>
                    <a:cs typeface="Arial" pitchFamily="34" charset="0"/>
                  </a:rPr>
                  <a:t>Virtualisation</a:t>
                </a:r>
              </a:p>
            </p:txBody>
          </p:sp>
          <p:sp>
            <p:nvSpPr>
              <p:cNvPr id="223" name="Rounded Rectangle 11">
                <a:extLst>
                  <a:ext uri="{FF2B5EF4-FFF2-40B4-BE49-F238E27FC236}">
                    <a16:creationId xmlns:a16="http://schemas.microsoft.com/office/drawing/2014/main" id="{9C86091D-86C3-7224-A1AB-C22839AA0F6E}"/>
                  </a:ext>
                </a:extLst>
              </p:cNvPr>
              <p:cNvSpPr/>
              <p:nvPr/>
            </p:nvSpPr>
            <p:spPr>
              <a:xfrm>
                <a:off x="4585261" y="4829204"/>
                <a:ext cx="1877786" cy="387281"/>
              </a:xfrm>
              <a:prstGeom prst="roundRect">
                <a:avLst/>
              </a:prstGeom>
              <a:solidFill>
                <a:srgbClr val="005BAA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GB" sz="1400">
                    <a:solidFill>
                      <a:schemeClr val="bg1"/>
                    </a:solidFill>
                    <a:latin typeface="Montserrat" pitchFamily="2" charset="77"/>
                    <a:cs typeface="Arial" pitchFamily="34" charset="0"/>
                  </a:rPr>
                  <a:t>Physical server</a:t>
                </a:r>
              </a:p>
            </p:txBody>
          </p:sp>
          <p:sp>
            <p:nvSpPr>
              <p:cNvPr id="224" name="Rounded Rectangle 12">
                <a:extLst>
                  <a:ext uri="{FF2B5EF4-FFF2-40B4-BE49-F238E27FC236}">
                    <a16:creationId xmlns:a16="http://schemas.microsoft.com/office/drawing/2014/main" id="{59977314-1D3C-3327-A868-D5966E2F195B}"/>
                  </a:ext>
                </a:extLst>
              </p:cNvPr>
              <p:cNvSpPr/>
              <p:nvPr/>
            </p:nvSpPr>
            <p:spPr>
              <a:xfrm>
                <a:off x="4585261" y="5290841"/>
                <a:ext cx="1877786" cy="387281"/>
              </a:xfrm>
              <a:prstGeom prst="roundRect">
                <a:avLst/>
              </a:prstGeom>
              <a:solidFill>
                <a:srgbClr val="005BAA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GB" sz="1400">
                    <a:solidFill>
                      <a:schemeClr val="bg1"/>
                    </a:solidFill>
                    <a:latin typeface="Montserrat" pitchFamily="2" charset="77"/>
                    <a:cs typeface="Arial" pitchFamily="34" charset="0"/>
                  </a:rPr>
                  <a:t>Physical storage</a:t>
                </a:r>
              </a:p>
            </p:txBody>
          </p:sp>
          <p:sp>
            <p:nvSpPr>
              <p:cNvPr id="225" name="Rounded Rectangle 13">
                <a:extLst>
                  <a:ext uri="{FF2B5EF4-FFF2-40B4-BE49-F238E27FC236}">
                    <a16:creationId xmlns:a16="http://schemas.microsoft.com/office/drawing/2014/main" id="{0492AE38-41D5-AA8D-AA8A-5CB5085D7803}"/>
                  </a:ext>
                </a:extLst>
              </p:cNvPr>
              <p:cNvSpPr/>
              <p:nvPr/>
            </p:nvSpPr>
            <p:spPr>
              <a:xfrm>
                <a:off x="4585261" y="5752474"/>
                <a:ext cx="1877786" cy="387281"/>
              </a:xfrm>
              <a:prstGeom prst="roundRect">
                <a:avLst/>
              </a:prstGeom>
              <a:solidFill>
                <a:srgbClr val="005BAA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GB" sz="1400">
                    <a:solidFill>
                      <a:schemeClr val="bg1"/>
                    </a:solidFill>
                    <a:latin typeface="Montserrat" pitchFamily="2" charset="77"/>
                    <a:cs typeface="Arial" pitchFamily="34" charset="0"/>
                  </a:rPr>
                  <a:t>Physical network</a:t>
                </a:r>
              </a:p>
            </p:txBody>
          </p:sp>
        </p:grpSp>
        <p:grpSp>
          <p:nvGrpSpPr>
            <p:cNvPr id="181" name="Group 180">
              <a:extLst>
                <a:ext uri="{FF2B5EF4-FFF2-40B4-BE49-F238E27FC236}">
                  <a16:creationId xmlns:a16="http://schemas.microsoft.com/office/drawing/2014/main" id="{6C4DEC52-7E0F-70CC-E58E-25DD38EDBAA7}"/>
                </a:ext>
              </a:extLst>
            </p:cNvPr>
            <p:cNvGrpSpPr/>
            <p:nvPr/>
          </p:nvGrpSpPr>
          <p:grpSpPr>
            <a:xfrm>
              <a:off x="2342104" y="928696"/>
              <a:ext cx="2032907" cy="4712840"/>
              <a:chOff x="2312523" y="1502229"/>
              <a:chExt cx="2032907" cy="4712840"/>
            </a:xfrm>
          </p:grpSpPr>
          <p:sp>
            <p:nvSpPr>
              <p:cNvPr id="206" name="Rectangle 205">
                <a:extLst>
                  <a:ext uri="{FF2B5EF4-FFF2-40B4-BE49-F238E27FC236}">
                    <a16:creationId xmlns:a16="http://schemas.microsoft.com/office/drawing/2014/main" id="{4BF58F88-2EF0-F778-F97E-6025DFF370CE}"/>
                  </a:ext>
                </a:extLst>
              </p:cNvPr>
              <p:cNvSpPr/>
              <p:nvPr/>
            </p:nvSpPr>
            <p:spPr>
              <a:xfrm>
                <a:off x="2312523" y="1502229"/>
                <a:ext cx="2032907" cy="4712840"/>
              </a:xfrm>
              <a:prstGeom prst="rect">
                <a:avLst/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t" anchorCtr="0"/>
              <a:lstStyle/>
              <a:p>
                <a:pPr algn="ctr"/>
                <a:r>
                  <a:rPr lang="en-GB" sz="1600" b="1" err="1">
                    <a:solidFill>
                      <a:schemeClr val="tx1"/>
                    </a:solidFill>
                    <a:latin typeface="Montserrat" pitchFamily="2" charset="77"/>
                    <a:cs typeface="Arial" pitchFamily="34" charset="0"/>
                  </a:rPr>
                  <a:t>IaaS</a:t>
                </a:r>
                <a:r>
                  <a:rPr lang="en-GB" sz="1600" b="1">
                    <a:solidFill>
                      <a:schemeClr val="tx1"/>
                    </a:solidFill>
                    <a:latin typeface="Montserrat" pitchFamily="2" charset="77"/>
                    <a:cs typeface="Arial" pitchFamily="34" charset="0"/>
                  </a:rPr>
                  <a:t> </a:t>
                </a:r>
                <a:br>
                  <a:rPr lang="en-GB" b="1">
                    <a:solidFill>
                      <a:schemeClr val="tx1"/>
                    </a:solidFill>
                    <a:latin typeface="Montserrat" pitchFamily="2" charset="77"/>
                    <a:cs typeface="Arial" pitchFamily="34" charset="0"/>
                  </a:rPr>
                </a:br>
                <a:r>
                  <a:rPr lang="en-GB" sz="1100" b="1">
                    <a:solidFill>
                      <a:schemeClr val="tx1"/>
                    </a:solidFill>
                    <a:latin typeface="Montserrat" pitchFamily="2" charset="77"/>
                    <a:cs typeface="Arial" pitchFamily="34" charset="0"/>
                  </a:rPr>
                  <a:t>(infrastructure)</a:t>
                </a:r>
                <a:endParaRPr lang="en-GB" sz="1000" b="1">
                  <a:solidFill>
                    <a:schemeClr val="tx1"/>
                  </a:solidFill>
                  <a:latin typeface="Montserrat" pitchFamily="2" charset="77"/>
                  <a:cs typeface="Arial" pitchFamily="34" charset="0"/>
                </a:endParaRPr>
              </a:p>
            </p:txBody>
          </p:sp>
          <p:sp>
            <p:nvSpPr>
              <p:cNvPr id="207" name="Rounded Rectangle 18">
                <a:extLst>
                  <a:ext uri="{FF2B5EF4-FFF2-40B4-BE49-F238E27FC236}">
                    <a16:creationId xmlns:a16="http://schemas.microsoft.com/office/drawing/2014/main" id="{0D9C55D2-366C-BC67-A110-9C501329DDA1}"/>
                  </a:ext>
                </a:extLst>
              </p:cNvPr>
              <p:cNvSpPr/>
              <p:nvPr/>
            </p:nvSpPr>
            <p:spPr>
              <a:xfrm>
                <a:off x="2386001" y="2059386"/>
                <a:ext cx="1877786" cy="387281"/>
              </a:xfrm>
              <a:prstGeom prst="roundRect">
                <a:avLst/>
              </a:prstGeom>
              <a:solidFill>
                <a:srgbClr val="40404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GB" sz="1400">
                    <a:solidFill>
                      <a:schemeClr val="bg1"/>
                    </a:solidFill>
                    <a:latin typeface="Montserrat" pitchFamily="2" charset="77"/>
                    <a:cs typeface="Arial" pitchFamily="34" charset="0"/>
                  </a:rPr>
                  <a:t>Application</a:t>
                </a:r>
              </a:p>
            </p:txBody>
          </p:sp>
          <p:sp>
            <p:nvSpPr>
              <p:cNvPr id="208" name="Rounded Rectangle 19">
                <a:extLst>
                  <a:ext uri="{FF2B5EF4-FFF2-40B4-BE49-F238E27FC236}">
                    <a16:creationId xmlns:a16="http://schemas.microsoft.com/office/drawing/2014/main" id="{2B3A0373-A681-55B2-1A65-FC0AC9AB00CC}"/>
                  </a:ext>
                </a:extLst>
              </p:cNvPr>
              <p:cNvSpPr/>
              <p:nvPr/>
            </p:nvSpPr>
            <p:spPr>
              <a:xfrm>
                <a:off x="2386001" y="2521022"/>
                <a:ext cx="1877786" cy="387281"/>
              </a:xfrm>
              <a:prstGeom prst="roundRect">
                <a:avLst/>
              </a:prstGeom>
              <a:solidFill>
                <a:srgbClr val="40404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GB" sz="1400">
                    <a:solidFill>
                      <a:schemeClr val="bg1"/>
                    </a:solidFill>
                    <a:latin typeface="Montserrat" pitchFamily="2" charset="77"/>
                    <a:cs typeface="Arial" pitchFamily="34" charset="0"/>
                  </a:rPr>
                  <a:t>Data</a:t>
                </a:r>
              </a:p>
            </p:txBody>
          </p:sp>
          <p:sp>
            <p:nvSpPr>
              <p:cNvPr id="209" name="Rounded Rectangle 20">
                <a:extLst>
                  <a:ext uri="{FF2B5EF4-FFF2-40B4-BE49-F238E27FC236}">
                    <a16:creationId xmlns:a16="http://schemas.microsoft.com/office/drawing/2014/main" id="{2C4C7173-F96F-7E80-9EC4-0A3651DB8F52}"/>
                  </a:ext>
                </a:extLst>
              </p:cNvPr>
              <p:cNvSpPr/>
              <p:nvPr/>
            </p:nvSpPr>
            <p:spPr>
              <a:xfrm>
                <a:off x="2386001" y="2982659"/>
                <a:ext cx="1877786" cy="387281"/>
              </a:xfrm>
              <a:prstGeom prst="roundRect">
                <a:avLst/>
              </a:prstGeom>
              <a:solidFill>
                <a:srgbClr val="40404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GB" sz="1400">
                    <a:solidFill>
                      <a:schemeClr val="bg1"/>
                    </a:solidFill>
                    <a:latin typeface="Montserrat" pitchFamily="2" charset="77"/>
                    <a:cs typeface="Arial" pitchFamily="34" charset="0"/>
                  </a:rPr>
                  <a:t>Runtime</a:t>
                </a:r>
              </a:p>
            </p:txBody>
          </p:sp>
          <p:sp>
            <p:nvSpPr>
              <p:cNvPr id="210" name="Rounded Rectangle 21">
                <a:extLst>
                  <a:ext uri="{FF2B5EF4-FFF2-40B4-BE49-F238E27FC236}">
                    <a16:creationId xmlns:a16="http://schemas.microsoft.com/office/drawing/2014/main" id="{A4630457-0C41-8ADF-AAFB-9D73B9476292}"/>
                  </a:ext>
                </a:extLst>
              </p:cNvPr>
              <p:cNvSpPr/>
              <p:nvPr/>
            </p:nvSpPr>
            <p:spPr>
              <a:xfrm>
                <a:off x="2386001" y="3444295"/>
                <a:ext cx="1877786" cy="387281"/>
              </a:xfrm>
              <a:prstGeom prst="roundRect">
                <a:avLst/>
              </a:prstGeom>
              <a:solidFill>
                <a:srgbClr val="40404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GB" sz="1400">
                    <a:solidFill>
                      <a:schemeClr val="bg1"/>
                    </a:solidFill>
                    <a:latin typeface="Montserrat" pitchFamily="2" charset="77"/>
                    <a:cs typeface="Arial" pitchFamily="34" charset="0"/>
                  </a:rPr>
                  <a:t>Middleware</a:t>
                </a:r>
              </a:p>
            </p:txBody>
          </p:sp>
          <p:sp>
            <p:nvSpPr>
              <p:cNvPr id="211" name="Rounded Rectangle 22">
                <a:extLst>
                  <a:ext uri="{FF2B5EF4-FFF2-40B4-BE49-F238E27FC236}">
                    <a16:creationId xmlns:a16="http://schemas.microsoft.com/office/drawing/2014/main" id="{7ACFB30A-584D-555F-31BC-6E05E7DD3DB8}"/>
                  </a:ext>
                </a:extLst>
              </p:cNvPr>
              <p:cNvSpPr/>
              <p:nvPr/>
            </p:nvSpPr>
            <p:spPr>
              <a:xfrm>
                <a:off x="2386001" y="3905932"/>
                <a:ext cx="1877786" cy="387281"/>
              </a:xfrm>
              <a:prstGeom prst="roundRect">
                <a:avLst/>
              </a:prstGeom>
              <a:solidFill>
                <a:srgbClr val="40404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GB" sz="1400">
                    <a:solidFill>
                      <a:schemeClr val="bg1"/>
                    </a:solidFill>
                    <a:latin typeface="Montserrat" pitchFamily="2" charset="77"/>
                    <a:cs typeface="Arial" pitchFamily="34" charset="0"/>
                  </a:rPr>
                  <a:t>Operating System</a:t>
                </a:r>
              </a:p>
            </p:txBody>
          </p:sp>
          <p:sp>
            <p:nvSpPr>
              <p:cNvPr id="212" name="Rounded Rectangle 23">
                <a:extLst>
                  <a:ext uri="{FF2B5EF4-FFF2-40B4-BE49-F238E27FC236}">
                    <a16:creationId xmlns:a16="http://schemas.microsoft.com/office/drawing/2014/main" id="{29074973-E13F-7C7E-2859-3C94DA8FA12A}"/>
                  </a:ext>
                </a:extLst>
              </p:cNvPr>
              <p:cNvSpPr/>
              <p:nvPr/>
            </p:nvSpPr>
            <p:spPr>
              <a:xfrm>
                <a:off x="2386001" y="4367568"/>
                <a:ext cx="1877786" cy="387281"/>
              </a:xfrm>
              <a:prstGeom prst="roundRect">
                <a:avLst/>
              </a:prstGeom>
              <a:solidFill>
                <a:srgbClr val="005BAA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GB" sz="1400">
                    <a:solidFill>
                      <a:schemeClr val="bg1"/>
                    </a:solidFill>
                    <a:latin typeface="Montserrat" pitchFamily="2" charset="77"/>
                    <a:cs typeface="Arial" pitchFamily="34" charset="0"/>
                  </a:rPr>
                  <a:t>Virtualisation</a:t>
                </a:r>
              </a:p>
            </p:txBody>
          </p:sp>
          <p:sp>
            <p:nvSpPr>
              <p:cNvPr id="213" name="Rounded Rectangle 24">
                <a:extLst>
                  <a:ext uri="{FF2B5EF4-FFF2-40B4-BE49-F238E27FC236}">
                    <a16:creationId xmlns:a16="http://schemas.microsoft.com/office/drawing/2014/main" id="{C5A7CB88-FD9A-2C5F-1BF5-AE245F915303}"/>
                  </a:ext>
                </a:extLst>
              </p:cNvPr>
              <p:cNvSpPr/>
              <p:nvPr/>
            </p:nvSpPr>
            <p:spPr>
              <a:xfrm>
                <a:off x="2386001" y="4829205"/>
                <a:ext cx="1877786" cy="387281"/>
              </a:xfrm>
              <a:prstGeom prst="roundRect">
                <a:avLst/>
              </a:prstGeom>
              <a:solidFill>
                <a:srgbClr val="005BAA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GB" sz="1400">
                    <a:solidFill>
                      <a:schemeClr val="bg1"/>
                    </a:solidFill>
                    <a:latin typeface="Montserrat" pitchFamily="2" charset="77"/>
                    <a:cs typeface="Arial" pitchFamily="34" charset="0"/>
                  </a:rPr>
                  <a:t>Physical server</a:t>
                </a:r>
              </a:p>
            </p:txBody>
          </p:sp>
          <p:sp>
            <p:nvSpPr>
              <p:cNvPr id="214" name="Rounded Rectangle 25">
                <a:extLst>
                  <a:ext uri="{FF2B5EF4-FFF2-40B4-BE49-F238E27FC236}">
                    <a16:creationId xmlns:a16="http://schemas.microsoft.com/office/drawing/2014/main" id="{2EFAFA62-C0A3-370B-F4DF-1E51AB76A56C}"/>
                  </a:ext>
                </a:extLst>
              </p:cNvPr>
              <p:cNvSpPr/>
              <p:nvPr/>
            </p:nvSpPr>
            <p:spPr>
              <a:xfrm>
                <a:off x="2386001" y="5290842"/>
                <a:ext cx="1877786" cy="387281"/>
              </a:xfrm>
              <a:prstGeom prst="roundRect">
                <a:avLst/>
              </a:prstGeom>
              <a:solidFill>
                <a:srgbClr val="005BAA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GB" sz="1400">
                    <a:solidFill>
                      <a:schemeClr val="bg1"/>
                    </a:solidFill>
                    <a:latin typeface="Montserrat" pitchFamily="2" charset="77"/>
                    <a:cs typeface="Arial" pitchFamily="34" charset="0"/>
                  </a:rPr>
                  <a:t>Physical storage</a:t>
                </a:r>
              </a:p>
            </p:txBody>
          </p:sp>
          <p:sp>
            <p:nvSpPr>
              <p:cNvPr id="215" name="Rounded Rectangle 26">
                <a:extLst>
                  <a:ext uri="{FF2B5EF4-FFF2-40B4-BE49-F238E27FC236}">
                    <a16:creationId xmlns:a16="http://schemas.microsoft.com/office/drawing/2014/main" id="{735E1929-07C6-53DE-59C7-B57ED48E1C0F}"/>
                  </a:ext>
                </a:extLst>
              </p:cNvPr>
              <p:cNvSpPr/>
              <p:nvPr/>
            </p:nvSpPr>
            <p:spPr>
              <a:xfrm>
                <a:off x="2386001" y="5752475"/>
                <a:ext cx="1877786" cy="387281"/>
              </a:xfrm>
              <a:prstGeom prst="roundRect">
                <a:avLst/>
              </a:prstGeom>
              <a:solidFill>
                <a:srgbClr val="005BAA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GB" sz="1400">
                    <a:solidFill>
                      <a:schemeClr val="bg1"/>
                    </a:solidFill>
                    <a:latin typeface="Montserrat" pitchFamily="2" charset="77"/>
                    <a:cs typeface="Arial" pitchFamily="34" charset="0"/>
                  </a:rPr>
                  <a:t>Physical network</a:t>
                </a:r>
              </a:p>
            </p:txBody>
          </p:sp>
        </p:grpSp>
        <p:grpSp>
          <p:nvGrpSpPr>
            <p:cNvPr id="182" name="Group 181">
              <a:extLst>
                <a:ext uri="{FF2B5EF4-FFF2-40B4-BE49-F238E27FC236}">
                  <a16:creationId xmlns:a16="http://schemas.microsoft.com/office/drawing/2014/main" id="{A1670860-269A-D021-4DBA-021EB6A95335}"/>
                </a:ext>
              </a:extLst>
            </p:cNvPr>
            <p:cNvGrpSpPr/>
            <p:nvPr/>
          </p:nvGrpSpPr>
          <p:grpSpPr>
            <a:xfrm>
              <a:off x="142844" y="928696"/>
              <a:ext cx="2032907" cy="4712840"/>
              <a:chOff x="113263" y="1502229"/>
              <a:chExt cx="2032907" cy="4712840"/>
            </a:xfrm>
          </p:grpSpPr>
          <p:sp>
            <p:nvSpPr>
              <p:cNvPr id="196" name="Rectangle 195">
                <a:extLst>
                  <a:ext uri="{FF2B5EF4-FFF2-40B4-BE49-F238E27FC236}">
                    <a16:creationId xmlns:a16="http://schemas.microsoft.com/office/drawing/2014/main" id="{24E1DBC9-F620-CA7E-738A-223E1879F186}"/>
                  </a:ext>
                </a:extLst>
              </p:cNvPr>
              <p:cNvSpPr/>
              <p:nvPr/>
            </p:nvSpPr>
            <p:spPr>
              <a:xfrm>
                <a:off x="113263" y="1502229"/>
                <a:ext cx="2032907" cy="4712840"/>
              </a:xfrm>
              <a:prstGeom prst="rect">
                <a:avLst/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t" anchorCtr="0"/>
              <a:lstStyle/>
              <a:p>
                <a:pPr algn="ctr"/>
                <a:r>
                  <a:rPr lang="en-GB" sz="1600" b="1">
                    <a:solidFill>
                      <a:schemeClr val="tx1"/>
                    </a:solidFill>
                    <a:latin typeface="Montserrat" pitchFamily="2" charset="77"/>
                    <a:cs typeface="Arial" pitchFamily="34" charset="0"/>
                  </a:rPr>
                  <a:t>On-Premises</a:t>
                </a:r>
                <a:endParaRPr lang="en-GB" sz="1100" b="1">
                  <a:solidFill>
                    <a:schemeClr val="tx1"/>
                  </a:solidFill>
                  <a:latin typeface="Montserrat" pitchFamily="2" charset="77"/>
                  <a:cs typeface="Arial" pitchFamily="34" charset="0"/>
                </a:endParaRPr>
              </a:p>
            </p:txBody>
          </p:sp>
          <p:sp>
            <p:nvSpPr>
              <p:cNvPr id="197" name="Rounded Rectangle 29">
                <a:extLst>
                  <a:ext uri="{FF2B5EF4-FFF2-40B4-BE49-F238E27FC236}">
                    <a16:creationId xmlns:a16="http://schemas.microsoft.com/office/drawing/2014/main" id="{ED142289-F7E8-47D9-A4D1-2C5596C3D1C7}"/>
                  </a:ext>
                </a:extLst>
              </p:cNvPr>
              <p:cNvSpPr/>
              <p:nvPr/>
            </p:nvSpPr>
            <p:spPr>
              <a:xfrm>
                <a:off x="186741" y="2059386"/>
                <a:ext cx="1877786" cy="387281"/>
              </a:xfrm>
              <a:prstGeom prst="roundRect">
                <a:avLst/>
              </a:prstGeom>
              <a:solidFill>
                <a:srgbClr val="40404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GB" sz="1400">
                    <a:solidFill>
                      <a:schemeClr val="bg1"/>
                    </a:solidFill>
                    <a:latin typeface="Montserrat" pitchFamily="2" charset="77"/>
                    <a:cs typeface="Arial" pitchFamily="34" charset="0"/>
                  </a:rPr>
                  <a:t>Application</a:t>
                </a:r>
              </a:p>
            </p:txBody>
          </p:sp>
          <p:sp>
            <p:nvSpPr>
              <p:cNvPr id="198" name="Rounded Rectangle 30">
                <a:extLst>
                  <a:ext uri="{FF2B5EF4-FFF2-40B4-BE49-F238E27FC236}">
                    <a16:creationId xmlns:a16="http://schemas.microsoft.com/office/drawing/2014/main" id="{A3A41213-EDC8-5A16-59F4-166C521C0D89}"/>
                  </a:ext>
                </a:extLst>
              </p:cNvPr>
              <p:cNvSpPr/>
              <p:nvPr/>
            </p:nvSpPr>
            <p:spPr>
              <a:xfrm>
                <a:off x="186741" y="2521022"/>
                <a:ext cx="1877786" cy="387281"/>
              </a:xfrm>
              <a:prstGeom prst="roundRect">
                <a:avLst/>
              </a:prstGeom>
              <a:solidFill>
                <a:srgbClr val="40404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GB" sz="1400">
                    <a:solidFill>
                      <a:schemeClr val="bg1"/>
                    </a:solidFill>
                    <a:latin typeface="Montserrat" pitchFamily="2" charset="77"/>
                    <a:cs typeface="Arial" pitchFamily="34" charset="0"/>
                  </a:rPr>
                  <a:t>Data</a:t>
                </a:r>
              </a:p>
            </p:txBody>
          </p:sp>
          <p:sp>
            <p:nvSpPr>
              <p:cNvPr id="199" name="Rounded Rectangle 31">
                <a:extLst>
                  <a:ext uri="{FF2B5EF4-FFF2-40B4-BE49-F238E27FC236}">
                    <a16:creationId xmlns:a16="http://schemas.microsoft.com/office/drawing/2014/main" id="{36B8B57E-D845-BFE9-8004-5DE4C6B0FC7A}"/>
                  </a:ext>
                </a:extLst>
              </p:cNvPr>
              <p:cNvSpPr/>
              <p:nvPr/>
            </p:nvSpPr>
            <p:spPr>
              <a:xfrm>
                <a:off x="186741" y="2982659"/>
                <a:ext cx="1877786" cy="387281"/>
              </a:xfrm>
              <a:prstGeom prst="roundRect">
                <a:avLst/>
              </a:prstGeom>
              <a:solidFill>
                <a:srgbClr val="40404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GB" sz="1400">
                    <a:solidFill>
                      <a:schemeClr val="bg1"/>
                    </a:solidFill>
                    <a:latin typeface="Montserrat" pitchFamily="2" charset="77"/>
                    <a:cs typeface="Arial" pitchFamily="34" charset="0"/>
                  </a:rPr>
                  <a:t>Runtime</a:t>
                </a:r>
              </a:p>
            </p:txBody>
          </p:sp>
          <p:sp>
            <p:nvSpPr>
              <p:cNvPr id="200" name="Rounded Rectangle 32">
                <a:extLst>
                  <a:ext uri="{FF2B5EF4-FFF2-40B4-BE49-F238E27FC236}">
                    <a16:creationId xmlns:a16="http://schemas.microsoft.com/office/drawing/2014/main" id="{4EC7F92A-8CED-8E13-34EF-8679AC86A9A0}"/>
                  </a:ext>
                </a:extLst>
              </p:cNvPr>
              <p:cNvSpPr/>
              <p:nvPr/>
            </p:nvSpPr>
            <p:spPr>
              <a:xfrm>
                <a:off x="186741" y="3444295"/>
                <a:ext cx="1877786" cy="387281"/>
              </a:xfrm>
              <a:prstGeom prst="roundRect">
                <a:avLst/>
              </a:prstGeom>
              <a:solidFill>
                <a:srgbClr val="40404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GB" sz="1400">
                    <a:solidFill>
                      <a:schemeClr val="bg1"/>
                    </a:solidFill>
                    <a:latin typeface="Montserrat" pitchFamily="2" charset="77"/>
                    <a:cs typeface="Arial" pitchFamily="34" charset="0"/>
                  </a:rPr>
                  <a:t>Middleware</a:t>
                </a:r>
              </a:p>
            </p:txBody>
          </p:sp>
          <p:sp>
            <p:nvSpPr>
              <p:cNvPr id="201" name="Rounded Rectangle 33">
                <a:extLst>
                  <a:ext uri="{FF2B5EF4-FFF2-40B4-BE49-F238E27FC236}">
                    <a16:creationId xmlns:a16="http://schemas.microsoft.com/office/drawing/2014/main" id="{4C6249A8-A4F8-6038-6626-70E20FE78B23}"/>
                  </a:ext>
                </a:extLst>
              </p:cNvPr>
              <p:cNvSpPr/>
              <p:nvPr/>
            </p:nvSpPr>
            <p:spPr>
              <a:xfrm>
                <a:off x="186741" y="3905932"/>
                <a:ext cx="1877786" cy="387281"/>
              </a:xfrm>
              <a:prstGeom prst="roundRect">
                <a:avLst/>
              </a:prstGeom>
              <a:solidFill>
                <a:srgbClr val="40404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GB" sz="1400">
                    <a:solidFill>
                      <a:schemeClr val="bg1"/>
                    </a:solidFill>
                    <a:latin typeface="Montserrat" pitchFamily="2" charset="77"/>
                    <a:cs typeface="Arial" pitchFamily="34" charset="0"/>
                  </a:rPr>
                  <a:t>Operating System</a:t>
                </a:r>
              </a:p>
            </p:txBody>
          </p:sp>
          <p:sp>
            <p:nvSpPr>
              <p:cNvPr id="202" name="Rounded Rectangle 34">
                <a:extLst>
                  <a:ext uri="{FF2B5EF4-FFF2-40B4-BE49-F238E27FC236}">
                    <a16:creationId xmlns:a16="http://schemas.microsoft.com/office/drawing/2014/main" id="{14A34EAB-97B1-2261-67BA-7781A2160D4B}"/>
                  </a:ext>
                </a:extLst>
              </p:cNvPr>
              <p:cNvSpPr/>
              <p:nvPr/>
            </p:nvSpPr>
            <p:spPr>
              <a:xfrm>
                <a:off x="186741" y="4367568"/>
                <a:ext cx="1877786" cy="387281"/>
              </a:xfrm>
              <a:prstGeom prst="roundRect">
                <a:avLst/>
              </a:prstGeom>
              <a:solidFill>
                <a:srgbClr val="40404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GB" sz="1400">
                    <a:solidFill>
                      <a:schemeClr val="bg1"/>
                    </a:solidFill>
                    <a:latin typeface="Montserrat" pitchFamily="2" charset="77"/>
                    <a:cs typeface="Arial" pitchFamily="34" charset="0"/>
                  </a:rPr>
                  <a:t>Virtualisation</a:t>
                </a:r>
              </a:p>
            </p:txBody>
          </p:sp>
          <p:sp>
            <p:nvSpPr>
              <p:cNvPr id="203" name="Rounded Rectangle 35">
                <a:extLst>
                  <a:ext uri="{FF2B5EF4-FFF2-40B4-BE49-F238E27FC236}">
                    <a16:creationId xmlns:a16="http://schemas.microsoft.com/office/drawing/2014/main" id="{0CFAF23A-11D0-2378-6BEF-7496F3060517}"/>
                  </a:ext>
                </a:extLst>
              </p:cNvPr>
              <p:cNvSpPr/>
              <p:nvPr/>
            </p:nvSpPr>
            <p:spPr>
              <a:xfrm>
                <a:off x="186741" y="4829205"/>
                <a:ext cx="1877786" cy="387281"/>
              </a:xfrm>
              <a:prstGeom prst="roundRect">
                <a:avLst/>
              </a:prstGeom>
              <a:solidFill>
                <a:srgbClr val="40404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GB" sz="1400">
                    <a:solidFill>
                      <a:schemeClr val="bg1"/>
                    </a:solidFill>
                    <a:latin typeface="Montserrat" pitchFamily="2" charset="77"/>
                    <a:cs typeface="Arial" pitchFamily="34" charset="0"/>
                  </a:rPr>
                  <a:t>Physical server</a:t>
                </a:r>
              </a:p>
            </p:txBody>
          </p:sp>
          <p:sp>
            <p:nvSpPr>
              <p:cNvPr id="204" name="Rounded Rectangle 36">
                <a:extLst>
                  <a:ext uri="{FF2B5EF4-FFF2-40B4-BE49-F238E27FC236}">
                    <a16:creationId xmlns:a16="http://schemas.microsoft.com/office/drawing/2014/main" id="{986C9C73-7190-C16E-AE17-431740FDFE07}"/>
                  </a:ext>
                </a:extLst>
              </p:cNvPr>
              <p:cNvSpPr/>
              <p:nvPr/>
            </p:nvSpPr>
            <p:spPr>
              <a:xfrm>
                <a:off x="186741" y="5290842"/>
                <a:ext cx="1877786" cy="387281"/>
              </a:xfrm>
              <a:prstGeom prst="roundRect">
                <a:avLst/>
              </a:prstGeom>
              <a:solidFill>
                <a:srgbClr val="40404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GB" sz="1400" dirty="0">
                    <a:solidFill>
                      <a:schemeClr val="bg1"/>
                    </a:solidFill>
                    <a:latin typeface="Montserrat" pitchFamily="2" charset="77"/>
                    <a:cs typeface="Arial" pitchFamily="34" charset="0"/>
                  </a:rPr>
                  <a:t>Physical storage</a:t>
                </a:r>
              </a:p>
            </p:txBody>
          </p:sp>
          <p:sp>
            <p:nvSpPr>
              <p:cNvPr id="205" name="Rounded Rectangle 37">
                <a:extLst>
                  <a:ext uri="{FF2B5EF4-FFF2-40B4-BE49-F238E27FC236}">
                    <a16:creationId xmlns:a16="http://schemas.microsoft.com/office/drawing/2014/main" id="{1B47F607-5C3E-E925-07B6-F08C8210692E}"/>
                  </a:ext>
                </a:extLst>
              </p:cNvPr>
              <p:cNvSpPr/>
              <p:nvPr/>
            </p:nvSpPr>
            <p:spPr>
              <a:xfrm>
                <a:off x="186741" y="5752475"/>
                <a:ext cx="1877786" cy="387281"/>
              </a:xfrm>
              <a:prstGeom prst="roundRect">
                <a:avLst/>
              </a:prstGeom>
              <a:solidFill>
                <a:srgbClr val="40404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GB" sz="1400">
                    <a:solidFill>
                      <a:schemeClr val="bg1"/>
                    </a:solidFill>
                    <a:latin typeface="Montserrat" pitchFamily="2" charset="77"/>
                    <a:cs typeface="Arial" pitchFamily="34" charset="0"/>
                  </a:rPr>
                  <a:t>Physical network</a:t>
                </a:r>
              </a:p>
            </p:txBody>
          </p:sp>
        </p:grpSp>
        <p:grpSp>
          <p:nvGrpSpPr>
            <p:cNvPr id="183" name="Group 182">
              <a:extLst>
                <a:ext uri="{FF2B5EF4-FFF2-40B4-BE49-F238E27FC236}">
                  <a16:creationId xmlns:a16="http://schemas.microsoft.com/office/drawing/2014/main" id="{E98E7BEE-2050-6B64-6E22-20B34B7A546A}"/>
                </a:ext>
              </a:extLst>
            </p:cNvPr>
            <p:cNvGrpSpPr/>
            <p:nvPr/>
          </p:nvGrpSpPr>
          <p:grpSpPr>
            <a:xfrm>
              <a:off x="6740624" y="928694"/>
              <a:ext cx="2032907" cy="4712840"/>
              <a:chOff x="6711043" y="1502227"/>
              <a:chExt cx="2032907" cy="4712840"/>
            </a:xfrm>
          </p:grpSpPr>
          <p:sp>
            <p:nvSpPr>
              <p:cNvPr id="186" name="Rectangle 185">
                <a:extLst>
                  <a:ext uri="{FF2B5EF4-FFF2-40B4-BE49-F238E27FC236}">
                    <a16:creationId xmlns:a16="http://schemas.microsoft.com/office/drawing/2014/main" id="{8D88A484-003A-A788-B90A-31CBA2F3A832}"/>
                  </a:ext>
                </a:extLst>
              </p:cNvPr>
              <p:cNvSpPr/>
              <p:nvPr/>
            </p:nvSpPr>
            <p:spPr>
              <a:xfrm>
                <a:off x="6711043" y="1502227"/>
                <a:ext cx="2032907" cy="4712840"/>
              </a:xfrm>
              <a:prstGeom prst="rect">
                <a:avLst/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t" anchorCtr="0"/>
              <a:lstStyle/>
              <a:p>
                <a:pPr algn="ctr"/>
                <a:r>
                  <a:rPr lang="en-GB" sz="1600" b="1">
                    <a:solidFill>
                      <a:schemeClr val="tx1"/>
                    </a:solidFill>
                    <a:latin typeface="Montserrat" pitchFamily="2" charset="77"/>
                    <a:cs typeface="Arial" pitchFamily="34" charset="0"/>
                  </a:rPr>
                  <a:t>SaaS </a:t>
                </a:r>
                <a:br>
                  <a:rPr lang="en-GB" sz="1600" b="1">
                    <a:solidFill>
                      <a:schemeClr val="tx1"/>
                    </a:solidFill>
                    <a:latin typeface="Montserrat" pitchFamily="2" charset="77"/>
                    <a:cs typeface="Arial" pitchFamily="34" charset="0"/>
                  </a:rPr>
                </a:br>
                <a:r>
                  <a:rPr lang="en-GB" sz="1100" b="1">
                    <a:solidFill>
                      <a:schemeClr val="tx1"/>
                    </a:solidFill>
                    <a:latin typeface="Montserrat" pitchFamily="2" charset="77"/>
                    <a:cs typeface="Arial" pitchFamily="34" charset="0"/>
                  </a:rPr>
                  <a:t>(software)</a:t>
                </a:r>
                <a:endParaRPr lang="en-GB" sz="1050" b="1">
                  <a:solidFill>
                    <a:schemeClr val="tx1"/>
                  </a:solidFill>
                  <a:latin typeface="Montserrat" pitchFamily="2" charset="77"/>
                  <a:cs typeface="Arial" pitchFamily="34" charset="0"/>
                </a:endParaRPr>
              </a:p>
            </p:txBody>
          </p:sp>
          <p:sp>
            <p:nvSpPr>
              <p:cNvPr id="187" name="Rounded Rectangle 40">
                <a:extLst>
                  <a:ext uri="{FF2B5EF4-FFF2-40B4-BE49-F238E27FC236}">
                    <a16:creationId xmlns:a16="http://schemas.microsoft.com/office/drawing/2014/main" id="{D0652D0B-6FDE-436F-9D82-4F7DA95D6B52}"/>
                  </a:ext>
                </a:extLst>
              </p:cNvPr>
              <p:cNvSpPr/>
              <p:nvPr/>
            </p:nvSpPr>
            <p:spPr>
              <a:xfrm>
                <a:off x="6784521" y="2059384"/>
                <a:ext cx="1877786" cy="387281"/>
              </a:xfrm>
              <a:prstGeom prst="roundRect">
                <a:avLst/>
              </a:prstGeom>
              <a:solidFill>
                <a:srgbClr val="005BAA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GB" sz="1400">
                    <a:solidFill>
                      <a:schemeClr val="bg1"/>
                    </a:solidFill>
                    <a:latin typeface="Montserrat" pitchFamily="2" charset="77"/>
                    <a:cs typeface="Arial" pitchFamily="34" charset="0"/>
                  </a:rPr>
                  <a:t>Application</a:t>
                </a:r>
              </a:p>
            </p:txBody>
          </p:sp>
          <p:sp>
            <p:nvSpPr>
              <p:cNvPr id="188" name="Rounded Rectangle 41">
                <a:extLst>
                  <a:ext uri="{FF2B5EF4-FFF2-40B4-BE49-F238E27FC236}">
                    <a16:creationId xmlns:a16="http://schemas.microsoft.com/office/drawing/2014/main" id="{A2E31BAA-1E7A-7097-80C1-7544042D869F}"/>
                  </a:ext>
                </a:extLst>
              </p:cNvPr>
              <p:cNvSpPr/>
              <p:nvPr/>
            </p:nvSpPr>
            <p:spPr>
              <a:xfrm>
                <a:off x="6784521" y="2521020"/>
                <a:ext cx="1877786" cy="387281"/>
              </a:xfrm>
              <a:prstGeom prst="roundRect">
                <a:avLst/>
              </a:prstGeom>
              <a:solidFill>
                <a:srgbClr val="005BAA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GB" sz="1400">
                    <a:solidFill>
                      <a:schemeClr val="bg1"/>
                    </a:solidFill>
                    <a:latin typeface="Montserrat" pitchFamily="2" charset="77"/>
                    <a:cs typeface="Arial" pitchFamily="34" charset="0"/>
                  </a:rPr>
                  <a:t>Data</a:t>
                </a:r>
              </a:p>
            </p:txBody>
          </p:sp>
          <p:sp>
            <p:nvSpPr>
              <p:cNvPr id="189" name="Rounded Rectangle 42">
                <a:extLst>
                  <a:ext uri="{FF2B5EF4-FFF2-40B4-BE49-F238E27FC236}">
                    <a16:creationId xmlns:a16="http://schemas.microsoft.com/office/drawing/2014/main" id="{3BCF40D3-D5F6-6D75-F9D9-5D5EF02681F6}"/>
                  </a:ext>
                </a:extLst>
              </p:cNvPr>
              <p:cNvSpPr/>
              <p:nvPr/>
            </p:nvSpPr>
            <p:spPr>
              <a:xfrm>
                <a:off x="6784521" y="2982657"/>
                <a:ext cx="1877786" cy="387281"/>
              </a:xfrm>
              <a:prstGeom prst="roundRect">
                <a:avLst/>
              </a:prstGeom>
              <a:solidFill>
                <a:srgbClr val="005BAA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GB" sz="1400" dirty="0">
                    <a:solidFill>
                      <a:schemeClr val="bg1"/>
                    </a:solidFill>
                    <a:latin typeface="Montserrat" pitchFamily="2" charset="77"/>
                    <a:cs typeface="Arial" pitchFamily="34" charset="0"/>
                  </a:rPr>
                  <a:t>Runtime</a:t>
                </a:r>
              </a:p>
            </p:txBody>
          </p:sp>
          <p:sp>
            <p:nvSpPr>
              <p:cNvPr id="190" name="Rounded Rectangle 43">
                <a:extLst>
                  <a:ext uri="{FF2B5EF4-FFF2-40B4-BE49-F238E27FC236}">
                    <a16:creationId xmlns:a16="http://schemas.microsoft.com/office/drawing/2014/main" id="{9B3D47E2-F9A7-8624-5641-A5B6051496AA}"/>
                  </a:ext>
                </a:extLst>
              </p:cNvPr>
              <p:cNvSpPr/>
              <p:nvPr/>
            </p:nvSpPr>
            <p:spPr>
              <a:xfrm>
                <a:off x="6784521" y="3444293"/>
                <a:ext cx="1877786" cy="387281"/>
              </a:xfrm>
              <a:prstGeom prst="roundRect">
                <a:avLst/>
              </a:prstGeom>
              <a:solidFill>
                <a:srgbClr val="005BAA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GB" sz="1400">
                    <a:solidFill>
                      <a:schemeClr val="bg1"/>
                    </a:solidFill>
                    <a:latin typeface="Montserrat" pitchFamily="2" charset="77"/>
                    <a:cs typeface="Arial" pitchFamily="34" charset="0"/>
                  </a:rPr>
                  <a:t>Middleware</a:t>
                </a:r>
              </a:p>
            </p:txBody>
          </p:sp>
          <p:sp>
            <p:nvSpPr>
              <p:cNvPr id="191" name="Rounded Rectangle 44">
                <a:extLst>
                  <a:ext uri="{FF2B5EF4-FFF2-40B4-BE49-F238E27FC236}">
                    <a16:creationId xmlns:a16="http://schemas.microsoft.com/office/drawing/2014/main" id="{F616617D-9E80-C38A-B3B6-CD9B9C8921B8}"/>
                  </a:ext>
                </a:extLst>
              </p:cNvPr>
              <p:cNvSpPr/>
              <p:nvPr/>
            </p:nvSpPr>
            <p:spPr>
              <a:xfrm>
                <a:off x="6784521" y="3905930"/>
                <a:ext cx="1877786" cy="387281"/>
              </a:xfrm>
              <a:prstGeom prst="roundRect">
                <a:avLst/>
              </a:prstGeom>
              <a:solidFill>
                <a:srgbClr val="005BAA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GB" sz="1400">
                    <a:solidFill>
                      <a:schemeClr val="bg1"/>
                    </a:solidFill>
                    <a:latin typeface="Montserrat" pitchFamily="2" charset="77"/>
                    <a:cs typeface="Arial" pitchFamily="34" charset="0"/>
                  </a:rPr>
                  <a:t>Operating System</a:t>
                </a:r>
              </a:p>
            </p:txBody>
          </p:sp>
          <p:sp>
            <p:nvSpPr>
              <p:cNvPr id="192" name="Rounded Rectangle 45">
                <a:extLst>
                  <a:ext uri="{FF2B5EF4-FFF2-40B4-BE49-F238E27FC236}">
                    <a16:creationId xmlns:a16="http://schemas.microsoft.com/office/drawing/2014/main" id="{EFD77885-8858-711F-91BF-3175F73078F4}"/>
                  </a:ext>
                </a:extLst>
              </p:cNvPr>
              <p:cNvSpPr/>
              <p:nvPr/>
            </p:nvSpPr>
            <p:spPr>
              <a:xfrm>
                <a:off x="6784521" y="4367566"/>
                <a:ext cx="1877786" cy="387281"/>
              </a:xfrm>
              <a:prstGeom prst="roundRect">
                <a:avLst/>
              </a:prstGeom>
              <a:solidFill>
                <a:srgbClr val="005BAA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GB" sz="1400">
                    <a:solidFill>
                      <a:schemeClr val="bg1"/>
                    </a:solidFill>
                    <a:latin typeface="Montserrat" pitchFamily="2" charset="77"/>
                    <a:cs typeface="Arial" pitchFamily="34" charset="0"/>
                  </a:rPr>
                  <a:t>Virtualisation</a:t>
                </a:r>
              </a:p>
            </p:txBody>
          </p:sp>
          <p:sp>
            <p:nvSpPr>
              <p:cNvPr id="193" name="Rounded Rectangle 46">
                <a:extLst>
                  <a:ext uri="{FF2B5EF4-FFF2-40B4-BE49-F238E27FC236}">
                    <a16:creationId xmlns:a16="http://schemas.microsoft.com/office/drawing/2014/main" id="{15AAD316-FD84-CA06-0012-AAA8FF72603B}"/>
                  </a:ext>
                </a:extLst>
              </p:cNvPr>
              <p:cNvSpPr/>
              <p:nvPr/>
            </p:nvSpPr>
            <p:spPr>
              <a:xfrm>
                <a:off x="6784521" y="4829203"/>
                <a:ext cx="1877786" cy="387281"/>
              </a:xfrm>
              <a:prstGeom prst="roundRect">
                <a:avLst/>
              </a:prstGeom>
              <a:solidFill>
                <a:srgbClr val="005BAA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GB" sz="1400">
                    <a:solidFill>
                      <a:schemeClr val="bg1"/>
                    </a:solidFill>
                    <a:latin typeface="Montserrat" pitchFamily="2" charset="77"/>
                    <a:cs typeface="Arial" pitchFamily="34" charset="0"/>
                  </a:rPr>
                  <a:t>Physical server</a:t>
                </a:r>
              </a:p>
            </p:txBody>
          </p:sp>
          <p:sp>
            <p:nvSpPr>
              <p:cNvPr id="194" name="Rounded Rectangle 47">
                <a:extLst>
                  <a:ext uri="{FF2B5EF4-FFF2-40B4-BE49-F238E27FC236}">
                    <a16:creationId xmlns:a16="http://schemas.microsoft.com/office/drawing/2014/main" id="{7191E768-B2EB-8634-633E-A4D5A85A9D33}"/>
                  </a:ext>
                </a:extLst>
              </p:cNvPr>
              <p:cNvSpPr/>
              <p:nvPr/>
            </p:nvSpPr>
            <p:spPr>
              <a:xfrm>
                <a:off x="6784521" y="5290840"/>
                <a:ext cx="1877786" cy="387281"/>
              </a:xfrm>
              <a:prstGeom prst="roundRect">
                <a:avLst/>
              </a:prstGeom>
              <a:solidFill>
                <a:srgbClr val="005BAA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GB" sz="1400">
                    <a:solidFill>
                      <a:schemeClr val="bg1"/>
                    </a:solidFill>
                    <a:latin typeface="Montserrat" pitchFamily="2" charset="77"/>
                    <a:cs typeface="Arial" pitchFamily="34" charset="0"/>
                  </a:rPr>
                  <a:t>Physical storage</a:t>
                </a:r>
              </a:p>
            </p:txBody>
          </p:sp>
          <p:sp>
            <p:nvSpPr>
              <p:cNvPr id="195" name="Rounded Rectangle 48">
                <a:extLst>
                  <a:ext uri="{FF2B5EF4-FFF2-40B4-BE49-F238E27FC236}">
                    <a16:creationId xmlns:a16="http://schemas.microsoft.com/office/drawing/2014/main" id="{DFFDA22E-7FD6-0D4A-A44C-A009F420E793}"/>
                  </a:ext>
                </a:extLst>
              </p:cNvPr>
              <p:cNvSpPr/>
              <p:nvPr/>
            </p:nvSpPr>
            <p:spPr>
              <a:xfrm>
                <a:off x="6784521" y="5752473"/>
                <a:ext cx="1877786" cy="387281"/>
              </a:xfrm>
              <a:prstGeom prst="roundRect">
                <a:avLst/>
              </a:prstGeom>
              <a:solidFill>
                <a:srgbClr val="005BAA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GB" sz="1400">
                    <a:solidFill>
                      <a:schemeClr val="bg1"/>
                    </a:solidFill>
                    <a:latin typeface="Montserrat" pitchFamily="2" charset="77"/>
                    <a:cs typeface="Arial" pitchFamily="34" charset="0"/>
                  </a:rPr>
                  <a:t>Physical network</a:t>
                </a:r>
              </a:p>
            </p:txBody>
          </p:sp>
        </p:grpSp>
        <p:sp>
          <p:nvSpPr>
            <p:cNvPr id="184" name="Rounded Rectangle 53">
              <a:extLst>
                <a:ext uri="{FF2B5EF4-FFF2-40B4-BE49-F238E27FC236}">
                  <a16:creationId xmlns:a16="http://schemas.microsoft.com/office/drawing/2014/main" id="{0A7CB1A4-46BA-32A7-114E-0A3D088C6809}"/>
                </a:ext>
              </a:extLst>
            </p:cNvPr>
            <p:cNvSpPr/>
            <p:nvPr/>
          </p:nvSpPr>
          <p:spPr>
            <a:xfrm>
              <a:off x="2040026" y="5899096"/>
              <a:ext cx="2334985" cy="253093"/>
            </a:xfrm>
            <a:prstGeom prst="roundRect">
              <a:avLst/>
            </a:prstGeom>
            <a:solidFill>
              <a:srgbClr val="40404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1400">
                  <a:solidFill>
                    <a:schemeClr val="bg1"/>
                  </a:solidFill>
                  <a:latin typeface="Montserrat" pitchFamily="2" charset="77"/>
                  <a:cs typeface="Arial" pitchFamily="34" charset="0"/>
                </a:rPr>
                <a:t>Managed by customer</a:t>
              </a:r>
            </a:p>
          </p:txBody>
        </p:sp>
        <p:sp>
          <p:nvSpPr>
            <p:cNvPr id="185" name="Rounded Rectangle 54">
              <a:extLst>
                <a:ext uri="{FF2B5EF4-FFF2-40B4-BE49-F238E27FC236}">
                  <a16:creationId xmlns:a16="http://schemas.microsoft.com/office/drawing/2014/main" id="{5BA24F00-0D6C-4A34-3696-22EE551527F4}"/>
                </a:ext>
              </a:extLst>
            </p:cNvPr>
            <p:cNvSpPr/>
            <p:nvPr/>
          </p:nvSpPr>
          <p:spPr>
            <a:xfrm>
              <a:off x="4536281" y="5899095"/>
              <a:ext cx="2334985" cy="253093"/>
            </a:xfrm>
            <a:prstGeom prst="roundRect">
              <a:avLst/>
            </a:prstGeom>
            <a:solidFill>
              <a:srgbClr val="005BAA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1400">
                  <a:solidFill>
                    <a:schemeClr val="bg1"/>
                  </a:solidFill>
                  <a:latin typeface="Montserrat" pitchFamily="2" charset="77"/>
                  <a:cs typeface="Arial" pitchFamily="34" charset="0"/>
                </a:rPr>
                <a:t>Managed by vendor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225070018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9" name="Rectangle 8">
            <a:extLst>
              <a:ext uri="{FF2B5EF4-FFF2-40B4-BE49-F238E27FC236}">
                <a16:creationId xmlns:a16="http://schemas.microsoft.com/office/drawing/2014/main" id="{7517A47C-B2E5-4B79-8061-D74B1311AF6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 useBgFill="1">
        <p:nvSpPr>
          <p:cNvPr id="11" name="Freeform: Shape 10">
            <a:extLst>
              <a:ext uri="{FF2B5EF4-FFF2-40B4-BE49-F238E27FC236}">
                <a16:creationId xmlns:a16="http://schemas.microsoft.com/office/drawing/2014/main" id="{C505E780-2083-4CB5-A42A-5E0E2908ECC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-1" y="0"/>
            <a:ext cx="4818889" cy="6858000"/>
          </a:xfrm>
          <a:custGeom>
            <a:avLst/>
            <a:gdLst>
              <a:gd name="connsiteX0" fmla="*/ 0 w 4818889"/>
              <a:gd name="connsiteY0" fmla="*/ 0 h 6858000"/>
              <a:gd name="connsiteX1" fmla="*/ 3605911 w 4818889"/>
              <a:gd name="connsiteY1" fmla="*/ 0 h 6858000"/>
              <a:gd name="connsiteX2" fmla="*/ 3668894 w 4818889"/>
              <a:gd name="connsiteY2" fmla="*/ 69271 h 6858000"/>
              <a:gd name="connsiteX3" fmla="*/ 4818889 w 4818889"/>
              <a:gd name="connsiteY3" fmla="*/ 3429000 h 6858000"/>
              <a:gd name="connsiteX4" fmla="*/ 3668894 w 4818889"/>
              <a:gd name="connsiteY4" fmla="*/ 6788730 h 6858000"/>
              <a:gd name="connsiteX5" fmla="*/ 3605911 w 4818889"/>
              <a:gd name="connsiteY5" fmla="*/ 6858000 h 6858000"/>
              <a:gd name="connsiteX6" fmla="*/ 0 w 4818889"/>
              <a:gd name="connsiteY6" fmla="*/ 6858000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4818889" h="6858000">
                <a:moveTo>
                  <a:pt x="0" y="0"/>
                </a:moveTo>
                <a:lnTo>
                  <a:pt x="3605911" y="0"/>
                </a:lnTo>
                <a:lnTo>
                  <a:pt x="3668894" y="69271"/>
                </a:lnTo>
                <a:cubicBezTo>
                  <a:pt x="4379420" y="929100"/>
                  <a:pt x="4818889" y="2116944"/>
                  <a:pt x="4818889" y="3429000"/>
                </a:cubicBezTo>
                <a:cubicBezTo>
                  <a:pt x="4818889" y="4741056"/>
                  <a:pt x="4379420" y="5928900"/>
                  <a:pt x="3668894" y="6788730"/>
                </a:cubicBezTo>
                <a:lnTo>
                  <a:pt x="3605911" y="6858000"/>
                </a:lnTo>
                <a:lnTo>
                  <a:pt x="0" y="6858000"/>
                </a:lnTo>
                <a:close/>
              </a:path>
            </a:pathLst>
          </a:custGeom>
          <a:ln w="9525">
            <a:solidFill>
              <a:srgbClr val="EFEFEF"/>
            </a:solidFill>
          </a:ln>
          <a:effectLst>
            <a:outerShdw blurRad="88900" dist="38100" algn="l" rotWithShape="0">
              <a:schemeClr val="bg1">
                <a:lumMod val="85000"/>
                <a:alpha val="50000"/>
              </a:scheme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 useBgFill="1">
        <p:nvSpPr>
          <p:cNvPr id="13" name="Freeform: Shape 12">
            <a:extLst>
              <a:ext uri="{FF2B5EF4-FFF2-40B4-BE49-F238E27FC236}">
                <a16:creationId xmlns:a16="http://schemas.microsoft.com/office/drawing/2014/main" id="{D2C0AE1C-0118-41AE-8A10-7CDCBF10E96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" y="0"/>
            <a:ext cx="4811477" cy="6858000"/>
          </a:xfrm>
          <a:custGeom>
            <a:avLst/>
            <a:gdLst>
              <a:gd name="connsiteX0" fmla="*/ 0 w 4811477"/>
              <a:gd name="connsiteY0" fmla="*/ 0 h 6858000"/>
              <a:gd name="connsiteX1" fmla="*/ 3598499 w 4811477"/>
              <a:gd name="connsiteY1" fmla="*/ 0 h 6858000"/>
              <a:gd name="connsiteX2" fmla="*/ 3661482 w 4811477"/>
              <a:gd name="connsiteY2" fmla="*/ 69271 h 6858000"/>
              <a:gd name="connsiteX3" fmla="*/ 4811477 w 4811477"/>
              <a:gd name="connsiteY3" fmla="*/ 3429000 h 6858000"/>
              <a:gd name="connsiteX4" fmla="*/ 3661482 w 4811477"/>
              <a:gd name="connsiteY4" fmla="*/ 6788730 h 6858000"/>
              <a:gd name="connsiteX5" fmla="*/ 3598499 w 4811477"/>
              <a:gd name="connsiteY5" fmla="*/ 6858000 h 6858000"/>
              <a:gd name="connsiteX6" fmla="*/ 0 w 4811477"/>
              <a:gd name="connsiteY6" fmla="*/ 6858000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4811477" h="6858000">
                <a:moveTo>
                  <a:pt x="0" y="0"/>
                </a:moveTo>
                <a:lnTo>
                  <a:pt x="3598499" y="0"/>
                </a:lnTo>
                <a:lnTo>
                  <a:pt x="3661482" y="69271"/>
                </a:lnTo>
                <a:cubicBezTo>
                  <a:pt x="4372008" y="929100"/>
                  <a:pt x="4811477" y="2116944"/>
                  <a:pt x="4811477" y="3429000"/>
                </a:cubicBezTo>
                <a:cubicBezTo>
                  <a:pt x="4811477" y="4741056"/>
                  <a:pt x="4372008" y="5928900"/>
                  <a:pt x="3661482" y="6788730"/>
                </a:cubicBezTo>
                <a:lnTo>
                  <a:pt x="3598499" y="6858000"/>
                </a:lnTo>
                <a:lnTo>
                  <a:pt x="0" y="6858000"/>
                </a:lnTo>
                <a:close/>
              </a:path>
            </a:pathLst>
          </a:custGeom>
          <a:ln w="9525"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B16BFE2B-EE6D-B7FD-FFCB-8B82770F770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1792" y="1161288"/>
            <a:ext cx="3602736" cy="4526280"/>
          </a:xfrm>
        </p:spPr>
        <p:txBody>
          <a:bodyPr vert="horz" lIns="91440" tIns="45720" rIns="91440" bIns="45720" rtlCol="0" anchor="ctr">
            <a:normAutofit/>
          </a:bodyPr>
          <a:lstStyle/>
          <a:p>
            <a:pPr marR="0"/>
            <a:r>
              <a:rPr lang="en-US" sz="4000" b="0" i="0" u="none" strike="noStrike" kern="1200" baseline="0">
                <a:solidFill>
                  <a:schemeClr val="tx1"/>
                </a:solidFill>
                <a:latin typeface="+mj-lt"/>
                <a:ea typeface="+mj-ea"/>
                <a:cs typeface="+mj-cs"/>
              </a:rPr>
              <a:t>Summary</a:t>
            </a: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463EEC44-1BA3-44ED-81FC-A644B04B2A4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3081528"/>
            <a:ext cx="128016" cy="704088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prstClr val="white"/>
              </a:solidFill>
              <a:latin typeface="Calibri" panose="020F0502020204030204"/>
            </a:endParaRPr>
          </a:p>
        </p:txBody>
      </p:sp>
      <p:graphicFrame>
        <p:nvGraphicFramePr>
          <p:cNvPr id="5" name="Text Placeholder 2">
            <a:extLst>
              <a:ext uri="{FF2B5EF4-FFF2-40B4-BE49-F238E27FC236}">
                <a16:creationId xmlns:a16="http://schemas.microsoft.com/office/drawing/2014/main" id="{98B38578-18D9-97EA-406D-D348C0C80F05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1508684791"/>
              </p:ext>
            </p:extLst>
          </p:nvPr>
        </p:nvGraphicFramePr>
        <p:xfrm>
          <a:off x="5303520" y="676656"/>
          <a:ext cx="6364224" cy="5513832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1881549210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BD6EC986-84AC-428B-A582-22BD3B9472F7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EF892D59-8F09-EF4B-AD6D-DA609442F868}" type="slidenum">
              <a:rPr lang="en-GB" smtClean="0"/>
              <a:pPr/>
              <a:t>13</a:t>
            </a:fld>
            <a:endParaRPr lang="en-GB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E3599AB-BCBE-4F73-B3B5-CE53B1A26EBD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>
            <a:normAutofit fontScale="85000" lnSpcReduction="20000"/>
          </a:bodyPr>
          <a:lstStyle/>
          <a:p>
            <a:r>
              <a:rPr lang="en-GB" dirty="0"/>
              <a:t>Lab activity  - RDS and DynamoDB</a:t>
            </a:r>
          </a:p>
        </p:txBody>
      </p:sp>
      <p:pic>
        <p:nvPicPr>
          <p:cNvPr id="1026" name="Picture 2" descr="&#10;            Single VPC Scenario&#10;        ">
            <a:extLst>
              <a:ext uri="{FF2B5EF4-FFF2-40B4-BE49-F238E27FC236}">
                <a16:creationId xmlns:a16="http://schemas.microsoft.com/office/drawing/2014/main" id="{3C5E1D80-0838-4ABE-8D82-FF573928D70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087463" y="1295401"/>
            <a:ext cx="4789424" cy="315190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9B131732-A4BA-49D5-92CD-EF7C564120EE}"/>
              </a:ext>
            </a:extLst>
          </p:cNvPr>
          <p:cNvSpPr txBox="1"/>
          <p:nvPr/>
        </p:nvSpPr>
        <p:spPr>
          <a:xfrm>
            <a:off x="315113" y="1803689"/>
            <a:ext cx="6404342" cy="31700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en-GB" sz="2000" b="1" i="0" dirty="0">
                <a:solidFill>
                  <a:srgbClr val="2A3B4F"/>
                </a:solidFill>
                <a:effectLst/>
                <a:latin typeface="Lato"/>
              </a:rPr>
              <a:t>Upon completion of this Lab, you will be able to:</a:t>
            </a:r>
            <a:br>
              <a:rPr lang="en-GB" sz="2000" b="1" i="0" dirty="0">
                <a:solidFill>
                  <a:srgbClr val="2A3B4F"/>
                </a:solidFill>
                <a:effectLst/>
                <a:latin typeface="Lato"/>
              </a:rPr>
            </a:br>
            <a:endParaRPr lang="en-GB" sz="2000" b="1" i="0" dirty="0">
              <a:solidFill>
                <a:srgbClr val="2A3B4F"/>
              </a:solidFill>
              <a:effectLst/>
              <a:latin typeface="Lato"/>
            </a:endParaRPr>
          </a:p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en-GB" sz="2000" b="1" i="0" dirty="0">
                <a:solidFill>
                  <a:srgbClr val="2A3B4F"/>
                </a:solidFill>
                <a:effectLst/>
                <a:latin typeface="Lato"/>
              </a:rPr>
              <a:t>Create RDS and DynamoDB databases</a:t>
            </a:r>
            <a:br>
              <a:rPr lang="en-GB" sz="2000" b="1" i="0" dirty="0">
                <a:solidFill>
                  <a:srgbClr val="2A3B4F"/>
                </a:solidFill>
                <a:effectLst/>
                <a:latin typeface="Lato"/>
              </a:rPr>
            </a:br>
            <a:endParaRPr lang="en-GB" sz="2000" b="1" i="0" dirty="0">
              <a:solidFill>
                <a:srgbClr val="2A3B4F"/>
              </a:solidFill>
              <a:effectLst/>
              <a:latin typeface="Lato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sz="2000" b="1" i="0" dirty="0">
                <a:solidFill>
                  <a:srgbClr val="2A3B4F"/>
                </a:solidFill>
                <a:effectLst/>
                <a:latin typeface="Lato"/>
              </a:rPr>
              <a:t>Use the AWS Console to create subnet groups</a:t>
            </a:r>
            <a:br>
              <a:rPr lang="en-GB" sz="2000" b="1" i="0" dirty="0">
                <a:solidFill>
                  <a:srgbClr val="2A3B4F"/>
                </a:solidFill>
                <a:effectLst/>
                <a:latin typeface="Lato"/>
              </a:rPr>
            </a:br>
            <a:endParaRPr lang="en-GB" sz="2000" b="1" i="0" dirty="0">
              <a:solidFill>
                <a:srgbClr val="2A3B4F"/>
              </a:solidFill>
              <a:effectLst/>
              <a:latin typeface="Lato"/>
            </a:endParaRPr>
          </a:p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en-GB" sz="2000" b="1" i="0" dirty="0">
                <a:solidFill>
                  <a:srgbClr val="2A3B4F"/>
                </a:solidFill>
                <a:effectLst/>
                <a:latin typeface="Lato"/>
              </a:rPr>
              <a:t>Manage access by using security group rules</a:t>
            </a:r>
          </a:p>
          <a:p>
            <a:pPr marL="285750" indent="-285750" algn="l">
              <a:buFont typeface="Arial" panose="020B0604020202020204" pitchFamily="34" charset="0"/>
              <a:buChar char="•"/>
            </a:pPr>
            <a:endParaRPr lang="en-GB" sz="2000" b="1" i="0" dirty="0">
              <a:solidFill>
                <a:srgbClr val="2A3B4F"/>
              </a:solidFill>
              <a:effectLst/>
              <a:latin typeface="Lato"/>
            </a:endParaRPr>
          </a:p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en-GB" sz="2000" b="1" i="0" dirty="0">
                <a:solidFill>
                  <a:srgbClr val="2A3B4F"/>
                </a:solidFill>
                <a:effectLst/>
                <a:latin typeface="Lato"/>
              </a:rPr>
              <a:t>Connect to and use the databases you create</a:t>
            </a:r>
          </a:p>
          <a:p>
            <a:pPr marL="285750" indent="-285750" algn="l">
              <a:buFont typeface="Arial" panose="020B0604020202020204" pitchFamily="34" charset="0"/>
              <a:buChar char="•"/>
            </a:pPr>
            <a:endParaRPr lang="en-GB" sz="2000" b="1" dirty="0">
              <a:solidFill>
                <a:srgbClr val="2A3B4F"/>
              </a:solidFill>
              <a:latin typeface="Lato"/>
            </a:endParaRPr>
          </a:p>
        </p:txBody>
      </p:sp>
      <p:grpSp>
        <p:nvGrpSpPr>
          <p:cNvPr id="25" name="Group 24">
            <a:extLst>
              <a:ext uri="{FF2B5EF4-FFF2-40B4-BE49-F238E27FC236}">
                <a16:creationId xmlns:a16="http://schemas.microsoft.com/office/drawing/2014/main" id="{B6CB28E5-AB01-FF05-279C-3AC5DF1167AE}"/>
              </a:ext>
            </a:extLst>
          </p:cNvPr>
          <p:cNvGrpSpPr/>
          <p:nvPr/>
        </p:nvGrpSpPr>
        <p:grpSpPr>
          <a:xfrm>
            <a:off x="2179187" y="5281029"/>
            <a:ext cx="9016332" cy="1151214"/>
            <a:chOff x="2179187" y="5281029"/>
            <a:chExt cx="9016332" cy="1151214"/>
          </a:xfrm>
        </p:grpSpPr>
        <p:sp>
          <p:nvSpPr>
            <p:cNvPr id="19" name="Action Button: Go Forward or Next 18">
              <a:hlinkClick r:id="rId4" highlightClick="1"/>
              <a:extLst>
                <a:ext uri="{FF2B5EF4-FFF2-40B4-BE49-F238E27FC236}">
                  <a16:creationId xmlns:a16="http://schemas.microsoft.com/office/drawing/2014/main" id="{303FA232-84DD-02AE-866A-75BECB2D5F4A}"/>
                </a:ext>
              </a:extLst>
            </p:cNvPr>
            <p:cNvSpPr/>
            <p:nvPr/>
          </p:nvSpPr>
          <p:spPr>
            <a:xfrm>
              <a:off x="10724464" y="5281029"/>
              <a:ext cx="471055" cy="415637"/>
            </a:xfrm>
            <a:prstGeom prst="actionButtonForwardNext">
              <a:avLst/>
            </a:prstGeom>
            <a:ln/>
            <a:effectLst>
              <a:softEdge rad="31750"/>
            </a:effectLst>
          </p:spPr>
          <p:style>
            <a:lnRef idx="1">
              <a:schemeClr val="accent4"/>
            </a:lnRef>
            <a:fillRef idx="2">
              <a:schemeClr val="accent4"/>
            </a:fillRef>
            <a:effectRef idx="1">
              <a:schemeClr val="accent4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20" name="Action Button: Go Forward or Next 19">
              <a:hlinkClick r:id="rId5" highlightClick="1"/>
              <a:extLst>
                <a:ext uri="{FF2B5EF4-FFF2-40B4-BE49-F238E27FC236}">
                  <a16:creationId xmlns:a16="http://schemas.microsoft.com/office/drawing/2014/main" id="{C157FEAC-FF4B-6896-78FB-CA2442AA1B8A}"/>
                </a:ext>
              </a:extLst>
            </p:cNvPr>
            <p:cNvSpPr/>
            <p:nvPr/>
          </p:nvSpPr>
          <p:spPr>
            <a:xfrm>
              <a:off x="10724464" y="5999016"/>
              <a:ext cx="471055" cy="415637"/>
            </a:xfrm>
            <a:prstGeom prst="actionButtonForwardNext">
              <a:avLst/>
            </a:prstGeom>
            <a:ln/>
            <a:effectLst>
              <a:softEdge rad="31750"/>
            </a:effectLst>
          </p:spPr>
          <p:style>
            <a:lnRef idx="1">
              <a:schemeClr val="accent4"/>
            </a:lnRef>
            <a:fillRef idx="2">
              <a:schemeClr val="accent4"/>
            </a:fillRef>
            <a:effectRef idx="1">
              <a:schemeClr val="accent4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21" name="TextBox 20">
              <a:extLst>
                <a:ext uri="{FF2B5EF4-FFF2-40B4-BE49-F238E27FC236}">
                  <a16:creationId xmlns:a16="http://schemas.microsoft.com/office/drawing/2014/main" id="{4A80CDE3-36AC-D08E-CA95-80171CDBEA02}"/>
                </a:ext>
              </a:extLst>
            </p:cNvPr>
            <p:cNvSpPr txBox="1"/>
            <p:nvPr/>
          </p:nvSpPr>
          <p:spPr>
            <a:xfrm>
              <a:off x="8343900" y="5345423"/>
              <a:ext cx="2243138" cy="434351"/>
            </a:xfrm>
            <a:prstGeom prst="rect">
              <a:avLst/>
            </a:prstGeom>
          </p:spPr>
          <p:txBody>
            <a:bodyPr vert="horz" wrap="none" lIns="0" tIns="0" rIns="0" bIns="0" rtlCol="0" anchor="t" anchorCtr="0">
              <a:normAutofit/>
            </a:bodyPr>
            <a:lstStyle/>
            <a:p>
              <a:pPr algn="l"/>
              <a:r>
                <a:rPr lang="en-GB" b="1" dirty="0"/>
                <a:t>RDBMS - RDS</a:t>
              </a:r>
            </a:p>
          </p:txBody>
        </p:sp>
        <p:sp>
          <p:nvSpPr>
            <p:cNvPr id="22" name="TextBox 21">
              <a:extLst>
                <a:ext uri="{FF2B5EF4-FFF2-40B4-BE49-F238E27FC236}">
                  <a16:creationId xmlns:a16="http://schemas.microsoft.com/office/drawing/2014/main" id="{317FCB4E-3515-3C08-6B2D-325E776BBB00}"/>
                </a:ext>
              </a:extLst>
            </p:cNvPr>
            <p:cNvSpPr txBox="1"/>
            <p:nvPr/>
          </p:nvSpPr>
          <p:spPr>
            <a:xfrm>
              <a:off x="8072438" y="5997892"/>
              <a:ext cx="2509837" cy="434351"/>
            </a:xfrm>
            <a:prstGeom prst="rect">
              <a:avLst/>
            </a:prstGeom>
          </p:spPr>
          <p:txBody>
            <a:bodyPr vert="horz" wrap="none" lIns="0" tIns="0" rIns="0" bIns="0" rtlCol="0" anchor="t" anchorCtr="0">
              <a:normAutofit/>
            </a:bodyPr>
            <a:lstStyle/>
            <a:p>
              <a:pPr algn="l"/>
              <a:r>
                <a:rPr lang="en-GB" b="1" dirty="0"/>
                <a:t>NoSQL - DynamoDB</a:t>
              </a:r>
            </a:p>
          </p:txBody>
        </p:sp>
        <p:sp>
          <p:nvSpPr>
            <p:cNvPr id="23" name="TextBox 22">
              <a:extLst>
                <a:ext uri="{FF2B5EF4-FFF2-40B4-BE49-F238E27FC236}">
                  <a16:creationId xmlns:a16="http://schemas.microsoft.com/office/drawing/2014/main" id="{1FA8489C-6749-04E2-F51C-1AAE1B45BD31}"/>
                </a:ext>
              </a:extLst>
            </p:cNvPr>
            <p:cNvSpPr txBox="1"/>
            <p:nvPr/>
          </p:nvSpPr>
          <p:spPr>
            <a:xfrm>
              <a:off x="2179187" y="5591616"/>
              <a:ext cx="6096000" cy="369332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l"/>
              <a:r>
                <a:rPr lang="en-GB" sz="1800" b="1" dirty="0">
                  <a:solidFill>
                    <a:srgbClr val="2A3B4F"/>
                  </a:solidFill>
                  <a:latin typeface="Lato"/>
                </a:rPr>
                <a:t>Please take an hour to perform one of these labs</a:t>
              </a:r>
              <a:endParaRPr lang="en-GB" sz="1800" b="1" i="0" dirty="0">
                <a:solidFill>
                  <a:srgbClr val="2A3B4F"/>
                </a:solidFill>
                <a:effectLst/>
                <a:latin typeface="Lato"/>
              </a:endParaRPr>
            </a:p>
          </p:txBody>
        </p:sp>
        <p:sp>
          <p:nvSpPr>
            <p:cNvPr id="24" name="Arrow: Right 23">
              <a:extLst>
                <a:ext uri="{FF2B5EF4-FFF2-40B4-BE49-F238E27FC236}">
                  <a16:creationId xmlns:a16="http://schemas.microsoft.com/office/drawing/2014/main" id="{4B5ABD2A-9748-5C34-6596-6093C16DA09A}"/>
                </a:ext>
              </a:extLst>
            </p:cNvPr>
            <p:cNvSpPr/>
            <p:nvPr/>
          </p:nvSpPr>
          <p:spPr>
            <a:xfrm>
              <a:off x="7362092" y="5568464"/>
              <a:ext cx="471055" cy="415637"/>
            </a:xfrm>
            <a:prstGeom prst="rightArrow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</p:grpSp>
    </p:spTree>
    <p:extLst>
      <p:ext uri="{BB962C8B-B14F-4D97-AF65-F5344CB8AC3E}">
        <p14:creationId xmlns:p14="http://schemas.microsoft.com/office/powerpoint/2010/main" val="3725870400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3A5F932-E30D-3171-5700-17704883CD1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Lab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A3E8CD4-6DA6-360F-B86D-90A2F3244A8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1498811017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What Is Cloud Computing</Template>
  <TotalTime>0</TotalTime>
  <Words>607</Words>
  <Application>Microsoft Office PowerPoint</Application>
  <PresentationFormat>Widescreen</PresentationFormat>
  <Paragraphs>128</Paragraphs>
  <Slides>14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9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24" baseType="lpstr">
      <vt:lpstr>Aptos</vt:lpstr>
      <vt:lpstr>Aptos Display</vt:lpstr>
      <vt:lpstr>Arial</vt:lpstr>
      <vt:lpstr>Calibri</vt:lpstr>
      <vt:lpstr>Krana Fat B</vt:lpstr>
      <vt:lpstr>Lato</vt:lpstr>
      <vt:lpstr>Montserrat</vt:lpstr>
      <vt:lpstr>Times New Roman</vt:lpstr>
      <vt:lpstr>Wingdings</vt:lpstr>
      <vt:lpstr>Office Theme</vt:lpstr>
      <vt:lpstr>What Is Cloud Computing</vt:lpstr>
      <vt:lpstr>Key Cloud Features</vt:lpstr>
      <vt:lpstr>Why Developers Use the Cloud</vt:lpstr>
      <vt:lpstr>How Cloud Costs Work</vt:lpstr>
      <vt:lpstr>Servers on Demand</vt:lpstr>
      <vt:lpstr>Load Balancing</vt:lpstr>
      <vt:lpstr>Monitoring &amp; Observability</vt:lpstr>
      <vt:lpstr>Deployment Services</vt:lpstr>
      <vt:lpstr>Availability</vt:lpstr>
      <vt:lpstr>Security in the Cloud</vt:lpstr>
      <vt:lpstr>Responsibility</vt:lpstr>
      <vt:lpstr>Summary</vt:lpstr>
      <vt:lpstr>PowerPoint Presentation</vt:lpstr>
      <vt:lpstr>Lab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mike baradaran</dc:creator>
  <cp:lastModifiedBy>mike baradaran</cp:lastModifiedBy>
  <cp:revision>13</cp:revision>
  <dcterms:created xsi:type="dcterms:W3CDTF">2026-04-12T18:01:52Z</dcterms:created>
  <dcterms:modified xsi:type="dcterms:W3CDTF">2026-04-13T20:32:27Z</dcterms:modified>
</cp:coreProperties>
</file>