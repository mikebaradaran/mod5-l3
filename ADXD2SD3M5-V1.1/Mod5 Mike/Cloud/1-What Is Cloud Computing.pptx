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7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C975A-1DEE-4A3F-A983-A6AEA683116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9D22FC-8BE3-4C3C-8ABB-A2DDF349C3B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Renting computing power over the internet instead of owning hardware</a:t>
          </a:r>
          <a:endParaRPr lang="en-US"/>
        </a:p>
      </dgm:t>
    </dgm:pt>
    <dgm:pt modelId="{2774FCC8-6C5B-4892-9B95-96BDCBFDE531}" type="parTrans" cxnId="{12556F5C-9E0A-4B4D-8888-3C9D7D009D9E}">
      <dgm:prSet/>
      <dgm:spPr/>
      <dgm:t>
        <a:bodyPr/>
        <a:lstStyle/>
        <a:p>
          <a:endParaRPr lang="en-US"/>
        </a:p>
      </dgm:t>
    </dgm:pt>
    <dgm:pt modelId="{1FD89BF3-C000-40EC-B4B0-8D1DBE051990}" type="sibTrans" cxnId="{12556F5C-9E0A-4B4D-8888-3C9D7D009D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029CFA-CAA2-433E-A7AA-944C3DA96E4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No need to buy or maintain servers</a:t>
          </a:r>
          <a:endParaRPr lang="en-US"/>
        </a:p>
      </dgm:t>
    </dgm:pt>
    <dgm:pt modelId="{9D1C26AB-0A0C-4497-8639-6F209282B4FA}" type="parTrans" cxnId="{37DFE287-9F21-4CC7-AC63-BA96414FB12B}">
      <dgm:prSet/>
      <dgm:spPr/>
      <dgm:t>
        <a:bodyPr/>
        <a:lstStyle/>
        <a:p>
          <a:endParaRPr lang="en-US"/>
        </a:p>
      </dgm:t>
    </dgm:pt>
    <dgm:pt modelId="{1055340D-4B91-4ABD-B7E1-86E0DDE62A6B}" type="sibTrans" cxnId="{37DFE287-9F21-4CC7-AC63-BA96414FB1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C2B03C-DE31-4AAF-87D1-B1823C0E0F0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You only pay for what you use</a:t>
          </a:r>
          <a:endParaRPr lang="en-US"/>
        </a:p>
      </dgm:t>
    </dgm:pt>
    <dgm:pt modelId="{DB99756C-ECBE-4D25-A4F9-D4516B63F50F}" type="parTrans" cxnId="{7B1C8200-687B-4D41-86B5-3C216E245AC4}">
      <dgm:prSet/>
      <dgm:spPr/>
      <dgm:t>
        <a:bodyPr/>
        <a:lstStyle/>
        <a:p>
          <a:endParaRPr lang="en-US"/>
        </a:p>
      </dgm:t>
    </dgm:pt>
    <dgm:pt modelId="{CB87318B-51A8-4A22-9F74-00DD87CA04C5}" type="sibTrans" cxnId="{7B1C8200-687B-4D41-86B5-3C216E245A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C6B71D-20AB-4AE9-AED3-FAFC63A1485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Easy to scale up when busy and scale down when quiet</a:t>
          </a:r>
          <a:endParaRPr lang="en-US"/>
        </a:p>
      </dgm:t>
    </dgm:pt>
    <dgm:pt modelId="{FFFDB158-490A-4BC1-90A4-84C44D6A7128}" type="parTrans" cxnId="{16D58C85-4A99-413E-9137-9699BDEA7B38}">
      <dgm:prSet/>
      <dgm:spPr/>
      <dgm:t>
        <a:bodyPr/>
        <a:lstStyle/>
        <a:p>
          <a:endParaRPr lang="en-US"/>
        </a:p>
      </dgm:t>
    </dgm:pt>
    <dgm:pt modelId="{A80BFF26-66C1-419A-930A-E68EBA75B0C0}" type="sibTrans" cxnId="{16D58C85-4A99-413E-9137-9699BDEA7B38}">
      <dgm:prSet/>
      <dgm:spPr/>
      <dgm:t>
        <a:bodyPr/>
        <a:lstStyle/>
        <a:p>
          <a:endParaRPr lang="en-US"/>
        </a:p>
      </dgm:t>
    </dgm:pt>
    <dgm:pt modelId="{8F9B3A5B-CCE3-4CA5-B5DB-D4B9C3B3D33E}" type="pres">
      <dgm:prSet presAssocID="{7E2C975A-1DEE-4A3F-A983-A6AEA683116B}" presName="root" presStyleCnt="0">
        <dgm:presLayoutVars>
          <dgm:dir/>
          <dgm:resizeHandles val="exact"/>
        </dgm:presLayoutVars>
      </dgm:prSet>
      <dgm:spPr/>
    </dgm:pt>
    <dgm:pt modelId="{49E144D4-4637-4894-B7FC-0FFA065FEE32}" type="pres">
      <dgm:prSet presAssocID="{7E2C975A-1DEE-4A3F-A983-A6AEA683116B}" presName="container" presStyleCnt="0">
        <dgm:presLayoutVars>
          <dgm:dir/>
          <dgm:resizeHandles val="exact"/>
        </dgm:presLayoutVars>
      </dgm:prSet>
      <dgm:spPr/>
    </dgm:pt>
    <dgm:pt modelId="{0C883A82-F31B-4117-828F-F742200EB21D}" type="pres">
      <dgm:prSet presAssocID="{DC9D22FC-8BE3-4C3C-8ABB-A2DDF349C3BE}" presName="compNode" presStyleCnt="0"/>
      <dgm:spPr/>
    </dgm:pt>
    <dgm:pt modelId="{6D9DFFFF-E232-4FE3-BBF5-8410F9CD30A6}" type="pres">
      <dgm:prSet presAssocID="{DC9D22FC-8BE3-4C3C-8ABB-A2DDF349C3BE}" presName="iconBgRect" presStyleLbl="bgShp" presStyleIdx="0" presStyleCnt="4"/>
      <dgm:spPr/>
    </dgm:pt>
    <dgm:pt modelId="{71EB2E71-81FF-42B3-AB15-992C82395A62}" type="pres">
      <dgm:prSet presAssocID="{DC9D22FC-8BE3-4C3C-8ABB-A2DDF349C3B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D9D13BE-0F29-4009-A86E-CEE1F2BF183F}" type="pres">
      <dgm:prSet presAssocID="{DC9D22FC-8BE3-4C3C-8ABB-A2DDF349C3BE}" presName="spaceRect" presStyleCnt="0"/>
      <dgm:spPr/>
    </dgm:pt>
    <dgm:pt modelId="{D12E45B0-A467-4312-B7EE-04C919107E74}" type="pres">
      <dgm:prSet presAssocID="{DC9D22FC-8BE3-4C3C-8ABB-A2DDF349C3BE}" presName="textRect" presStyleLbl="revTx" presStyleIdx="0" presStyleCnt="4">
        <dgm:presLayoutVars>
          <dgm:chMax val="1"/>
          <dgm:chPref val="1"/>
        </dgm:presLayoutVars>
      </dgm:prSet>
      <dgm:spPr/>
    </dgm:pt>
    <dgm:pt modelId="{3E28E2F8-1EE6-4B32-8068-56990BD81041}" type="pres">
      <dgm:prSet presAssocID="{1FD89BF3-C000-40EC-B4B0-8D1DBE051990}" presName="sibTrans" presStyleLbl="sibTrans2D1" presStyleIdx="0" presStyleCnt="0"/>
      <dgm:spPr/>
    </dgm:pt>
    <dgm:pt modelId="{34C984FE-516C-4255-89CE-B114B7DFE332}" type="pres">
      <dgm:prSet presAssocID="{8C029CFA-CAA2-433E-A7AA-944C3DA96E4B}" presName="compNode" presStyleCnt="0"/>
      <dgm:spPr/>
    </dgm:pt>
    <dgm:pt modelId="{0279A2FA-95C5-4D55-9811-4151238C82EF}" type="pres">
      <dgm:prSet presAssocID="{8C029CFA-CAA2-433E-A7AA-944C3DA96E4B}" presName="iconBgRect" presStyleLbl="bgShp" presStyleIdx="1" presStyleCnt="4"/>
      <dgm:spPr/>
    </dgm:pt>
    <dgm:pt modelId="{5092009D-ADB3-4CE4-8EDA-B33617DAAC43}" type="pres">
      <dgm:prSet presAssocID="{8C029CFA-CAA2-433E-A7AA-944C3DA96E4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F6C5A7B-6CB2-4105-8B55-74D85FB0ABB6}" type="pres">
      <dgm:prSet presAssocID="{8C029CFA-CAA2-433E-A7AA-944C3DA96E4B}" presName="spaceRect" presStyleCnt="0"/>
      <dgm:spPr/>
    </dgm:pt>
    <dgm:pt modelId="{CD478B10-9AA6-4569-8623-222E7FA28CEC}" type="pres">
      <dgm:prSet presAssocID="{8C029CFA-CAA2-433E-A7AA-944C3DA96E4B}" presName="textRect" presStyleLbl="revTx" presStyleIdx="1" presStyleCnt="4">
        <dgm:presLayoutVars>
          <dgm:chMax val="1"/>
          <dgm:chPref val="1"/>
        </dgm:presLayoutVars>
      </dgm:prSet>
      <dgm:spPr/>
    </dgm:pt>
    <dgm:pt modelId="{A296BCB1-FE8A-4152-A682-E79F5630ED6B}" type="pres">
      <dgm:prSet presAssocID="{1055340D-4B91-4ABD-B7E1-86E0DDE62A6B}" presName="sibTrans" presStyleLbl="sibTrans2D1" presStyleIdx="0" presStyleCnt="0"/>
      <dgm:spPr/>
    </dgm:pt>
    <dgm:pt modelId="{0E433987-4DA5-494F-A54A-E520B24B12A3}" type="pres">
      <dgm:prSet presAssocID="{9BC2B03C-DE31-4AAF-87D1-B1823C0E0F05}" presName="compNode" presStyleCnt="0"/>
      <dgm:spPr/>
    </dgm:pt>
    <dgm:pt modelId="{5A9E3519-9586-4DE1-863C-3F589CE6ED5A}" type="pres">
      <dgm:prSet presAssocID="{9BC2B03C-DE31-4AAF-87D1-B1823C0E0F05}" presName="iconBgRect" presStyleLbl="bgShp" presStyleIdx="2" presStyleCnt="4"/>
      <dgm:spPr/>
    </dgm:pt>
    <dgm:pt modelId="{38CFFDD7-7678-4B0B-BE6C-60B3CBC6956E}" type="pres">
      <dgm:prSet presAssocID="{9BC2B03C-DE31-4AAF-87D1-B1823C0E0F0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D51F2B1-E66E-4B4C-BEEA-24B426D6DD53}" type="pres">
      <dgm:prSet presAssocID="{9BC2B03C-DE31-4AAF-87D1-B1823C0E0F05}" presName="spaceRect" presStyleCnt="0"/>
      <dgm:spPr/>
    </dgm:pt>
    <dgm:pt modelId="{6E9DDA8D-23CF-41F1-99E8-0AA853B12A64}" type="pres">
      <dgm:prSet presAssocID="{9BC2B03C-DE31-4AAF-87D1-B1823C0E0F05}" presName="textRect" presStyleLbl="revTx" presStyleIdx="2" presStyleCnt="4">
        <dgm:presLayoutVars>
          <dgm:chMax val="1"/>
          <dgm:chPref val="1"/>
        </dgm:presLayoutVars>
      </dgm:prSet>
      <dgm:spPr/>
    </dgm:pt>
    <dgm:pt modelId="{B7B7316D-AC7C-4DCA-B186-EFAA9809438F}" type="pres">
      <dgm:prSet presAssocID="{CB87318B-51A8-4A22-9F74-00DD87CA04C5}" presName="sibTrans" presStyleLbl="sibTrans2D1" presStyleIdx="0" presStyleCnt="0"/>
      <dgm:spPr/>
    </dgm:pt>
    <dgm:pt modelId="{307DB423-67FB-42E3-8942-9B791EB1299F}" type="pres">
      <dgm:prSet presAssocID="{91C6B71D-20AB-4AE9-AED3-FAFC63A14858}" presName="compNode" presStyleCnt="0"/>
      <dgm:spPr/>
    </dgm:pt>
    <dgm:pt modelId="{7B9287E6-7731-46C8-A287-51CC948A8AA5}" type="pres">
      <dgm:prSet presAssocID="{91C6B71D-20AB-4AE9-AED3-FAFC63A14858}" presName="iconBgRect" presStyleLbl="bgShp" presStyleIdx="3" presStyleCnt="4"/>
      <dgm:spPr/>
    </dgm:pt>
    <dgm:pt modelId="{8732D033-F9EB-4483-ACD9-F1B7DF67CFF3}" type="pres">
      <dgm:prSet presAssocID="{91C6B71D-20AB-4AE9-AED3-FAFC63A1485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756EE5B-B195-4900-8BE9-D3ACAC8F48E1}" type="pres">
      <dgm:prSet presAssocID="{91C6B71D-20AB-4AE9-AED3-FAFC63A14858}" presName="spaceRect" presStyleCnt="0"/>
      <dgm:spPr/>
    </dgm:pt>
    <dgm:pt modelId="{8F852E11-5EED-49CB-ACA7-81BC4963F794}" type="pres">
      <dgm:prSet presAssocID="{91C6B71D-20AB-4AE9-AED3-FAFC63A148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B1C8200-687B-4D41-86B5-3C216E245AC4}" srcId="{7E2C975A-1DEE-4A3F-A983-A6AEA683116B}" destId="{9BC2B03C-DE31-4AAF-87D1-B1823C0E0F05}" srcOrd="2" destOrd="0" parTransId="{DB99756C-ECBE-4D25-A4F9-D4516B63F50F}" sibTransId="{CB87318B-51A8-4A22-9F74-00DD87CA04C5}"/>
    <dgm:cxn modelId="{193F610A-B22D-410F-9109-6A328CA53765}" type="presOf" srcId="{1FD89BF3-C000-40EC-B4B0-8D1DBE051990}" destId="{3E28E2F8-1EE6-4B32-8068-56990BD81041}" srcOrd="0" destOrd="0" presId="urn:microsoft.com/office/officeart/2018/2/layout/IconCircleList"/>
    <dgm:cxn modelId="{0235FE17-458E-4EA7-924C-2F30F247ACA3}" type="presOf" srcId="{CB87318B-51A8-4A22-9F74-00DD87CA04C5}" destId="{B7B7316D-AC7C-4DCA-B186-EFAA9809438F}" srcOrd="0" destOrd="0" presId="urn:microsoft.com/office/officeart/2018/2/layout/IconCircleList"/>
    <dgm:cxn modelId="{2866F82A-1C67-45A1-AC57-9BC74508AA6C}" type="presOf" srcId="{7E2C975A-1DEE-4A3F-A983-A6AEA683116B}" destId="{8F9B3A5B-CCE3-4CA5-B5DB-D4B9C3B3D33E}" srcOrd="0" destOrd="0" presId="urn:microsoft.com/office/officeart/2018/2/layout/IconCircleList"/>
    <dgm:cxn modelId="{65AFD840-76E1-4077-BB52-944912E5DA1C}" type="presOf" srcId="{1055340D-4B91-4ABD-B7E1-86E0DDE62A6B}" destId="{A296BCB1-FE8A-4152-A682-E79F5630ED6B}" srcOrd="0" destOrd="0" presId="urn:microsoft.com/office/officeart/2018/2/layout/IconCircleList"/>
    <dgm:cxn modelId="{12556F5C-9E0A-4B4D-8888-3C9D7D009D9E}" srcId="{7E2C975A-1DEE-4A3F-A983-A6AEA683116B}" destId="{DC9D22FC-8BE3-4C3C-8ABB-A2DDF349C3BE}" srcOrd="0" destOrd="0" parTransId="{2774FCC8-6C5B-4892-9B95-96BDCBFDE531}" sibTransId="{1FD89BF3-C000-40EC-B4B0-8D1DBE051990}"/>
    <dgm:cxn modelId="{60463363-7664-4C21-AC8A-0CD0207F26F6}" type="presOf" srcId="{DC9D22FC-8BE3-4C3C-8ABB-A2DDF349C3BE}" destId="{D12E45B0-A467-4312-B7EE-04C919107E74}" srcOrd="0" destOrd="0" presId="urn:microsoft.com/office/officeart/2018/2/layout/IconCircleList"/>
    <dgm:cxn modelId="{96896B44-CDAC-491C-B64A-84B694F04F0E}" type="presOf" srcId="{91C6B71D-20AB-4AE9-AED3-FAFC63A14858}" destId="{8F852E11-5EED-49CB-ACA7-81BC4963F794}" srcOrd="0" destOrd="0" presId="urn:microsoft.com/office/officeart/2018/2/layout/IconCircleList"/>
    <dgm:cxn modelId="{16D58C85-4A99-413E-9137-9699BDEA7B38}" srcId="{7E2C975A-1DEE-4A3F-A983-A6AEA683116B}" destId="{91C6B71D-20AB-4AE9-AED3-FAFC63A14858}" srcOrd="3" destOrd="0" parTransId="{FFFDB158-490A-4BC1-90A4-84C44D6A7128}" sibTransId="{A80BFF26-66C1-419A-930A-E68EBA75B0C0}"/>
    <dgm:cxn modelId="{37DFE287-9F21-4CC7-AC63-BA96414FB12B}" srcId="{7E2C975A-1DEE-4A3F-A983-A6AEA683116B}" destId="{8C029CFA-CAA2-433E-A7AA-944C3DA96E4B}" srcOrd="1" destOrd="0" parTransId="{9D1C26AB-0A0C-4497-8639-6F209282B4FA}" sibTransId="{1055340D-4B91-4ABD-B7E1-86E0DDE62A6B}"/>
    <dgm:cxn modelId="{08C63B8C-3CAF-47C1-A4AA-D427A1B867E5}" type="presOf" srcId="{8C029CFA-CAA2-433E-A7AA-944C3DA96E4B}" destId="{CD478B10-9AA6-4569-8623-222E7FA28CEC}" srcOrd="0" destOrd="0" presId="urn:microsoft.com/office/officeart/2018/2/layout/IconCircleList"/>
    <dgm:cxn modelId="{0E8930CD-6D27-49AB-A3A2-FCB251F40B04}" type="presOf" srcId="{9BC2B03C-DE31-4AAF-87D1-B1823C0E0F05}" destId="{6E9DDA8D-23CF-41F1-99E8-0AA853B12A64}" srcOrd="0" destOrd="0" presId="urn:microsoft.com/office/officeart/2018/2/layout/IconCircleList"/>
    <dgm:cxn modelId="{40454C82-4195-494B-B0F8-099E227AFBE7}" type="presParOf" srcId="{8F9B3A5B-CCE3-4CA5-B5DB-D4B9C3B3D33E}" destId="{49E144D4-4637-4894-B7FC-0FFA065FEE32}" srcOrd="0" destOrd="0" presId="urn:microsoft.com/office/officeart/2018/2/layout/IconCircleList"/>
    <dgm:cxn modelId="{4794BEE9-9681-4A4D-A4BD-FF09F87D346E}" type="presParOf" srcId="{49E144D4-4637-4894-B7FC-0FFA065FEE32}" destId="{0C883A82-F31B-4117-828F-F742200EB21D}" srcOrd="0" destOrd="0" presId="urn:microsoft.com/office/officeart/2018/2/layout/IconCircleList"/>
    <dgm:cxn modelId="{2DED5BA7-1F66-4EFF-9620-18321C2B2002}" type="presParOf" srcId="{0C883A82-F31B-4117-828F-F742200EB21D}" destId="{6D9DFFFF-E232-4FE3-BBF5-8410F9CD30A6}" srcOrd="0" destOrd="0" presId="urn:microsoft.com/office/officeart/2018/2/layout/IconCircleList"/>
    <dgm:cxn modelId="{0A082F7E-2B81-4917-AEFA-3075768A9651}" type="presParOf" srcId="{0C883A82-F31B-4117-828F-F742200EB21D}" destId="{71EB2E71-81FF-42B3-AB15-992C82395A62}" srcOrd="1" destOrd="0" presId="urn:microsoft.com/office/officeart/2018/2/layout/IconCircleList"/>
    <dgm:cxn modelId="{F4D8D362-6241-4270-943B-1161BC3FE0EE}" type="presParOf" srcId="{0C883A82-F31B-4117-828F-F742200EB21D}" destId="{DD9D13BE-0F29-4009-A86E-CEE1F2BF183F}" srcOrd="2" destOrd="0" presId="urn:microsoft.com/office/officeart/2018/2/layout/IconCircleList"/>
    <dgm:cxn modelId="{BA6F89CB-59EC-4C5D-9380-827F4A2B991B}" type="presParOf" srcId="{0C883A82-F31B-4117-828F-F742200EB21D}" destId="{D12E45B0-A467-4312-B7EE-04C919107E74}" srcOrd="3" destOrd="0" presId="urn:microsoft.com/office/officeart/2018/2/layout/IconCircleList"/>
    <dgm:cxn modelId="{D9251C27-634C-49D3-8CCD-4BAD5B0FF5BE}" type="presParOf" srcId="{49E144D4-4637-4894-B7FC-0FFA065FEE32}" destId="{3E28E2F8-1EE6-4B32-8068-56990BD81041}" srcOrd="1" destOrd="0" presId="urn:microsoft.com/office/officeart/2018/2/layout/IconCircleList"/>
    <dgm:cxn modelId="{E1AA2BB8-1B38-4B49-8365-C15E63811E22}" type="presParOf" srcId="{49E144D4-4637-4894-B7FC-0FFA065FEE32}" destId="{34C984FE-516C-4255-89CE-B114B7DFE332}" srcOrd="2" destOrd="0" presId="urn:microsoft.com/office/officeart/2018/2/layout/IconCircleList"/>
    <dgm:cxn modelId="{4B9F3DBD-9182-45F9-B617-56A1DBA7C469}" type="presParOf" srcId="{34C984FE-516C-4255-89CE-B114B7DFE332}" destId="{0279A2FA-95C5-4D55-9811-4151238C82EF}" srcOrd="0" destOrd="0" presId="urn:microsoft.com/office/officeart/2018/2/layout/IconCircleList"/>
    <dgm:cxn modelId="{26AD143B-A647-4CA3-96A7-08953D904F23}" type="presParOf" srcId="{34C984FE-516C-4255-89CE-B114B7DFE332}" destId="{5092009D-ADB3-4CE4-8EDA-B33617DAAC43}" srcOrd="1" destOrd="0" presId="urn:microsoft.com/office/officeart/2018/2/layout/IconCircleList"/>
    <dgm:cxn modelId="{77EE42A2-F2A9-4F45-8E07-DC1F1DDF7DC3}" type="presParOf" srcId="{34C984FE-516C-4255-89CE-B114B7DFE332}" destId="{CF6C5A7B-6CB2-4105-8B55-74D85FB0ABB6}" srcOrd="2" destOrd="0" presId="urn:microsoft.com/office/officeart/2018/2/layout/IconCircleList"/>
    <dgm:cxn modelId="{51C28306-1461-417F-8EF1-2657CD91D567}" type="presParOf" srcId="{34C984FE-516C-4255-89CE-B114B7DFE332}" destId="{CD478B10-9AA6-4569-8623-222E7FA28CEC}" srcOrd="3" destOrd="0" presId="urn:microsoft.com/office/officeart/2018/2/layout/IconCircleList"/>
    <dgm:cxn modelId="{A94855EB-77B6-4D7E-AFCC-75CFA19FEA88}" type="presParOf" srcId="{49E144D4-4637-4894-B7FC-0FFA065FEE32}" destId="{A296BCB1-FE8A-4152-A682-E79F5630ED6B}" srcOrd="3" destOrd="0" presId="urn:microsoft.com/office/officeart/2018/2/layout/IconCircleList"/>
    <dgm:cxn modelId="{F765651D-CF9B-4CBB-AB43-06838DF033FF}" type="presParOf" srcId="{49E144D4-4637-4894-B7FC-0FFA065FEE32}" destId="{0E433987-4DA5-494F-A54A-E520B24B12A3}" srcOrd="4" destOrd="0" presId="urn:microsoft.com/office/officeart/2018/2/layout/IconCircleList"/>
    <dgm:cxn modelId="{ADB30D2E-9266-4C8F-A48E-22875FE86445}" type="presParOf" srcId="{0E433987-4DA5-494F-A54A-E520B24B12A3}" destId="{5A9E3519-9586-4DE1-863C-3F589CE6ED5A}" srcOrd="0" destOrd="0" presId="urn:microsoft.com/office/officeart/2018/2/layout/IconCircleList"/>
    <dgm:cxn modelId="{CF6EDBA7-2217-4EE5-BF74-848EC1686536}" type="presParOf" srcId="{0E433987-4DA5-494F-A54A-E520B24B12A3}" destId="{38CFFDD7-7678-4B0B-BE6C-60B3CBC6956E}" srcOrd="1" destOrd="0" presId="urn:microsoft.com/office/officeart/2018/2/layout/IconCircleList"/>
    <dgm:cxn modelId="{1520D62E-96C8-4516-A80E-ACBBE8936F79}" type="presParOf" srcId="{0E433987-4DA5-494F-A54A-E520B24B12A3}" destId="{0D51F2B1-E66E-4B4C-BEEA-24B426D6DD53}" srcOrd="2" destOrd="0" presId="urn:microsoft.com/office/officeart/2018/2/layout/IconCircleList"/>
    <dgm:cxn modelId="{93931E91-1504-4368-A734-D3EB47FC5F84}" type="presParOf" srcId="{0E433987-4DA5-494F-A54A-E520B24B12A3}" destId="{6E9DDA8D-23CF-41F1-99E8-0AA853B12A64}" srcOrd="3" destOrd="0" presId="urn:microsoft.com/office/officeart/2018/2/layout/IconCircleList"/>
    <dgm:cxn modelId="{2033A162-8D50-4F0C-89A8-F4985A023E14}" type="presParOf" srcId="{49E144D4-4637-4894-B7FC-0FFA065FEE32}" destId="{B7B7316D-AC7C-4DCA-B186-EFAA9809438F}" srcOrd="5" destOrd="0" presId="urn:microsoft.com/office/officeart/2018/2/layout/IconCircleList"/>
    <dgm:cxn modelId="{CCC808CB-B6F2-4DF4-9E0F-1839B3EF2F32}" type="presParOf" srcId="{49E144D4-4637-4894-B7FC-0FFA065FEE32}" destId="{307DB423-67FB-42E3-8942-9B791EB1299F}" srcOrd="6" destOrd="0" presId="urn:microsoft.com/office/officeart/2018/2/layout/IconCircleList"/>
    <dgm:cxn modelId="{FBB22A20-E93E-46E2-849D-86194831F95B}" type="presParOf" srcId="{307DB423-67FB-42E3-8942-9B791EB1299F}" destId="{7B9287E6-7731-46C8-A287-51CC948A8AA5}" srcOrd="0" destOrd="0" presId="urn:microsoft.com/office/officeart/2018/2/layout/IconCircleList"/>
    <dgm:cxn modelId="{DCE4ED25-7195-4976-8AE1-1C030CF5F7B7}" type="presParOf" srcId="{307DB423-67FB-42E3-8942-9B791EB1299F}" destId="{8732D033-F9EB-4483-ACD9-F1B7DF67CFF3}" srcOrd="1" destOrd="0" presId="urn:microsoft.com/office/officeart/2018/2/layout/IconCircleList"/>
    <dgm:cxn modelId="{6329B968-87EB-44D0-995D-5BBA41859D2F}" type="presParOf" srcId="{307DB423-67FB-42E3-8942-9B791EB1299F}" destId="{D756EE5B-B195-4900-8BE9-D3ACAC8F48E1}" srcOrd="2" destOrd="0" presId="urn:microsoft.com/office/officeart/2018/2/layout/IconCircleList"/>
    <dgm:cxn modelId="{1077B953-1EEE-45CA-9506-530D6A0AF8D4}" type="presParOf" srcId="{307DB423-67FB-42E3-8942-9B791EB1299F}" destId="{8F852E11-5EED-49CB-ACA7-81BC4963F79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73D8E1-9F37-48F6-BAE5-C11BA31818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5228D1-E37B-4B3E-8D63-160AE2F1E869}">
      <dgm:prSet/>
      <dgm:spPr/>
      <dgm:t>
        <a:bodyPr/>
        <a:lstStyle/>
        <a:p>
          <a:r>
            <a:rPr lang="en-GB"/>
            <a:t>Build and release apps fast</a:t>
          </a:r>
          <a:endParaRPr lang="en-US"/>
        </a:p>
      </dgm:t>
    </dgm:pt>
    <dgm:pt modelId="{489BE4D3-3FEB-4DAD-A113-F0A18281A0E9}" type="parTrans" cxnId="{777A4947-2182-47AF-978F-A658A8AF983C}">
      <dgm:prSet/>
      <dgm:spPr/>
      <dgm:t>
        <a:bodyPr/>
        <a:lstStyle/>
        <a:p>
          <a:endParaRPr lang="en-US"/>
        </a:p>
      </dgm:t>
    </dgm:pt>
    <dgm:pt modelId="{A72B3994-F54F-4DEA-BAE3-D3B609927227}" type="sibTrans" cxnId="{777A4947-2182-47AF-978F-A658A8AF983C}">
      <dgm:prSet/>
      <dgm:spPr/>
      <dgm:t>
        <a:bodyPr/>
        <a:lstStyle/>
        <a:p>
          <a:endParaRPr lang="en-US"/>
        </a:p>
      </dgm:t>
    </dgm:pt>
    <dgm:pt modelId="{298782E6-61F4-4878-9A16-9186520B754D}">
      <dgm:prSet/>
      <dgm:spPr/>
      <dgm:t>
        <a:bodyPr/>
        <a:lstStyle/>
        <a:p>
          <a:r>
            <a:rPr lang="en-GB"/>
            <a:t>No upfront cost for equipment</a:t>
          </a:r>
          <a:endParaRPr lang="en-US"/>
        </a:p>
      </dgm:t>
    </dgm:pt>
    <dgm:pt modelId="{E0E2285B-2F29-4A7E-83E1-A84E6A38A614}" type="parTrans" cxnId="{D2556F00-1F2C-40B0-8CCC-F70DE55318E5}">
      <dgm:prSet/>
      <dgm:spPr/>
      <dgm:t>
        <a:bodyPr/>
        <a:lstStyle/>
        <a:p>
          <a:endParaRPr lang="en-US"/>
        </a:p>
      </dgm:t>
    </dgm:pt>
    <dgm:pt modelId="{FA5EB333-D045-4E24-A1DA-C9E7277EF4CA}" type="sibTrans" cxnId="{D2556F00-1F2C-40B0-8CCC-F70DE55318E5}">
      <dgm:prSet/>
      <dgm:spPr/>
      <dgm:t>
        <a:bodyPr/>
        <a:lstStyle/>
        <a:p>
          <a:endParaRPr lang="en-US"/>
        </a:p>
      </dgm:t>
    </dgm:pt>
    <dgm:pt modelId="{159CC23C-D594-4781-9CB4-52E3F8A97F72}">
      <dgm:prSet/>
      <dgm:spPr/>
      <dgm:t>
        <a:bodyPr/>
        <a:lstStyle/>
        <a:p>
          <a:r>
            <a:rPr lang="en-GB"/>
            <a:t>Easy to try ideas and experiment</a:t>
          </a:r>
          <a:endParaRPr lang="en-US"/>
        </a:p>
      </dgm:t>
    </dgm:pt>
    <dgm:pt modelId="{4AE3315C-D385-4F41-B76E-DBA194FEDE84}" type="parTrans" cxnId="{B0B692C9-E68D-4270-BA47-F2F2336FF5CC}">
      <dgm:prSet/>
      <dgm:spPr/>
      <dgm:t>
        <a:bodyPr/>
        <a:lstStyle/>
        <a:p>
          <a:endParaRPr lang="en-US"/>
        </a:p>
      </dgm:t>
    </dgm:pt>
    <dgm:pt modelId="{10CCA3CF-532F-419C-8F82-71D83721F9E4}" type="sibTrans" cxnId="{B0B692C9-E68D-4270-BA47-F2F2336FF5CC}">
      <dgm:prSet/>
      <dgm:spPr/>
      <dgm:t>
        <a:bodyPr/>
        <a:lstStyle/>
        <a:p>
          <a:endParaRPr lang="en-US"/>
        </a:p>
      </dgm:t>
    </dgm:pt>
    <dgm:pt modelId="{2554E8C6-7A33-48A2-ABAE-61D031CABB0F}">
      <dgm:prSet/>
      <dgm:spPr/>
      <dgm:t>
        <a:bodyPr/>
        <a:lstStyle/>
        <a:p>
          <a:r>
            <a:rPr lang="en-GB"/>
            <a:t>Tools for deployment, monitoring, and automation already included</a:t>
          </a:r>
          <a:endParaRPr lang="en-US"/>
        </a:p>
      </dgm:t>
    </dgm:pt>
    <dgm:pt modelId="{684DC1AE-9D0F-4F84-B305-6DCE81231B1A}" type="parTrans" cxnId="{E0984896-A272-44C5-8435-9EEB263B9C7D}">
      <dgm:prSet/>
      <dgm:spPr/>
      <dgm:t>
        <a:bodyPr/>
        <a:lstStyle/>
        <a:p>
          <a:endParaRPr lang="en-US"/>
        </a:p>
      </dgm:t>
    </dgm:pt>
    <dgm:pt modelId="{E1324CCF-CCAA-4B06-8C55-9FB3CE43CA7D}" type="sibTrans" cxnId="{E0984896-A272-44C5-8435-9EEB263B9C7D}">
      <dgm:prSet/>
      <dgm:spPr/>
      <dgm:t>
        <a:bodyPr/>
        <a:lstStyle/>
        <a:p>
          <a:endParaRPr lang="en-US"/>
        </a:p>
      </dgm:t>
    </dgm:pt>
    <dgm:pt modelId="{56933202-EC66-4E9C-87EC-913A826AA2C8}">
      <dgm:prSet/>
      <dgm:spPr/>
      <dgm:t>
        <a:bodyPr/>
        <a:lstStyle/>
        <a:p>
          <a:r>
            <a:rPr lang="en-GB"/>
            <a:t>High reliability without needing specialist hardware knowledge</a:t>
          </a:r>
          <a:endParaRPr lang="en-US"/>
        </a:p>
      </dgm:t>
    </dgm:pt>
    <dgm:pt modelId="{F475590A-B95D-4E88-B3BE-4EDB2F5ADE27}" type="parTrans" cxnId="{8A14E7C2-A6CD-4EF4-9667-D0560F3BFEC7}">
      <dgm:prSet/>
      <dgm:spPr/>
      <dgm:t>
        <a:bodyPr/>
        <a:lstStyle/>
        <a:p>
          <a:endParaRPr lang="en-US"/>
        </a:p>
      </dgm:t>
    </dgm:pt>
    <dgm:pt modelId="{5BE6FFA3-1009-4801-9C7C-0A9DF000AEFE}" type="sibTrans" cxnId="{8A14E7C2-A6CD-4EF4-9667-D0560F3BFEC7}">
      <dgm:prSet/>
      <dgm:spPr/>
      <dgm:t>
        <a:bodyPr/>
        <a:lstStyle/>
        <a:p>
          <a:endParaRPr lang="en-US"/>
        </a:p>
      </dgm:t>
    </dgm:pt>
    <dgm:pt modelId="{8F34C31C-22F3-4275-9A27-1073F03F2E47}" type="pres">
      <dgm:prSet presAssocID="{4573D8E1-9F37-48F6-BAE5-C11BA31818E3}" presName="root" presStyleCnt="0">
        <dgm:presLayoutVars>
          <dgm:dir/>
          <dgm:resizeHandles val="exact"/>
        </dgm:presLayoutVars>
      </dgm:prSet>
      <dgm:spPr/>
    </dgm:pt>
    <dgm:pt modelId="{DD032010-6D94-4340-9AD8-7A2D4354CD5C}" type="pres">
      <dgm:prSet presAssocID="{215228D1-E37B-4B3E-8D63-160AE2F1E869}" presName="compNode" presStyleCnt="0"/>
      <dgm:spPr/>
    </dgm:pt>
    <dgm:pt modelId="{9F908E76-DF91-4340-916B-08CE68264135}" type="pres">
      <dgm:prSet presAssocID="{215228D1-E37B-4B3E-8D63-160AE2F1E869}" presName="bgRect" presStyleLbl="bgShp" presStyleIdx="0" presStyleCnt="5"/>
      <dgm:spPr/>
    </dgm:pt>
    <dgm:pt modelId="{EA406DB6-A653-43F6-A30F-8F62592A9C62}" type="pres">
      <dgm:prSet presAssocID="{215228D1-E37B-4B3E-8D63-160AE2F1E86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F853D30-1BA2-4A40-A8D6-E5494E4156B5}" type="pres">
      <dgm:prSet presAssocID="{215228D1-E37B-4B3E-8D63-160AE2F1E869}" presName="spaceRect" presStyleCnt="0"/>
      <dgm:spPr/>
    </dgm:pt>
    <dgm:pt modelId="{3C70D0DA-001B-475D-A547-3FC6FE9DBB2E}" type="pres">
      <dgm:prSet presAssocID="{215228D1-E37B-4B3E-8D63-160AE2F1E869}" presName="parTx" presStyleLbl="revTx" presStyleIdx="0" presStyleCnt="5">
        <dgm:presLayoutVars>
          <dgm:chMax val="0"/>
          <dgm:chPref val="0"/>
        </dgm:presLayoutVars>
      </dgm:prSet>
      <dgm:spPr/>
    </dgm:pt>
    <dgm:pt modelId="{79CEA465-AADE-4524-BA9D-49AA7FD50413}" type="pres">
      <dgm:prSet presAssocID="{A72B3994-F54F-4DEA-BAE3-D3B609927227}" presName="sibTrans" presStyleCnt="0"/>
      <dgm:spPr/>
    </dgm:pt>
    <dgm:pt modelId="{2F08EB1D-0FC6-4BED-AD6C-9C18901EF9DA}" type="pres">
      <dgm:prSet presAssocID="{298782E6-61F4-4878-9A16-9186520B754D}" presName="compNode" presStyleCnt="0"/>
      <dgm:spPr/>
    </dgm:pt>
    <dgm:pt modelId="{86C715E6-4792-421A-97DD-842500A54145}" type="pres">
      <dgm:prSet presAssocID="{298782E6-61F4-4878-9A16-9186520B754D}" presName="bgRect" presStyleLbl="bgShp" presStyleIdx="1" presStyleCnt="5"/>
      <dgm:spPr/>
    </dgm:pt>
    <dgm:pt modelId="{4C5DA0EF-AA37-4366-A839-2C9380D8ADFA}" type="pres">
      <dgm:prSet presAssocID="{298782E6-61F4-4878-9A16-9186520B754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6F57ACE2-FD7E-432C-9972-397789D7038A}" type="pres">
      <dgm:prSet presAssocID="{298782E6-61F4-4878-9A16-9186520B754D}" presName="spaceRect" presStyleCnt="0"/>
      <dgm:spPr/>
    </dgm:pt>
    <dgm:pt modelId="{E598513B-E091-40C8-975E-0E8A857825D5}" type="pres">
      <dgm:prSet presAssocID="{298782E6-61F4-4878-9A16-9186520B754D}" presName="parTx" presStyleLbl="revTx" presStyleIdx="1" presStyleCnt="5">
        <dgm:presLayoutVars>
          <dgm:chMax val="0"/>
          <dgm:chPref val="0"/>
        </dgm:presLayoutVars>
      </dgm:prSet>
      <dgm:spPr/>
    </dgm:pt>
    <dgm:pt modelId="{4060544C-2D47-477A-9C72-606006940D8C}" type="pres">
      <dgm:prSet presAssocID="{FA5EB333-D045-4E24-A1DA-C9E7277EF4CA}" presName="sibTrans" presStyleCnt="0"/>
      <dgm:spPr/>
    </dgm:pt>
    <dgm:pt modelId="{027E4353-5A2C-42DF-AC5B-12265EB28BF6}" type="pres">
      <dgm:prSet presAssocID="{159CC23C-D594-4781-9CB4-52E3F8A97F72}" presName="compNode" presStyleCnt="0"/>
      <dgm:spPr/>
    </dgm:pt>
    <dgm:pt modelId="{C2CE3366-B838-4311-8E41-0EBAEB204785}" type="pres">
      <dgm:prSet presAssocID="{159CC23C-D594-4781-9CB4-52E3F8A97F72}" presName="bgRect" presStyleLbl="bgShp" presStyleIdx="2" presStyleCnt="5"/>
      <dgm:spPr/>
    </dgm:pt>
    <dgm:pt modelId="{4393CFEF-6375-4EEB-9054-8E0FC0F79D3C}" type="pres">
      <dgm:prSet presAssocID="{159CC23C-D594-4781-9CB4-52E3F8A97F7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9259B80-A214-43BF-8B92-E890A131B36C}" type="pres">
      <dgm:prSet presAssocID="{159CC23C-D594-4781-9CB4-52E3F8A97F72}" presName="spaceRect" presStyleCnt="0"/>
      <dgm:spPr/>
    </dgm:pt>
    <dgm:pt modelId="{739C6245-96AF-4E81-A321-08E6A48F4470}" type="pres">
      <dgm:prSet presAssocID="{159CC23C-D594-4781-9CB4-52E3F8A97F72}" presName="parTx" presStyleLbl="revTx" presStyleIdx="2" presStyleCnt="5">
        <dgm:presLayoutVars>
          <dgm:chMax val="0"/>
          <dgm:chPref val="0"/>
        </dgm:presLayoutVars>
      </dgm:prSet>
      <dgm:spPr/>
    </dgm:pt>
    <dgm:pt modelId="{44F22D98-921F-40BE-8DE1-4F4A710EB99A}" type="pres">
      <dgm:prSet presAssocID="{10CCA3CF-532F-419C-8F82-71D83721F9E4}" presName="sibTrans" presStyleCnt="0"/>
      <dgm:spPr/>
    </dgm:pt>
    <dgm:pt modelId="{1692F8CB-7DFA-486E-BDC6-0D22FF4B5484}" type="pres">
      <dgm:prSet presAssocID="{2554E8C6-7A33-48A2-ABAE-61D031CABB0F}" presName="compNode" presStyleCnt="0"/>
      <dgm:spPr/>
    </dgm:pt>
    <dgm:pt modelId="{831D08B0-D312-40D9-827F-0F2B580680FF}" type="pres">
      <dgm:prSet presAssocID="{2554E8C6-7A33-48A2-ABAE-61D031CABB0F}" presName="bgRect" presStyleLbl="bgShp" presStyleIdx="3" presStyleCnt="5"/>
      <dgm:spPr/>
    </dgm:pt>
    <dgm:pt modelId="{3D2227C2-4F14-461C-A5B2-1080E2706755}" type="pres">
      <dgm:prSet presAssocID="{2554E8C6-7A33-48A2-ABAE-61D031CABB0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CDAC713-B45C-4CFC-9902-CA7D5AE8448C}" type="pres">
      <dgm:prSet presAssocID="{2554E8C6-7A33-48A2-ABAE-61D031CABB0F}" presName="spaceRect" presStyleCnt="0"/>
      <dgm:spPr/>
    </dgm:pt>
    <dgm:pt modelId="{7666B458-6D9D-4709-A35E-73445FABFCDD}" type="pres">
      <dgm:prSet presAssocID="{2554E8C6-7A33-48A2-ABAE-61D031CABB0F}" presName="parTx" presStyleLbl="revTx" presStyleIdx="3" presStyleCnt="5">
        <dgm:presLayoutVars>
          <dgm:chMax val="0"/>
          <dgm:chPref val="0"/>
        </dgm:presLayoutVars>
      </dgm:prSet>
      <dgm:spPr/>
    </dgm:pt>
    <dgm:pt modelId="{6B05CBD4-A752-41BA-8DBA-E87AF209DF48}" type="pres">
      <dgm:prSet presAssocID="{E1324CCF-CCAA-4B06-8C55-9FB3CE43CA7D}" presName="sibTrans" presStyleCnt="0"/>
      <dgm:spPr/>
    </dgm:pt>
    <dgm:pt modelId="{80441AEF-A967-4539-B602-D9903166AAF6}" type="pres">
      <dgm:prSet presAssocID="{56933202-EC66-4E9C-87EC-913A826AA2C8}" presName="compNode" presStyleCnt="0"/>
      <dgm:spPr/>
    </dgm:pt>
    <dgm:pt modelId="{43911CCA-2827-4F9F-853D-88273C6A64D6}" type="pres">
      <dgm:prSet presAssocID="{56933202-EC66-4E9C-87EC-913A826AA2C8}" presName="bgRect" presStyleLbl="bgShp" presStyleIdx="4" presStyleCnt="5"/>
      <dgm:spPr/>
    </dgm:pt>
    <dgm:pt modelId="{95360800-95CE-44AE-91DD-05B6345893E1}" type="pres">
      <dgm:prSet presAssocID="{56933202-EC66-4E9C-87EC-913A826AA2C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B500BB-9D0A-4034-A57A-94A38867B3AC}" type="pres">
      <dgm:prSet presAssocID="{56933202-EC66-4E9C-87EC-913A826AA2C8}" presName="spaceRect" presStyleCnt="0"/>
      <dgm:spPr/>
    </dgm:pt>
    <dgm:pt modelId="{51D7440B-78E2-4DFA-B314-F005F230E9D6}" type="pres">
      <dgm:prSet presAssocID="{56933202-EC66-4E9C-87EC-913A826AA2C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556F00-1F2C-40B0-8CCC-F70DE55318E5}" srcId="{4573D8E1-9F37-48F6-BAE5-C11BA31818E3}" destId="{298782E6-61F4-4878-9A16-9186520B754D}" srcOrd="1" destOrd="0" parTransId="{E0E2285B-2F29-4A7E-83E1-A84E6A38A614}" sibTransId="{FA5EB333-D045-4E24-A1DA-C9E7277EF4CA}"/>
    <dgm:cxn modelId="{48FF9202-FCE9-4143-9DA2-71B7C612608C}" type="presOf" srcId="{2554E8C6-7A33-48A2-ABAE-61D031CABB0F}" destId="{7666B458-6D9D-4709-A35E-73445FABFCDD}" srcOrd="0" destOrd="0" presId="urn:microsoft.com/office/officeart/2018/2/layout/IconVerticalSolidList"/>
    <dgm:cxn modelId="{777A4947-2182-47AF-978F-A658A8AF983C}" srcId="{4573D8E1-9F37-48F6-BAE5-C11BA31818E3}" destId="{215228D1-E37B-4B3E-8D63-160AE2F1E869}" srcOrd="0" destOrd="0" parTransId="{489BE4D3-3FEB-4DAD-A113-F0A18281A0E9}" sibTransId="{A72B3994-F54F-4DEA-BAE3-D3B609927227}"/>
    <dgm:cxn modelId="{E0984896-A272-44C5-8435-9EEB263B9C7D}" srcId="{4573D8E1-9F37-48F6-BAE5-C11BA31818E3}" destId="{2554E8C6-7A33-48A2-ABAE-61D031CABB0F}" srcOrd="3" destOrd="0" parTransId="{684DC1AE-9D0F-4F84-B305-6DCE81231B1A}" sibTransId="{E1324CCF-CCAA-4B06-8C55-9FB3CE43CA7D}"/>
    <dgm:cxn modelId="{A0BE3C9E-248A-4413-9228-5EAB4A309171}" type="presOf" srcId="{159CC23C-D594-4781-9CB4-52E3F8A97F72}" destId="{739C6245-96AF-4E81-A321-08E6A48F4470}" srcOrd="0" destOrd="0" presId="urn:microsoft.com/office/officeart/2018/2/layout/IconVerticalSolidList"/>
    <dgm:cxn modelId="{A8FC42A1-DD82-42E8-BB3C-1E3711C0A330}" type="presOf" srcId="{215228D1-E37B-4B3E-8D63-160AE2F1E869}" destId="{3C70D0DA-001B-475D-A547-3FC6FE9DBB2E}" srcOrd="0" destOrd="0" presId="urn:microsoft.com/office/officeart/2018/2/layout/IconVerticalSolidList"/>
    <dgm:cxn modelId="{B30260B8-B259-4833-8B3D-CC5AD3AB0030}" type="presOf" srcId="{4573D8E1-9F37-48F6-BAE5-C11BA31818E3}" destId="{8F34C31C-22F3-4275-9A27-1073F03F2E47}" srcOrd="0" destOrd="0" presId="urn:microsoft.com/office/officeart/2018/2/layout/IconVerticalSolidList"/>
    <dgm:cxn modelId="{8A14E7C2-A6CD-4EF4-9667-D0560F3BFEC7}" srcId="{4573D8E1-9F37-48F6-BAE5-C11BA31818E3}" destId="{56933202-EC66-4E9C-87EC-913A826AA2C8}" srcOrd="4" destOrd="0" parTransId="{F475590A-B95D-4E88-B3BE-4EDB2F5ADE27}" sibTransId="{5BE6FFA3-1009-4801-9C7C-0A9DF000AEFE}"/>
    <dgm:cxn modelId="{CEBEEBC2-1396-4D75-8EC0-726FBCA7A1AD}" type="presOf" srcId="{298782E6-61F4-4878-9A16-9186520B754D}" destId="{E598513B-E091-40C8-975E-0E8A857825D5}" srcOrd="0" destOrd="0" presId="urn:microsoft.com/office/officeart/2018/2/layout/IconVerticalSolidList"/>
    <dgm:cxn modelId="{B0B692C9-E68D-4270-BA47-F2F2336FF5CC}" srcId="{4573D8E1-9F37-48F6-BAE5-C11BA31818E3}" destId="{159CC23C-D594-4781-9CB4-52E3F8A97F72}" srcOrd="2" destOrd="0" parTransId="{4AE3315C-D385-4F41-B76E-DBA194FEDE84}" sibTransId="{10CCA3CF-532F-419C-8F82-71D83721F9E4}"/>
    <dgm:cxn modelId="{404A3CD9-3390-42D5-AE1B-BECB6EEC449B}" type="presOf" srcId="{56933202-EC66-4E9C-87EC-913A826AA2C8}" destId="{51D7440B-78E2-4DFA-B314-F005F230E9D6}" srcOrd="0" destOrd="0" presId="urn:microsoft.com/office/officeart/2018/2/layout/IconVerticalSolidList"/>
    <dgm:cxn modelId="{CF436DAF-9749-4170-8A31-184F1CF47A85}" type="presParOf" srcId="{8F34C31C-22F3-4275-9A27-1073F03F2E47}" destId="{DD032010-6D94-4340-9AD8-7A2D4354CD5C}" srcOrd="0" destOrd="0" presId="urn:microsoft.com/office/officeart/2018/2/layout/IconVerticalSolidList"/>
    <dgm:cxn modelId="{89D75DEF-1728-4633-8C48-5E0ECB5B0485}" type="presParOf" srcId="{DD032010-6D94-4340-9AD8-7A2D4354CD5C}" destId="{9F908E76-DF91-4340-916B-08CE68264135}" srcOrd="0" destOrd="0" presId="urn:microsoft.com/office/officeart/2018/2/layout/IconVerticalSolidList"/>
    <dgm:cxn modelId="{4CC92380-5E26-416A-85F3-3C11276F5835}" type="presParOf" srcId="{DD032010-6D94-4340-9AD8-7A2D4354CD5C}" destId="{EA406DB6-A653-43F6-A30F-8F62592A9C62}" srcOrd="1" destOrd="0" presId="urn:microsoft.com/office/officeart/2018/2/layout/IconVerticalSolidList"/>
    <dgm:cxn modelId="{B772F600-A595-423E-AF9C-4E8326786E4A}" type="presParOf" srcId="{DD032010-6D94-4340-9AD8-7A2D4354CD5C}" destId="{DF853D30-1BA2-4A40-A8D6-E5494E4156B5}" srcOrd="2" destOrd="0" presId="urn:microsoft.com/office/officeart/2018/2/layout/IconVerticalSolidList"/>
    <dgm:cxn modelId="{71DAECC1-74F3-41C5-B9B7-AF305DAE3339}" type="presParOf" srcId="{DD032010-6D94-4340-9AD8-7A2D4354CD5C}" destId="{3C70D0DA-001B-475D-A547-3FC6FE9DBB2E}" srcOrd="3" destOrd="0" presId="urn:microsoft.com/office/officeart/2018/2/layout/IconVerticalSolidList"/>
    <dgm:cxn modelId="{93081A76-AE4D-433B-9462-BF39531BE046}" type="presParOf" srcId="{8F34C31C-22F3-4275-9A27-1073F03F2E47}" destId="{79CEA465-AADE-4524-BA9D-49AA7FD50413}" srcOrd="1" destOrd="0" presId="urn:microsoft.com/office/officeart/2018/2/layout/IconVerticalSolidList"/>
    <dgm:cxn modelId="{620EC9B0-2632-411A-9248-0D00BB1A0C3B}" type="presParOf" srcId="{8F34C31C-22F3-4275-9A27-1073F03F2E47}" destId="{2F08EB1D-0FC6-4BED-AD6C-9C18901EF9DA}" srcOrd="2" destOrd="0" presId="urn:microsoft.com/office/officeart/2018/2/layout/IconVerticalSolidList"/>
    <dgm:cxn modelId="{3BD41400-B5B5-4F9E-B64B-70DA6D20366E}" type="presParOf" srcId="{2F08EB1D-0FC6-4BED-AD6C-9C18901EF9DA}" destId="{86C715E6-4792-421A-97DD-842500A54145}" srcOrd="0" destOrd="0" presId="urn:microsoft.com/office/officeart/2018/2/layout/IconVerticalSolidList"/>
    <dgm:cxn modelId="{42C2C715-68E1-43C3-B694-3F77402084D8}" type="presParOf" srcId="{2F08EB1D-0FC6-4BED-AD6C-9C18901EF9DA}" destId="{4C5DA0EF-AA37-4366-A839-2C9380D8ADFA}" srcOrd="1" destOrd="0" presId="urn:microsoft.com/office/officeart/2018/2/layout/IconVerticalSolidList"/>
    <dgm:cxn modelId="{AAE8CF45-D0B7-4FE9-B7C8-FF32BA8F2707}" type="presParOf" srcId="{2F08EB1D-0FC6-4BED-AD6C-9C18901EF9DA}" destId="{6F57ACE2-FD7E-432C-9972-397789D7038A}" srcOrd="2" destOrd="0" presId="urn:microsoft.com/office/officeart/2018/2/layout/IconVerticalSolidList"/>
    <dgm:cxn modelId="{F690871B-F639-4C85-B514-F1D208960C56}" type="presParOf" srcId="{2F08EB1D-0FC6-4BED-AD6C-9C18901EF9DA}" destId="{E598513B-E091-40C8-975E-0E8A857825D5}" srcOrd="3" destOrd="0" presId="urn:microsoft.com/office/officeart/2018/2/layout/IconVerticalSolidList"/>
    <dgm:cxn modelId="{887A431E-8B5B-46E7-BCA2-B53FD85C67D0}" type="presParOf" srcId="{8F34C31C-22F3-4275-9A27-1073F03F2E47}" destId="{4060544C-2D47-477A-9C72-606006940D8C}" srcOrd="3" destOrd="0" presId="urn:microsoft.com/office/officeart/2018/2/layout/IconVerticalSolidList"/>
    <dgm:cxn modelId="{0DC32421-BF55-4F28-8204-F3A586104479}" type="presParOf" srcId="{8F34C31C-22F3-4275-9A27-1073F03F2E47}" destId="{027E4353-5A2C-42DF-AC5B-12265EB28BF6}" srcOrd="4" destOrd="0" presId="urn:microsoft.com/office/officeart/2018/2/layout/IconVerticalSolidList"/>
    <dgm:cxn modelId="{D04E4E24-B5FB-4BD7-9AEC-73111B175D9F}" type="presParOf" srcId="{027E4353-5A2C-42DF-AC5B-12265EB28BF6}" destId="{C2CE3366-B838-4311-8E41-0EBAEB204785}" srcOrd="0" destOrd="0" presId="urn:microsoft.com/office/officeart/2018/2/layout/IconVerticalSolidList"/>
    <dgm:cxn modelId="{E443863B-AD99-4DAA-B0D1-4BF2C98247F8}" type="presParOf" srcId="{027E4353-5A2C-42DF-AC5B-12265EB28BF6}" destId="{4393CFEF-6375-4EEB-9054-8E0FC0F79D3C}" srcOrd="1" destOrd="0" presId="urn:microsoft.com/office/officeart/2018/2/layout/IconVerticalSolidList"/>
    <dgm:cxn modelId="{D00DDE5F-A890-4F7E-84A6-CB52617CC7DE}" type="presParOf" srcId="{027E4353-5A2C-42DF-AC5B-12265EB28BF6}" destId="{99259B80-A214-43BF-8B92-E890A131B36C}" srcOrd="2" destOrd="0" presId="urn:microsoft.com/office/officeart/2018/2/layout/IconVerticalSolidList"/>
    <dgm:cxn modelId="{87293CD4-4158-4E90-86F7-0F5EB8436083}" type="presParOf" srcId="{027E4353-5A2C-42DF-AC5B-12265EB28BF6}" destId="{739C6245-96AF-4E81-A321-08E6A48F4470}" srcOrd="3" destOrd="0" presId="urn:microsoft.com/office/officeart/2018/2/layout/IconVerticalSolidList"/>
    <dgm:cxn modelId="{A97D1EBB-49EE-4D6E-9386-5A4651959286}" type="presParOf" srcId="{8F34C31C-22F3-4275-9A27-1073F03F2E47}" destId="{44F22D98-921F-40BE-8DE1-4F4A710EB99A}" srcOrd="5" destOrd="0" presId="urn:microsoft.com/office/officeart/2018/2/layout/IconVerticalSolidList"/>
    <dgm:cxn modelId="{3EE506BB-A78D-40CC-948E-FF69AEC633E8}" type="presParOf" srcId="{8F34C31C-22F3-4275-9A27-1073F03F2E47}" destId="{1692F8CB-7DFA-486E-BDC6-0D22FF4B5484}" srcOrd="6" destOrd="0" presId="urn:microsoft.com/office/officeart/2018/2/layout/IconVerticalSolidList"/>
    <dgm:cxn modelId="{EE33D592-3945-48AA-AE45-88AFE6EC51C5}" type="presParOf" srcId="{1692F8CB-7DFA-486E-BDC6-0D22FF4B5484}" destId="{831D08B0-D312-40D9-827F-0F2B580680FF}" srcOrd="0" destOrd="0" presId="urn:microsoft.com/office/officeart/2018/2/layout/IconVerticalSolidList"/>
    <dgm:cxn modelId="{40C7AB2A-4C24-4D99-8983-86810E85C5D6}" type="presParOf" srcId="{1692F8CB-7DFA-486E-BDC6-0D22FF4B5484}" destId="{3D2227C2-4F14-461C-A5B2-1080E2706755}" srcOrd="1" destOrd="0" presId="urn:microsoft.com/office/officeart/2018/2/layout/IconVerticalSolidList"/>
    <dgm:cxn modelId="{35F9527D-F1AF-46A0-A499-F5052DAA7CD4}" type="presParOf" srcId="{1692F8CB-7DFA-486E-BDC6-0D22FF4B5484}" destId="{ECDAC713-B45C-4CFC-9902-CA7D5AE8448C}" srcOrd="2" destOrd="0" presId="urn:microsoft.com/office/officeart/2018/2/layout/IconVerticalSolidList"/>
    <dgm:cxn modelId="{F1A47935-C5B2-484B-A627-290AF2396539}" type="presParOf" srcId="{1692F8CB-7DFA-486E-BDC6-0D22FF4B5484}" destId="{7666B458-6D9D-4709-A35E-73445FABFCDD}" srcOrd="3" destOrd="0" presId="urn:microsoft.com/office/officeart/2018/2/layout/IconVerticalSolidList"/>
    <dgm:cxn modelId="{5219EB0A-64BC-46E1-BC64-4556D10D8B68}" type="presParOf" srcId="{8F34C31C-22F3-4275-9A27-1073F03F2E47}" destId="{6B05CBD4-A752-41BA-8DBA-E87AF209DF48}" srcOrd="7" destOrd="0" presId="urn:microsoft.com/office/officeart/2018/2/layout/IconVerticalSolidList"/>
    <dgm:cxn modelId="{4E68FF8F-FC5F-48E6-8380-6DFE0A2255FA}" type="presParOf" srcId="{8F34C31C-22F3-4275-9A27-1073F03F2E47}" destId="{80441AEF-A967-4539-B602-D9903166AAF6}" srcOrd="8" destOrd="0" presId="urn:microsoft.com/office/officeart/2018/2/layout/IconVerticalSolidList"/>
    <dgm:cxn modelId="{05A3E3BE-6C97-4FC0-A47E-FF18162EC506}" type="presParOf" srcId="{80441AEF-A967-4539-B602-D9903166AAF6}" destId="{43911CCA-2827-4F9F-853D-88273C6A64D6}" srcOrd="0" destOrd="0" presId="urn:microsoft.com/office/officeart/2018/2/layout/IconVerticalSolidList"/>
    <dgm:cxn modelId="{A75079BD-DA4B-4D39-A6FA-162D388942E6}" type="presParOf" srcId="{80441AEF-A967-4539-B602-D9903166AAF6}" destId="{95360800-95CE-44AE-91DD-05B6345893E1}" srcOrd="1" destOrd="0" presId="urn:microsoft.com/office/officeart/2018/2/layout/IconVerticalSolidList"/>
    <dgm:cxn modelId="{C755BBEF-ECC1-4626-A35C-43A0533C46EE}" type="presParOf" srcId="{80441AEF-A967-4539-B602-D9903166AAF6}" destId="{85B500BB-9D0A-4034-A57A-94A38867B3AC}" srcOrd="2" destOrd="0" presId="urn:microsoft.com/office/officeart/2018/2/layout/IconVerticalSolidList"/>
    <dgm:cxn modelId="{B7EC3EA2-4A62-446D-B31A-1A097799A21F}" type="presParOf" srcId="{80441AEF-A967-4539-B602-D9903166AAF6}" destId="{51D7440B-78E2-4DFA-B314-F005F230E9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A8816A-D64C-4DF9-9967-7EFB509C26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3BB438-53DD-4A42-97F3-4E026459CC62}">
      <dgm:prSet/>
      <dgm:spPr/>
      <dgm:t>
        <a:bodyPr/>
        <a:lstStyle/>
        <a:p>
          <a:r>
            <a:rPr lang="en-GB" b="1" dirty="0"/>
            <a:t>Pay‑as‑you‑go</a:t>
          </a:r>
          <a:r>
            <a:rPr lang="en-GB" dirty="0"/>
            <a:t>:</a:t>
          </a:r>
          <a:br>
            <a:rPr lang="en-GB" dirty="0"/>
          </a:br>
          <a:r>
            <a:rPr lang="en-GB" dirty="0"/>
            <a:t>like an electricity bill</a:t>
          </a:r>
          <a:endParaRPr lang="en-US" dirty="0"/>
        </a:p>
      </dgm:t>
    </dgm:pt>
    <dgm:pt modelId="{E95E75FD-C5A6-4FE4-A56C-4C6851F2BC93}" type="parTrans" cxnId="{F2B91BAD-1BF3-4D66-A1A1-82ED99F085E9}">
      <dgm:prSet/>
      <dgm:spPr/>
      <dgm:t>
        <a:bodyPr/>
        <a:lstStyle/>
        <a:p>
          <a:endParaRPr lang="en-US"/>
        </a:p>
      </dgm:t>
    </dgm:pt>
    <dgm:pt modelId="{9112A035-57C6-4188-B305-521EE6DF2D3F}" type="sibTrans" cxnId="{F2B91BAD-1BF3-4D66-A1A1-82ED99F085E9}">
      <dgm:prSet/>
      <dgm:spPr/>
      <dgm:t>
        <a:bodyPr/>
        <a:lstStyle/>
        <a:p>
          <a:endParaRPr lang="en-US"/>
        </a:p>
      </dgm:t>
    </dgm:pt>
    <dgm:pt modelId="{E5F98BE4-2904-4B07-9846-881605E2DFD5}">
      <dgm:prSet/>
      <dgm:spPr/>
      <dgm:t>
        <a:bodyPr/>
        <a:lstStyle/>
        <a:p>
          <a:r>
            <a:rPr lang="en-GB" b="1" dirty="0"/>
            <a:t>Reserved options</a:t>
          </a:r>
          <a:r>
            <a:rPr lang="en-GB" dirty="0"/>
            <a:t>: </a:t>
          </a:r>
          <a:br>
            <a:rPr lang="en-GB" dirty="0"/>
          </a:br>
          <a:r>
            <a:rPr lang="en-GB" dirty="0"/>
            <a:t>cheaper if you commit long‑term</a:t>
          </a:r>
          <a:endParaRPr lang="en-US" dirty="0"/>
        </a:p>
      </dgm:t>
    </dgm:pt>
    <dgm:pt modelId="{D93379D8-616C-428B-A83A-B0AD9852E8F8}" type="parTrans" cxnId="{251FA7C1-CEFD-4DDF-B79E-DB933CDF6134}">
      <dgm:prSet/>
      <dgm:spPr/>
      <dgm:t>
        <a:bodyPr/>
        <a:lstStyle/>
        <a:p>
          <a:endParaRPr lang="en-US"/>
        </a:p>
      </dgm:t>
    </dgm:pt>
    <dgm:pt modelId="{BFF8C309-6952-461E-AEB1-0E7342339D70}" type="sibTrans" cxnId="{251FA7C1-CEFD-4DDF-B79E-DB933CDF6134}">
      <dgm:prSet/>
      <dgm:spPr/>
      <dgm:t>
        <a:bodyPr/>
        <a:lstStyle/>
        <a:p>
          <a:endParaRPr lang="en-US"/>
        </a:p>
      </dgm:t>
    </dgm:pt>
    <dgm:pt modelId="{144EF902-762C-4449-AEBC-CE3A3C0EE4F1}">
      <dgm:prSet/>
      <dgm:spPr/>
      <dgm:t>
        <a:bodyPr/>
        <a:lstStyle/>
        <a:p>
          <a:r>
            <a:rPr lang="en-GB" b="1" dirty="0"/>
            <a:t>Serverless</a:t>
          </a:r>
          <a:r>
            <a:rPr lang="en-GB" dirty="0"/>
            <a:t>: </a:t>
          </a:r>
          <a:br>
            <a:rPr lang="en-GB" dirty="0"/>
          </a:br>
          <a:r>
            <a:rPr lang="en-GB" dirty="0"/>
            <a:t>pay only when your code runs</a:t>
          </a:r>
          <a:endParaRPr lang="en-US" dirty="0"/>
        </a:p>
      </dgm:t>
    </dgm:pt>
    <dgm:pt modelId="{64524FB7-A7ED-489D-82F1-46A533432485}" type="parTrans" cxnId="{7940D551-C014-4E58-96BD-BB3272251A94}">
      <dgm:prSet/>
      <dgm:spPr/>
      <dgm:t>
        <a:bodyPr/>
        <a:lstStyle/>
        <a:p>
          <a:endParaRPr lang="en-US"/>
        </a:p>
      </dgm:t>
    </dgm:pt>
    <dgm:pt modelId="{887E9407-BA75-498F-ABD7-078990AF61BB}" type="sibTrans" cxnId="{7940D551-C014-4E58-96BD-BB3272251A94}">
      <dgm:prSet/>
      <dgm:spPr/>
      <dgm:t>
        <a:bodyPr/>
        <a:lstStyle/>
        <a:p>
          <a:endParaRPr lang="en-US"/>
        </a:p>
      </dgm:t>
    </dgm:pt>
    <dgm:pt modelId="{A5F20CB3-6AD6-46D2-94D2-69BE65C645F3}">
      <dgm:prSet/>
      <dgm:spPr/>
      <dgm:t>
        <a:bodyPr/>
        <a:lstStyle/>
        <a:p>
          <a:r>
            <a:rPr lang="en-GB" b="1" dirty="0"/>
            <a:t>Turn things off </a:t>
          </a:r>
          <a:r>
            <a:rPr lang="en-GB" dirty="0"/>
            <a:t>when not needed to save money</a:t>
          </a:r>
          <a:endParaRPr lang="en-US" dirty="0"/>
        </a:p>
      </dgm:t>
    </dgm:pt>
    <dgm:pt modelId="{A8347A74-693A-4142-A32C-D9D5C4E8BEBD}" type="parTrans" cxnId="{FC59284C-9792-49A0-B875-133E548A6184}">
      <dgm:prSet/>
      <dgm:spPr/>
      <dgm:t>
        <a:bodyPr/>
        <a:lstStyle/>
        <a:p>
          <a:endParaRPr lang="en-US"/>
        </a:p>
      </dgm:t>
    </dgm:pt>
    <dgm:pt modelId="{C1F32A08-0483-404B-B8B4-1136737EAC9E}" type="sibTrans" cxnId="{FC59284C-9792-49A0-B875-133E548A6184}">
      <dgm:prSet/>
      <dgm:spPr/>
      <dgm:t>
        <a:bodyPr/>
        <a:lstStyle/>
        <a:p>
          <a:endParaRPr lang="en-US"/>
        </a:p>
      </dgm:t>
    </dgm:pt>
    <dgm:pt modelId="{DB2ADB79-1544-479D-99A2-0CC91A791691}" type="pres">
      <dgm:prSet presAssocID="{AAA8816A-D64C-4DF9-9967-7EFB509C26C4}" presName="root" presStyleCnt="0">
        <dgm:presLayoutVars>
          <dgm:dir/>
          <dgm:resizeHandles val="exact"/>
        </dgm:presLayoutVars>
      </dgm:prSet>
      <dgm:spPr/>
    </dgm:pt>
    <dgm:pt modelId="{83FDB43C-DC14-4EAC-A2AC-08D22C0EF219}" type="pres">
      <dgm:prSet presAssocID="{F93BB438-53DD-4A42-97F3-4E026459CC62}" presName="compNode" presStyleCnt="0"/>
      <dgm:spPr/>
    </dgm:pt>
    <dgm:pt modelId="{49988D69-6658-485B-8DF0-B7B642918883}" type="pres">
      <dgm:prSet presAssocID="{F93BB438-53DD-4A42-97F3-4E026459CC62}" presName="bgRect" presStyleLbl="bgShp" presStyleIdx="0" presStyleCnt="4"/>
      <dgm:spPr/>
    </dgm:pt>
    <dgm:pt modelId="{566772F5-4127-41CA-87E9-0854E6E4D830}" type="pres">
      <dgm:prSet presAssocID="{F93BB438-53DD-4A42-97F3-4E026459CC6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350C164-55C9-4398-B1A1-61E34E0DE838}" type="pres">
      <dgm:prSet presAssocID="{F93BB438-53DD-4A42-97F3-4E026459CC62}" presName="spaceRect" presStyleCnt="0"/>
      <dgm:spPr/>
    </dgm:pt>
    <dgm:pt modelId="{781BC199-E615-4C0D-9A75-B398EFF5196E}" type="pres">
      <dgm:prSet presAssocID="{F93BB438-53DD-4A42-97F3-4E026459CC62}" presName="parTx" presStyleLbl="revTx" presStyleIdx="0" presStyleCnt="4">
        <dgm:presLayoutVars>
          <dgm:chMax val="0"/>
          <dgm:chPref val="0"/>
        </dgm:presLayoutVars>
      </dgm:prSet>
      <dgm:spPr/>
    </dgm:pt>
    <dgm:pt modelId="{FE885F0F-033B-4158-B8F5-B9239E9B3390}" type="pres">
      <dgm:prSet presAssocID="{9112A035-57C6-4188-B305-521EE6DF2D3F}" presName="sibTrans" presStyleCnt="0"/>
      <dgm:spPr/>
    </dgm:pt>
    <dgm:pt modelId="{5C455437-4BAC-40AB-8369-2B3AFDE3D068}" type="pres">
      <dgm:prSet presAssocID="{E5F98BE4-2904-4B07-9846-881605E2DFD5}" presName="compNode" presStyleCnt="0"/>
      <dgm:spPr/>
    </dgm:pt>
    <dgm:pt modelId="{2F915424-478D-4B39-8EFF-D3C5D832D889}" type="pres">
      <dgm:prSet presAssocID="{E5F98BE4-2904-4B07-9846-881605E2DFD5}" presName="bgRect" presStyleLbl="bgShp" presStyleIdx="1" presStyleCnt="4"/>
      <dgm:spPr/>
    </dgm:pt>
    <dgm:pt modelId="{34B29B2F-92F2-4867-B628-97A80FFD639F}" type="pres">
      <dgm:prSet presAssocID="{E5F98BE4-2904-4B07-9846-881605E2DF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17C170F-A887-44F4-8CAB-E5AF52FF251E}" type="pres">
      <dgm:prSet presAssocID="{E5F98BE4-2904-4B07-9846-881605E2DFD5}" presName="spaceRect" presStyleCnt="0"/>
      <dgm:spPr/>
    </dgm:pt>
    <dgm:pt modelId="{EB88D003-AEC0-4669-AE68-37C8BDD18B0C}" type="pres">
      <dgm:prSet presAssocID="{E5F98BE4-2904-4B07-9846-881605E2DFD5}" presName="parTx" presStyleLbl="revTx" presStyleIdx="1" presStyleCnt="4">
        <dgm:presLayoutVars>
          <dgm:chMax val="0"/>
          <dgm:chPref val="0"/>
        </dgm:presLayoutVars>
      </dgm:prSet>
      <dgm:spPr/>
    </dgm:pt>
    <dgm:pt modelId="{D1F279E7-8C6D-488F-8598-D9CA39302131}" type="pres">
      <dgm:prSet presAssocID="{BFF8C309-6952-461E-AEB1-0E7342339D70}" presName="sibTrans" presStyleCnt="0"/>
      <dgm:spPr/>
    </dgm:pt>
    <dgm:pt modelId="{98D65A92-BA20-4448-B53A-C25BE8BDE0BC}" type="pres">
      <dgm:prSet presAssocID="{144EF902-762C-4449-AEBC-CE3A3C0EE4F1}" presName="compNode" presStyleCnt="0"/>
      <dgm:spPr/>
    </dgm:pt>
    <dgm:pt modelId="{6FBA35E4-FFFF-4CD6-8DFF-D4F50F4465E5}" type="pres">
      <dgm:prSet presAssocID="{144EF902-762C-4449-AEBC-CE3A3C0EE4F1}" presName="bgRect" presStyleLbl="bgShp" presStyleIdx="2" presStyleCnt="4"/>
      <dgm:spPr/>
    </dgm:pt>
    <dgm:pt modelId="{A1322B35-5917-496D-B4CC-0D0D44317196}" type="pres">
      <dgm:prSet presAssocID="{144EF902-762C-4449-AEBC-CE3A3C0EE4F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8FE9E86-0A25-439C-A694-B277C9F269EF}" type="pres">
      <dgm:prSet presAssocID="{144EF902-762C-4449-AEBC-CE3A3C0EE4F1}" presName="spaceRect" presStyleCnt="0"/>
      <dgm:spPr/>
    </dgm:pt>
    <dgm:pt modelId="{98A9399A-53FD-449E-88B1-A60C46AA3CF0}" type="pres">
      <dgm:prSet presAssocID="{144EF902-762C-4449-AEBC-CE3A3C0EE4F1}" presName="parTx" presStyleLbl="revTx" presStyleIdx="2" presStyleCnt="4">
        <dgm:presLayoutVars>
          <dgm:chMax val="0"/>
          <dgm:chPref val="0"/>
        </dgm:presLayoutVars>
      </dgm:prSet>
      <dgm:spPr/>
    </dgm:pt>
    <dgm:pt modelId="{48BD5120-247A-4CCD-9CA5-60B7426B4064}" type="pres">
      <dgm:prSet presAssocID="{887E9407-BA75-498F-ABD7-078990AF61BB}" presName="sibTrans" presStyleCnt="0"/>
      <dgm:spPr/>
    </dgm:pt>
    <dgm:pt modelId="{2B9E8387-E0FC-4B2F-BAF6-2DF8C5898E87}" type="pres">
      <dgm:prSet presAssocID="{A5F20CB3-6AD6-46D2-94D2-69BE65C645F3}" presName="compNode" presStyleCnt="0"/>
      <dgm:spPr/>
    </dgm:pt>
    <dgm:pt modelId="{439F9BB1-2B9A-413E-9376-78F507BCCA8E}" type="pres">
      <dgm:prSet presAssocID="{A5F20CB3-6AD6-46D2-94D2-69BE65C645F3}" presName="bgRect" presStyleLbl="bgShp" presStyleIdx="3" presStyleCnt="4"/>
      <dgm:spPr/>
    </dgm:pt>
    <dgm:pt modelId="{68D25B75-142E-4868-B9E6-BF5BC56C50E6}" type="pres">
      <dgm:prSet presAssocID="{A5F20CB3-6AD6-46D2-94D2-69BE65C645F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402AF48B-2ADB-40F7-8344-CBED16815F47}" type="pres">
      <dgm:prSet presAssocID="{A5F20CB3-6AD6-46D2-94D2-69BE65C645F3}" presName="spaceRect" presStyleCnt="0"/>
      <dgm:spPr/>
    </dgm:pt>
    <dgm:pt modelId="{DF66FEEF-8128-4AAA-ABC7-915CF46D6BBF}" type="pres">
      <dgm:prSet presAssocID="{A5F20CB3-6AD6-46D2-94D2-69BE65C645F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90A405-34EA-40A5-B316-74BB954BC9A4}" type="presOf" srcId="{AAA8816A-D64C-4DF9-9967-7EFB509C26C4}" destId="{DB2ADB79-1544-479D-99A2-0CC91A791691}" srcOrd="0" destOrd="0" presId="urn:microsoft.com/office/officeart/2018/2/layout/IconVerticalSolidList"/>
    <dgm:cxn modelId="{208ED011-4EB0-437D-912F-FA11DE424914}" type="presOf" srcId="{E5F98BE4-2904-4B07-9846-881605E2DFD5}" destId="{EB88D003-AEC0-4669-AE68-37C8BDD18B0C}" srcOrd="0" destOrd="0" presId="urn:microsoft.com/office/officeart/2018/2/layout/IconVerticalSolidList"/>
    <dgm:cxn modelId="{2140CF63-FEFD-481E-BBDD-AFCE8302B7B2}" type="presOf" srcId="{144EF902-762C-4449-AEBC-CE3A3C0EE4F1}" destId="{98A9399A-53FD-449E-88B1-A60C46AA3CF0}" srcOrd="0" destOrd="0" presId="urn:microsoft.com/office/officeart/2018/2/layout/IconVerticalSolidList"/>
    <dgm:cxn modelId="{FC59284C-9792-49A0-B875-133E548A6184}" srcId="{AAA8816A-D64C-4DF9-9967-7EFB509C26C4}" destId="{A5F20CB3-6AD6-46D2-94D2-69BE65C645F3}" srcOrd="3" destOrd="0" parTransId="{A8347A74-693A-4142-A32C-D9D5C4E8BEBD}" sibTransId="{C1F32A08-0483-404B-B8B4-1136737EAC9E}"/>
    <dgm:cxn modelId="{7940D551-C014-4E58-96BD-BB3272251A94}" srcId="{AAA8816A-D64C-4DF9-9967-7EFB509C26C4}" destId="{144EF902-762C-4449-AEBC-CE3A3C0EE4F1}" srcOrd="2" destOrd="0" parTransId="{64524FB7-A7ED-489D-82F1-46A533432485}" sibTransId="{887E9407-BA75-498F-ABD7-078990AF61BB}"/>
    <dgm:cxn modelId="{F2B91BAD-1BF3-4D66-A1A1-82ED99F085E9}" srcId="{AAA8816A-D64C-4DF9-9967-7EFB509C26C4}" destId="{F93BB438-53DD-4A42-97F3-4E026459CC62}" srcOrd="0" destOrd="0" parTransId="{E95E75FD-C5A6-4FE4-A56C-4C6851F2BC93}" sibTransId="{9112A035-57C6-4188-B305-521EE6DF2D3F}"/>
    <dgm:cxn modelId="{251FA7C1-CEFD-4DDF-B79E-DB933CDF6134}" srcId="{AAA8816A-D64C-4DF9-9967-7EFB509C26C4}" destId="{E5F98BE4-2904-4B07-9846-881605E2DFD5}" srcOrd="1" destOrd="0" parTransId="{D93379D8-616C-428B-A83A-B0AD9852E8F8}" sibTransId="{BFF8C309-6952-461E-AEB1-0E7342339D70}"/>
    <dgm:cxn modelId="{0B5F01E8-EFB7-4C9F-8ED6-B931388EA826}" type="presOf" srcId="{A5F20CB3-6AD6-46D2-94D2-69BE65C645F3}" destId="{DF66FEEF-8128-4AAA-ABC7-915CF46D6BBF}" srcOrd="0" destOrd="0" presId="urn:microsoft.com/office/officeart/2018/2/layout/IconVerticalSolidList"/>
    <dgm:cxn modelId="{9B88D4F2-0BAF-47C4-BDD5-301AC7D328B3}" type="presOf" srcId="{F93BB438-53DD-4A42-97F3-4E026459CC62}" destId="{781BC199-E615-4C0D-9A75-B398EFF5196E}" srcOrd="0" destOrd="0" presId="urn:microsoft.com/office/officeart/2018/2/layout/IconVerticalSolidList"/>
    <dgm:cxn modelId="{17BF4EB6-82A3-49E0-A0DA-F11536DCF993}" type="presParOf" srcId="{DB2ADB79-1544-479D-99A2-0CC91A791691}" destId="{83FDB43C-DC14-4EAC-A2AC-08D22C0EF219}" srcOrd="0" destOrd="0" presId="urn:microsoft.com/office/officeart/2018/2/layout/IconVerticalSolidList"/>
    <dgm:cxn modelId="{6DFF5F20-071E-4E3E-8C1F-84DAAD202985}" type="presParOf" srcId="{83FDB43C-DC14-4EAC-A2AC-08D22C0EF219}" destId="{49988D69-6658-485B-8DF0-B7B642918883}" srcOrd="0" destOrd="0" presId="urn:microsoft.com/office/officeart/2018/2/layout/IconVerticalSolidList"/>
    <dgm:cxn modelId="{5FDEA10D-85F7-42CF-B56E-B095C3D1B1D7}" type="presParOf" srcId="{83FDB43C-DC14-4EAC-A2AC-08D22C0EF219}" destId="{566772F5-4127-41CA-87E9-0854E6E4D830}" srcOrd="1" destOrd="0" presId="urn:microsoft.com/office/officeart/2018/2/layout/IconVerticalSolidList"/>
    <dgm:cxn modelId="{9D1B6DA9-3865-4DDC-93F3-53006418FC77}" type="presParOf" srcId="{83FDB43C-DC14-4EAC-A2AC-08D22C0EF219}" destId="{4350C164-55C9-4398-B1A1-61E34E0DE838}" srcOrd="2" destOrd="0" presId="urn:microsoft.com/office/officeart/2018/2/layout/IconVerticalSolidList"/>
    <dgm:cxn modelId="{92ED3053-A017-413B-9FDE-8C6DEB3B787F}" type="presParOf" srcId="{83FDB43C-DC14-4EAC-A2AC-08D22C0EF219}" destId="{781BC199-E615-4C0D-9A75-B398EFF5196E}" srcOrd="3" destOrd="0" presId="urn:microsoft.com/office/officeart/2018/2/layout/IconVerticalSolidList"/>
    <dgm:cxn modelId="{2D220BF1-9F60-43E6-96C5-3A854D60F648}" type="presParOf" srcId="{DB2ADB79-1544-479D-99A2-0CC91A791691}" destId="{FE885F0F-033B-4158-B8F5-B9239E9B3390}" srcOrd="1" destOrd="0" presId="urn:microsoft.com/office/officeart/2018/2/layout/IconVerticalSolidList"/>
    <dgm:cxn modelId="{8CCD9854-DF13-4134-A027-71674B446245}" type="presParOf" srcId="{DB2ADB79-1544-479D-99A2-0CC91A791691}" destId="{5C455437-4BAC-40AB-8369-2B3AFDE3D068}" srcOrd="2" destOrd="0" presId="urn:microsoft.com/office/officeart/2018/2/layout/IconVerticalSolidList"/>
    <dgm:cxn modelId="{5C5BD73E-E791-4E1E-8F9E-F6108F85087A}" type="presParOf" srcId="{5C455437-4BAC-40AB-8369-2B3AFDE3D068}" destId="{2F915424-478D-4B39-8EFF-D3C5D832D889}" srcOrd="0" destOrd="0" presId="urn:microsoft.com/office/officeart/2018/2/layout/IconVerticalSolidList"/>
    <dgm:cxn modelId="{EAB8629F-71DE-48B0-8664-F2EA7F37ACAD}" type="presParOf" srcId="{5C455437-4BAC-40AB-8369-2B3AFDE3D068}" destId="{34B29B2F-92F2-4867-B628-97A80FFD639F}" srcOrd="1" destOrd="0" presId="urn:microsoft.com/office/officeart/2018/2/layout/IconVerticalSolidList"/>
    <dgm:cxn modelId="{1E6861BA-99BA-431D-BCED-DB82126C9C23}" type="presParOf" srcId="{5C455437-4BAC-40AB-8369-2B3AFDE3D068}" destId="{817C170F-A887-44F4-8CAB-E5AF52FF251E}" srcOrd="2" destOrd="0" presId="urn:microsoft.com/office/officeart/2018/2/layout/IconVerticalSolidList"/>
    <dgm:cxn modelId="{68332F31-069B-4A3B-A723-81684AEDA79A}" type="presParOf" srcId="{5C455437-4BAC-40AB-8369-2B3AFDE3D068}" destId="{EB88D003-AEC0-4669-AE68-37C8BDD18B0C}" srcOrd="3" destOrd="0" presId="urn:microsoft.com/office/officeart/2018/2/layout/IconVerticalSolidList"/>
    <dgm:cxn modelId="{AB83D412-627D-4769-9BB3-FFD87810542E}" type="presParOf" srcId="{DB2ADB79-1544-479D-99A2-0CC91A791691}" destId="{D1F279E7-8C6D-488F-8598-D9CA39302131}" srcOrd="3" destOrd="0" presId="urn:microsoft.com/office/officeart/2018/2/layout/IconVerticalSolidList"/>
    <dgm:cxn modelId="{4D221A38-7C09-4C6F-A889-2A3FEA399281}" type="presParOf" srcId="{DB2ADB79-1544-479D-99A2-0CC91A791691}" destId="{98D65A92-BA20-4448-B53A-C25BE8BDE0BC}" srcOrd="4" destOrd="0" presId="urn:microsoft.com/office/officeart/2018/2/layout/IconVerticalSolidList"/>
    <dgm:cxn modelId="{8B293F75-4248-4EE1-934D-72E56478C407}" type="presParOf" srcId="{98D65A92-BA20-4448-B53A-C25BE8BDE0BC}" destId="{6FBA35E4-FFFF-4CD6-8DFF-D4F50F4465E5}" srcOrd="0" destOrd="0" presId="urn:microsoft.com/office/officeart/2018/2/layout/IconVerticalSolidList"/>
    <dgm:cxn modelId="{6037FBA2-9F36-4A41-8163-A5294B4BDBE4}" type="presParOf" srcId="{98D65A92-BA20-4448-B53A-C25BE8BDE0BC}" destId="{A1322B35-5917-496D-B4CC-0D0D44317196}" srcOrd="1" destOrd="0" presId="urn:microsoft.com/office/officeart/2018/2/layout/IconVerticalSolidList"/>
    <dgm:cxn modelId="{C67437A4-837E-4524-B9AB-DAD1CA67CAA9}" type="presParOf" srcId="{98D65A92-BA20-4448-B53A-C25BE8BDE0BC}" destId="{38FE9E86-0A25-439C-A694-B277C9F269EF}" srcOrd="2" destOrd="0" presId="urn:microsoft.com/office/officeart/2018/2/layout/IconVerticalSolidList"/>
    <dgm:cxn modelId="{38A3C9B7-16EB-4CB2-AA32-9332CCD6BCA0}" type="presParOf" srcId="{98D65A92-BA20-4448-B53A-C25BE8BDE0BC}" destId="{98A9399A-53FD-449E-88B1-A60C46AA3CF0}" srcOrd="3" destOrd="0" presId="urn:microsoft.com/office/officeart/2018/2/layout/IconVerticalSolidList"/>
    <dgm:cxn modelId="{E6B19D9E-D5B4-4CFE-A125-004699AEA474}" type="presParOf" srcId="{DB2ADB79-1544-479D-99A2-0CC91A791691}" destId="{48BD5120-247A-4CCD-9CA5-60B7426B4064}" srcOrd="5" destOrd="0" presId="urn:microsoft.com/office/officeart/2018/2/layout/IconVerticalSolidList"/>
    <dgm:cxn modelId="{54034881-A817-49FA-A6B5-1FD5AC2B4F84}" type="presParOf" srcId="{DB2ADB79-1544-479D-99A2-0CC91A791691}" destId="{2B9E8387-E0FC-4B2F-BAF6-2DF8C5898E87}" srcOrd="6" destOrd="0" presId="urn:microsoft.com/office/officeart/2018/2/layout/IconVerticalSolidList"/>
    <dgm:cxn modelId="{7B34A82D-A73B-4D6A-95DA-5D667E835CCD}" type="presParOf" srcId="{2B9E8387-E0FC-4B2F-BAF6-2DF8C5898E87}" destId="{439F9BB1-2B9A-413E-9376-78F507BCCA8E}" srcOrd="0" destOrd="0" presId="urn:microsoft.com/office/officeart/2018/2/layout/IconVerticalSolidList"/>
    <dgm:cxn modelId="{314F9FD3-15C0-439F-BCA2-DE8BF5FAD218}" type="presParOf" srcId="{2B9E8387-E0FC-4B2F-BAF6-2DF8C5898E87}" destId="{68D25B75-142E-4868-B9E6-BF5BC56C50E6}" srcOrd="1" destOrd="0" presId="urn:microsoft.com/office/officeart/2018/2/layout/IconVerticalSolidList"/>
    <dgm:cxn modelId="{69464ADE-4356-425B-9A61-37D064D24D66}" type="presParOf" srcId="{2B9E8387-E0FC-4B2F-BAF6-2DF8C5898E87}" destId="{402AF48B-2ADB-40F7-8344-CBED16815F47}" srcOrd="2" destOrd="0" presId="urn:microsoft.com/office/officeart/2018/2/layout/IconVerticalSolidList"/>
    <dgm:cxn modelId="{018A724C-C6BB-4469-A9C7-07CC2ECA3AE5}" type="presParOf" srcId="{2B9E8387-E0FC-4B2F-BAF6-2DF8C5898E87}" destId="{DF66FEEF-8128-4AAA-ABC7-915CF46D6B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6E423A-5298-4AE0-B254-3F6F7743D805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68F1E0E-0173-4222-95B6-885AD52ABA6A}">
      <dgm:prSet custT="1"/>
      <dgm:spPr/>
      <dgm:t>
        <a:bodyPr/>
        <a:lstStyle/>
        <a:p>
          <a:r>
            <a:rPr lang="en-GB" sz="3200" dirty="0"/>
            <a:t>Create a server in minutes</a:t>
          </a:r>
          <a:endParaRPr lang="en-US" sz="3200" dirty="0"/>
        </a:p>
      </dgm:t>
    </dgm:pt>
    <dgm:pt modelId="{CC74A049-1706-4FF8-A806-0B1535228990}" type="parTrans" cxnId="{D2526F39-1EF4-4EB3-AB40-94B8C8D0AA2D}">
      <dgm:prSet/>
      <dgm:spPr/>
      <dgm:t>
        <a:bodyPr/>
        <a:lstStyle/>
        <a:p>
          <a:endParaRPr lang="en-US"/>
        </a:p>
      </dgm:t>
    </dgm:pt>
    <dgm:pt modelId="{CD64762A-DB9E-4463-9E0C-932A2EC24D2B}" type="sibTrans" cxnId="{D2526F39-1EF4-4EB3-AB40-94B8C8D0AA2D}">
      <dgm:prSet/>
      <dgm:spPr/>
      <dgm:t>
        <a:bodyPr/>
        <a:lstStyle/>
        <a:p>
          <a:endParaRPr lang="en-US"/>
        </a:p>
      </dgm:t>
    </dgm:pt>
    <dgm:pt modelId="{BB9FBB5E-14D3-467F-830E-64386C29DBCA}">
      <dgm:prSet custT="1"/>
      <dgm:spPr/>
      <dgm:t>
        <a:bodyPr/>
        <a:lstStyle/>
        <a:p>
          <a:r>
            <a:rPr lang="en-GB" sz="3200" dirty="0"/>
            <a:t>Choose CPU, RAM, storage, and region</a:t>
          </a:r>
          <a:endParaRPr lang="en-US" sz="3200" dirty="0"/>
        </a:p>
      </dgm:t>
    </dgm:pt>
    <dgm:pt modelId="{09FCFDA7-ADE6-43F2-B406-5F75C08ACA35}" type="parTrans" cxnId="{772C5273-2436-4642-A32F-4A46218E5BF7}">
      <dgm:prSet/>
      <dgm:spPr/>
      <dgm:t>
        <a:bodyPr/>
        <a:lstStyle/>
        <a:p>
          <a:endParaRPr lang="en-US"/>
        </a:p>
      </dgm:t>
    </dgm:pt>
    <dgm:pt modelId="{62F8E891-19FE-44FF-B398-942E66718E0F}" type="sibTrans" cxnId="{772C5273-2436-4642-A32F-4A46218E5BF7}">
      <dgm:prSet/>
      <dgm:spPr/>
      <dgm:t>
        <a:bodyPr/>
        <a:lstStyle/>
        <a:p>
          <a:endParaRPr lang="en-US"/>
        </a:p>
      </dgm:t>
    </dgm:pt>
    <dgm:pt modelId="{7105CEB2-C0BF-4154-8E50-9025F39B27CD}">
      <dgm:prSet custT="1"/>
      <dgm:spPr/>
      <dgm:t>
        <a:bodyPr/>
        <a:lstStyle/>
        <a:p>
          <a:r>
            <a:rPr lang="en-GB" sz="3200" dirty="0"/>
            <a:t>Scale up for busy periods, </a:t>
          </a:r>
          <a:br>
            <a:rPr lang="en-GB" sz="3200" dirty="0"/>
          </a:br>
          <a:r>
            <a:rPr lang="en-GB" sz="3200" dirty="0"/>
            <a:t>scale down when quiet</a:t>
          </a:r>
          <a:endParaRPr lang="en-US" sz="3200" dirty="0"/>
        </a:p>
      </dgm:t>
    </dgm:pt>
    <dgm:pt modelId="{CFD31B5C-0D91-4D54-9CFC-764FBF2AF377}" type="parTrans" cxnId="{09483527-B147-4395-A161-FF5CF16FDD2B}">
      <dgm:prSet/>
      <dgm:spPr/>
      <dgm:t>
        <a:bodyPr/>
        <a:lstStyle/>
        <a:p>
          <a:endParaRPr lang="en-US"/>
        </a:p>
      </dgm:t>
    </dgm:pt>
    <dgm:pt modelId="{B9BC4F02-6CF6-4406-8BC5-4242D40591A9}" type="sibTrans" cxnId="{09483527-B147-4395-A161-FF5CF16FDD2B}">
      <dgm:prSet/>
      <dgm:spPr/>
      <dgm:t>
        <a:bodyPr/>
        <a:lstStyle/>
        <a:p>
          <a:endParaRPr lang="en-US"/>
        </a:p>
      </dgm:t>
    </dgm:pt>
    <dgm:pt modelId="{C437AE07-E186-40F3-B3FD-6262913538EB}">
      <dgm:prSet custT="1"/>
      <dgm:spPr/>
      <dgm:t>
        <a:bodyPr/>
        <a:lstStyle/>
        <a:p>
          <a:r>
            <a:rPr lang="en-GB" sz="3200" dirty="0"/>
            <a:t>Great for dev, test, and production environments</a:t>
          </a:r>
          <a:endParaRPr lang="en-US" sz="3200" dirty="0"/>
        </a:p>
      </dgm:t>
    </dgm:pt>
    <dgm:pt modelId="{8819E882-C2C7-4B1F-B8D1-E630C84C080D}" type="parTrans" cxnId="{BA917142-FC9D-4763-9BA1-F193EBFCD374}">
      <dgm:prSet/>
      <dgm:spPr/>
      <dgm:t>
        <a:bodyPr/>
        <a:lstStyle/>
        <a:p>
          <a:endParaRPr lang="en-US"/>
        </a:p>
      </dgm:t>
    </dgm:pt>
    <dgm:pt modelId="{28E38084-18BB-40CF-9155-0CDC97676E54}" type="sibTrans" cxnId="{BA917142-FC9D-4763-9BA1-F193EBFCD374}">
      <dgm:prSet/>
      <dgm:spPr/>
      <dgm:t>
        <a:bodyPr/>
        <a:lstStyle/>
        <a:p>
          <a:endParaRPr lang="en-US"/>
        </a:p>
      </dgm:t>
    </dgm:pt>
    <dgm:pt modelId="{DB43E88F-88CC-466F-BC47-557CAC11A7B0}" type="pres">
      <dgm:prSet presAssocID="{B76E423A-5298-4AE0-B254-3F6F7743D805}" presName="linear" presStyleCnt="0">
        <dgm:presLayoutVars>
          <dgm:animLvl val="lvl"/>
          <dgm:resizeHandles val="exact"/>
        </dgm:presLayoutVars>
      </dgm:prSet>
      <dgm:spPr/>
    </dgm:pt>
    <dgm:pt modelId="{D0668815-0E94-4A6D-8910-F00D2D187E1D}" type="pres">
      <dgm:prSet presAssocID="{B68F1E0E-0173-4222-95B6-885AD52ABA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B3A168-1D9F-4799-BA15-F40250C8D874}" type="pres">
      <dgm:prSet presAssocID="{CD64762A-DB9E-4463-9E0C-932A2EC24D2B}" presName="spacer" presStyleCnt="0"/>
      <dgm:spPr/>
    </dgm:pt>
    <dgm:pt modelId="{06CDE4A0-6955-4ED5-A087-A3018B1CD111}" type="pres">
      <dgm:prSet presAssocID="{BB9FBB5E-14D3-467F-830E-64386C29DB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5136E3-811A-40C0-96E0-F08B4F47EA8B}" type="pres">
      <dgm:prSet presAssocID="{62F8E891-19FE-44FF-B398-942E66718E0F}" presName="spacer" presStyleCnt="0"/>
      <dgm:spPr/>
    </dgm:pt>
    <dgm:pt modelId="{9036D769-BB76-49D4-AB01-22B61BB5E9F2}" type="pres">
      <dgm:prSet presAssocID="{7105CEB2-C0BF-4154-8E50-9025F39B27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072DF4-7269-41A5-89A2-40592D036978}" type="pres">
      <dgm:prSet presAssocID="{B9BC4F02-6CF6-4406-8BC5-4242D40591A9}" presName="spacer" presStyleCnt="0"/>
      <dgm:spPr/>
    </dgm:pt>
    <dgm:pt modelId="{6AFC99CA-704C-417C-86D7-413D6866DD59}" type="pres">
      <dgm:prSet presAssocID="{C437AE07-E186-40F3-B3FD-6262913538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D0F4A21-2C97-4303-B62D-F3B33817FE74}" type="presOf" srcId="{C437AE07-E186-40F3-B3FD-6262913538EB}" destId="{6AFC99CA-704C-417C-86D7-413D6866DD59}" srcOrd="0" destOrd="0" presId="urn:microsoft.com/office/officeart/2005/8/layout/vList2"/>
    <dgm:cxn modelId="{09483527-B147-4395-A161-FF5CF16FDD2B}" srcId="{B76E423A-5298-4AE0-B254-3F6F7743D805}" destId="{7105CEB2-C0BF-4154-8E50-9025F39B27CD}" srcOrd="2" destOrd="0" parTransId="{CFD31B5C-0D91-4D54-9CFC-764FBF2AF377}" sibTransId="{B9BC4F02-6CF6-4406-8BC5-4242D40591A9}"/>
    <dgm:cxn modelId="{D2526F39-1EF4-4EB3-AB40-94B8C8D0AA2D}" srcId="{B76E423A-5298-4AE0-B254-3F6F7743D805}" destId="{B68F1E0E-0173-4222-95B6-885AD52ABA6A}" srcOrd="0" destOrd="0" parTransId="{CC74A049-1706-4FF8-A806-0B1535228990}" sibTransId="{CD64762A-DB9E-4463-9E0C-932A2EC24D2B}"/>
    <dgm:cxn modelId="{BA917142-FC9D-4763-9BA1-F193EBFCD374}" srcId="{B76E423A-5298-4AE0-B254-3F6F7743D805}" destId="{C437AE07-E186-40F3-B3FD-6262913538EB}" srcOrd="3" destOrd="0" parTransId="{8819E882-C2C7-4B1F-B8D1-E630C84C080D}" sibTransId="{28E38084-18BB-40CF-9155-0CDC97676E54}"/>
    <dgm:cxn modelId="{772C5273-2436-4642-A32F-4A46218E5BF7}" srcId="{B76E423A-5298-4AE0-B254-3F6F7743D805}" destId="{BB9FBB5E-14D3-467F-830E-64386C29DBCA}" srcOrd="1" destOrd="0" parTransId="{09FCFDA7-ADE6-43F2-B406-5F75C08ACA35}" sibTransId="{62F8E891-19FE-44FF-B398-942E66718E0F}"/>
    <dgm:cxn modelId="{5E3FEF9D-992B-4943-95E6-D00E68835C91}" type="presOf" srcId="{B76E423A-5298-4AE0-B254-3F6F7743D805}" destId="{DB43E88F-88CC-466F-BC47-557CAC11A7B0}" srcOrd="0" destOrd="0" presId="urn:microsoft.com/office/officeart/2005/8/layout/vList2"/>
    <dgm:cxn modelId="{BE7271B4-4C6F-4F5E-ABC0-B57D035545CF}" type="presOf" srcId="{B68F1E0E-0173-4222-95B6-885AD52ABA6A}" destId="{D0668815-0E94-4A6D-8910-F00D2D187E1D}" srcOrd="0" destOrd="0" presId="urn:microsoft.com/office/officeart/2005/8/layout/vList2"/>
    <dgm:cxn modelId="{882A24B9-D207-41A0-88A5-DB9CE6031461}" type="presOf" srcId="{BB9FBB5E-14D3-467F-830E-64386C29DBCA}" destId="{06CDE4A0-6955-4ED5-A087-A3018B1CD111}" srcOrd="0" destOrd="0" presId="urn:microsoft.com/office/officeart/2005/8/layout/vList2"/>
    <dgm:cxn modelId="{A94EA9CD-CA0A-40EE-AD47-A306306E4AF5}" type="presOf" srcId="{7105CEB2-C0BF-4154-8E50-9025F39B27CD}" destId="{9036D769-BB76-49D4-AB01-22B61BB5E9F2}" srcOrd="0" destOrd="0" presId="urn:microsoft.com/office/officeart/2005/8/layout/vList2"/>
    <dgm:cxn modelId="{6168DFE8-C0A1-483D-9239-97B25E3B6897}" type="presParOf" srcId="{DB43E88F-88CC-466F-BC47-557CAC11A7B0}" destId="{D0668815-0E94-4A6D-8910-F00D2D187E1D}" srcOrd="0" destOrd="0" presId="urn:microsoft.com/office/officeart/2005/8/layout/vList2"/>
    <dgm:cxn modelId="{B26C2E9F-4F1E-445B-8F4D-66510B6C8A9F}" type="presParOf" srcId="{DB43E88F-88CC-466F-BC47-557CAC11A7B0}" destId="{11B3A168-1D9F-4799-BA15-F40250C8D874}" srcOrd="1" destOrd="0" presId="urn:microsoft.com/office/officeart/2005/8/layout/vList2"/>
    <dgm:cxn modelId="{3AA5952B-C604-4CDB-947B-C09F828A7174}" type="presParOf" srcId="{DB43E88F-88CC-466F-BC47-557CAC11A7B0}" destId="{06CDE4A0-6955-4ED5-A087-A3018B1CD111}" srcOrd="2" destOrd="0" presId="urn:microsoft.com/office/officeart/2005/8/layout/vList2"/>
    <dgm:cxn modelId="{71BA3D3A-AC3B-4F3C-A806-3E8C22277E2A}" type="presParOf" srcId="{DB43E88F-88CC-466F-BC47-557CAC11A7B0}" destId="{CA5136E3-811A-40C0-96E0-F08B4F47EA8B}" srcOrd="3" destOrd="0" presId="urn:microsoft.com/office/officeart/2005/8/layout/vList2"/>
    <dgm:cxn modelId="{1115003C-8157-43A7-84E5-6791960ED6B3}" type="presParOf" srcId="{DB43E88F-88CC-466F-BC47-557CAC11A7B0}" destId="{9036D769-BB76-49D4-AB01-22B61BB5E9F2}" srcOrd="4" destOrd="0" presId="urn:microsoft.com/office/officeart/2005/8/layout/vList2"/>
    <dgm:cxn modelId="{23530EE5-D66B-438B-9074-FA5151C487E4}" type="presParOf" srcId="{DB43E88F-88CC-466F-BC47-557CAC11A7B0}" destId="{67072DF4-7269-41A5-89A2-40592D036978}" srcOrd="5" destOrd="0" presId="urn:microsoft.com/office/officeart/2005/8/layout/vList2"/>
    <dgm:cxn modelId="{2061948C-82B6-4C28-80FA-ECAD4027B63D}" type="presParOf" srcId="{DB43E88F-88CC-466F-BC47-557CAC11A7B0}" destId="{6AFC99CA-704C-417C-86D7-413D6866DD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6E23D4-713C-4542-AFDD-D24AFDC9548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0F1B85F-FFBF-4FC2-B823-2C06605D6856}">
      <dgm:prSet custT="1"/>
      <dgm:spPr/>
      <dgm:t>
        <a:bodyPr/>
        <a:lstStyle/>
        <a:p>
          <a:r>
            <a:rPr lang="en-GB" sz="2800" dirty="0"/>
            <a:t>Shares traffic across multiple servers</a:t>
          </a:r>
          <a:endParaRPr lang="en-US" sz="2800" dirty="0"/>
        </a:p>
      </dgm:t>
    </dgm:pt>
    <dgm:pt modelId="{7B486314-15F7-46BC-86FB-A1A42A982515}" type="parTrans" cxnId="{8B2FFBAF-E1B1-44BA-BB0F-F15DA32C6EE6}">
      <dgm:prSet/>
      <dgm:spPr/>
      <dgm:t>
        <a:bodyPr/>
        <a:lstStyle/>
        <a:p>
          <a:endParaRPr lang="en-US" sz="1400"/>
        </a:p>
      </dgm:t>
    </dgm:pt>
    <dgm:pt modelId="{3954F505-266A-4616-B988-29D42406D16A}" type="sibTrans" cxnId="{8B2FFBAF-E1B1-44BA-BB0F-F15DA32C6EE6}">
      <dgm:prSet/>
      <dgm:spPr/>
      <dgm:t>
        <a:bodyPr/>
        <a:lstStyle/>
        <a:p>
          <a:endParaRPr lang="en-US" sz="1400"/>
        </a:p>
      </dgm:t>
    </dgm:pt>
    <dgm:pt modelId="{BB203061-4151-4468-A197-DDF39BA32437}">
      <dgm:prSet custT="1"/>
      <dgm:spPr/>
      <dgm:t>
        <a:bodyPr/>
        <a:lstStyle/>
        <a:p>
          <a:r>
            <a:rPr lang="en-GB" sz="2800" dirty="0"/>
            <a:t>Prevents a server from overloading</a:t>
          </a:r>
          <a:endParaRPr lang="en-US" sz="2800" dirty="0"/>
        </a:p>
      </dgm:t>
    </dgm:pt>
    <dgm:pt modelId="{8DF1EF6E-EE18-467B-A9E9-23B4223B5F0D}" type="parTrans" cxnId="{707588DE-0840-4FDF-8B11-12C08D22AA74}">
      <dgm:prSet/>
      <dgm:spPr/>
      <dgm:t>
        <a:bodyPr/>
        <a:lstStyle/>
        <a:p>
          <a:endParaRPr lang="en-US" sz="1400"/>
        </a:p>
      </dgm:t>
    </dgm:pt>
    <dgm:pt modelId="{75A430EF-5C32-42EF-B595-2E20A804321F}" type="sibTrans" cxnId="{707588DE-0840-4FDF-8B11-12C08D22AA74}">
      <dgm:prSet/>
      <dgm:spPr/>
      <dgm:t>
        <a:bodyPr/>
        <a:lstStyle/>
        <a:p>
          <a:endParaRPr lang="en-US" sz="1400"/>
        </a:p>
      </dgm:t>
    </dgm:pt>
    <dgm:pt modelId="{C6066738-887A-41FB-B6F9-7EB74E33DA75}">
      <dgm:prSet custT="1"/>
      <dgm:spPr/>
      <dgm:t>
        <a:bodyPr/>
        <a:lstStyle/>
        <a:p>
          <a:r>
            <a:rPr lang="en-GB" sz="2800" dirty="0"/>
            <a:t>Helps apps stay fast and reliable</a:t>
          </a:r>
          <a:endParaRPr lang="en-US" sz="2800" dirty="0"/>
        </a:p>
      </dgm:t>
    </dgm:pt>
    <dgm:pt modelId="{E295DF2D-DB7E-4DAC-AC33-3CBB3AA68F63}" type="parTrans" cxnId="{A6C444DF-F9F1-4117-A562-8FF3110B58A7}">
      <dgm:prSet/>
      <dgm:spPr/>
      <dgm:t>
        <a:bodyPr/>
        <a:lstStyle/>
        <a:p>
          <a:endParaRPr lang="en-US" sz="1400"/>
        </a:p>
      </dgm:t>
    </dgm:pt>
    <dgm:pt modelId="{0150385D-4502-4114-B77E-B392EE3984FD}" type="sibTrans" cxnId="{A6C444DF-F9F1-4117-A562-8FF3110B58A7}">
      <dgm:prSet/>
      <dgm:spPr/>
      <dgm:t>
        <a:bodyPr/>
        <a:lstStyle/>
        <a:p>
          <a:endParaRPr lang="en-US" sz="1400"/>
        </a:p>
      </dgm:t>
    </dgm:pt>
    <dgm:pt modelId="{660DD38E-A9CD-4612-B262-2BE00F963CD7}">
      <dgm:prSet custT="1"/>
      <dgm:spPr/>
      <dgm:t>
        <a:bodyPr/>
        <a:lstStyle/>
        <a:p>
          <a:r>
            <a:rPr lang="en-GB" sz="2800" dirty="0"/>
            <a:t>Automatically sends traffic to other healthy servers if one fails</a:t>
          </a:r>
          <a:endParaRPr lang="en-US" sz="2800" dirty="0"/>
        </a:p>
      </dgm:t>
    </dgm:pt>
    <dgm:pt modelId="{C1EB1578-5755-4D68-800C-1E9FBE8205E2}" type="parTrans" cxnId="{391447DA-05FC-459A-A4BC-359429ED4E32}">
      <dgm:prSet/>
      <dgm:spPr/>
      <dgm:t>
        <a:bodyPr/>
        <a:lstStyle/>
        <a:p>
          <a:endParaRPr lang="en-US" sz="1400"/>
        </a:p>
      </dgm:t>
    </dgm:pt>
    <dgm:pt modelId="{74208DC7-438E-4762-8D76-7DCB5EEF8AA3}" type="sibTrans" cxnId="{391447DA-05FC-459A-A4BC-359429ED4E32}">
      <dgm:prSet/>
      <dgm:spPr/>
      <dgm:t>
        <a:bodyPr/>
        <a:lstStyle/>
        <a:p>
          <a:endParaRPr lang="en-US" sz="1400"/>
        </a:p>
      </dgm:t>
    </dgm:pt>
    <dgm:pt modelId="{2C182727-72C4-43B7-9CD9-B3383680CCC3}" type="pres">
      <dgm:prSet presAssocID="{166E23D4-713C-4542-AFDD-D24AFDC95485}" presName="vert0" presStyleCnt="0">
        <dgm:presLayoutVars>
          <dgm:dir/>
          <dgm:animOne val="branch"/>
          <dgm:animLvl val="lvl"/>
        </dgm:presLayoutVars>
      </dgm:prSet>
      <dgm:spPr/>
    </dgm:pt>
    <dgm:pt modelId="{99F39492-A071-4020-A84D-7D3641E96083}" type="pres">
      <dgm:prSet presAssocID="{C0F1B85F-FFBF-4FC2-B823-2C06605D6856}" presName="thickLine" presStyleLbl="alignNode1" presStyleIdx="0" presStyleCnt="4"/>
      <dgm:spPr/>
    </dgm:pt>
    <dgm:pt modelId="{01913681-A208-4804-AFAF-BF6FC2A328A8}" type="pres">
      <dgm:prSet presAssocID="{C0F1B85F-FFBF-4FC2-B823-2C06605D6856}" presName="horz1" presStyleCnt="0"/>
      <dgm:spPr/>
    </dgm:pt>
    <dgm:pt modelId="{161AF48C-A1F7-495F-880C-23866322AD85}" type="pres">
      <dgm:prSet presAssocID="{C0F1B85F-FFBF-4FC2-B823-2C06605D6856}" presName="tx1" presStyleLbl="revTx" presStyleIdx="0" presStyleCnt="4"/>
      <dgm:spPr/>
    </dgm:pt>
    <dgm:pt modelId="{B155A63E-A1D7-4D96-A726-9F49FF5115DA}" type="pres">
      <dgm:prSet presAssocID="{C0F1B85F-FFBF-4FC2-B823-2C06605D6856}" presName="vert1" presStyleCnt="0"/>
      <dgm:spPr/>
    </dgm:pt>
    <dgm:pt modelId="{0EFD3D82-35E0-4CC5-9B0F-C6BE0750BAD5}" type="pres">
      <dgm:prSet presAssocID="{BB203061-4151-4468-A197-DDF39BA32437}" presName="thickLine" presStyleLbl="alignNode1" presStyleIdx="1" presStyleCnt="4"/>
      <dgm:spPr/>
    </dgm:pt>
    <dgm:pt modelId="{3D9DA23B-4A56-46DE-A94D-54A4D9CE3F5F}" type="pres">
      <dgm:prSet presAssocID="{BB203061-4151-4468-A197-DDF39BA32437}" presName="horz1" presStyleCnt="0"/>
      <dgm:spPr/>
    </dgm:pt>
    <dgm:pt modelId="{E279D6E5-2156-458A-90EE-238C0BEE46D2}" type="pres">
      <dgm:prSet presAssocID="{BB203061-4151-4468-A197-DDF39BA32437}" presName="tx1" presStyleLbl="revTx" presStyleIdx="1" presStyleCnt="4"/>
      <dgm:spPr/>
    </dgm:pt>
    <dgm:pt modelId="{188455DA-D213-4EFC-9DD1-1A431324330B}" type="pres">
      <dgm:prSet presAssocID="{BB203061-4151-4468-A197-DDF39BA32437}" presName="vert1" presStyleCnt="0"/>
      <dgm:spPr/>
    </dgm:pt>
    <dgm:pt modelId="{C4DA6C23-9B54-4ACE-969A-6B942EEE3DA5}" type="pres">
      <dgm:prSet presAssocID="{C6066738-887A-41FB-B6F9-7EB74E33DA75}" presName="thickLine" presStyleLbl="alignNode1" presStyleIdx="2" presStyleCnt="4"/>
      <dgm:spPr/>
    </dgm:pt>
    <dgm:pt modelId="{C7C39701-3AE3-404D-8649-FDA25E021525}" type="pres">
      <dgm:prSet presAssocID="{C6066738-887A-41FB-B6F9-7EB74E33DA75}" presName="horz1" presStyleCnt="0"/>
      <dgm:spPr/>
    </dgm:pt>
    <dgm:pt modelId="{750CFBAB-F184-4C1C-9EF1-B81EC15954C8}" type="pres">
      <dgm:prSet presAssocID="{C6066738-887A-41FB-B6F9-7EB74E33DA75}" presName="tx1" presStyleLbl="revTx" presStyleIdx="2" presStyleCnt="4"/>
      <dgm:spPr/>
    </dgm:pt>
    <dgm:pt modelId="{54C082AF-0C71-4648-A860-A34107416254}" type="pres">
      <dgm:prSet presAssocID="{C6066738-887A-41FB-B6F9-7EB74E33DA75}" presName="vert1" presStyleCnt="0"/>
      <dgm:spPr/>
    </dgm:pt>
    <dgm:pt modelId="{412E215E-CCB1-4A7C-A327-E5B6C8CCAFE7}" type="pres">
      <dgm:prSet presAssocID="{660DD38E-A9CD-4612-B262-2BE00F963CD7}" presName="thickLine" presStyleLbl="alignNode1" presStyleIdx="3" presStyleCnt="4"/>
      <dgm:spPr/>
    </dgm:pt>
    <dgm:pt modelId="{C5FF771D-2C4D-4916-A400-6F792E9E9D00}" type="pres">
      <dgm:prSet presAssocID="{660DD38E-A9CD-4612-B262-2BE00F963CD7}" presName="horz1" presStyleCnt="0"/>
      <dgm:spPr/>
    </dgm:pt>
    <dgm:pt modelId="{9F7254BC-9A43-4A91-AD62-F675547F1179}" type="pres">
      <dgm:prSet presAssocID="{660DD38E-A9CD-4612-B262-2BE00F963CD7}" presName="tx1" presStyleLbl="revTx" presStyleIdx="3" presStyleCnt="4"/>
      <dgm:spPr/>
    </dgm:pt>
    <dgm:pt modelId="{E713FCC1-B5C1-49EF-8DDB-86BA28BD7D0A}" type="pres">
      <dgm:prSet presAssocID="{660DD38E-A9CD-4612-B262-2BE00F963CD7}" presName="vert1" presStyleCnt="0"/>
      <dgm:spPr/>
    </dgm:pt>
  </dgm:ptLst>
  <dgm:cxnLst>
    <dgm:cxn modelId="{D2068508-FED1-49B9-A3E9-61D71A1FA842}" type="presOf" srcId="{C6066738-887A-41FB-B6F9-7EB74E33DA75}" destId="{750CFBAB-F184-4C1C-9EF1-B81EC15954C8}" srcOrd="0" destOrd="0" presId="urn:microsoft.com/office/officeart/2008/layout/LinedList"/>
    <dgm:cxn modelId="{DA4F525B-C48D-4EA0-88FF-A57D73D92949}" type="presOf" srcId="{BB203061-4151-4468-A197-DDF39BA32437}" destId="{E279D6E5-2156-458A-90EE-238C0BEE46D2}" srcOrd="0" destOrd="0" presId="urn:microsoft.com/office/officeart/2008/layout/LinedList"/>
    <dgm:cxn modelId="{8B2FFBAF-E1B1-44BA-BB0F-F15DA32C6EE6}" srcId="{166E23D4-713C-4542-AFDD-D24AFDC95485}" destId="{C0F1B85F-FFBF-4FC2-B823-2C06605D6856}" srcOrd="0" destOrd="0" parTransId="{7B486314-15F7-46BC-86FB-A1A42A982515}" sibTransId="{3954F505-266A-4616-B988-29D42406D16A}"/>
    <dgm:cxn modelId="{3DE652B0-89AF-4DFF-8D59-2DEA8F0B65D7}" type="presOf" srcId="{166E23D4-713C-4542-AFDD-D24AFDC95485}" destId="{2C182727-72C4-43B7-9CD9-B3383680CCC3}" srcOrd="0" destOrd="0" presId="urn:microsoft.com/office/officeart/2008/layout/LinedList"/>
    <dgm:cxn modelId="{DF951AC6-5CB1-4285-8A56-ADCC575FBA4D}" type="presOf" srcId="{660DD38E-A9CD-4612-B262-2BE00F963CD7}" destId="{9F7254BC-9A43-4A91-AD62-F675547F1179}" srcOrd="0" destOrd="0" presId="urn:microsoft.com/office/officeart/2008/layout/LinedList"/>
    <dgm:cxn modelId="{391447DA-05FC-459A-A4BC-359429ED4E32}" srcId="{166E23D4-713C-4542-AFDD-D24AFDC95485}" destId="{660DD38E-A9CD-4612-B262-2BE00F963CD7}" srcOrd="3" destOrd="0" parTransId="{C1EB1578-5755-4D68-800C-1E9FBE8205E2}" sibTransId="{74208DC7-438E-4762-8D76-7DCB5EEF8AA3}"/>
    <dgm:cxn modelId="{707588DE-0840-4FDF-8B11-12C08D22AA74}" srcId="{166E23D4-713C-4542-AFDD-D24AFDC95485}" destId="{BB203061-4151-4468-A197-DDF39BA32437}" srcOrd="1" destOrd="0" parTransId="{8DF1EF6E-EE18-467B-A9E9-23B4223B5F0D}" sibTransId="{75A430EF-5C32-42EF-B595-2E20A804321F}"/>
    <dgm:cxn modelId="{A6C444DF-F9F1-4117-A562-8FF3110B58A7}" srcId="{166E23D4-713C-4542-AFDD-D24AFDC95485}" destId="{C6066738-887A-41FB-B6F9-7EB74E33DA75}" srcOrd="2" destOrd="0" parTransId="{E295DF2D-DB7E-4DAC-AC33-3CBB3AA68F63}" sibTransId="{0150385D-4502-4114-B77E-B392EE3984FD}"/>
    <dgm:cxn modelId="{933A6AE4-04AA-44F3-BC04-4FE8BF9EA0C1}" type="presOf" srcId="{C0F1B85F-FFBF-4FC2-B823-2C06605D6856}" destId="{161AF48C-A1F7-495F-880C-23866322AD85}" srcOrd="0" destOrd="0" presId="urn:microsoft.com/office/officeart/2008/layout/LinedList"/>
    <dgm:cxn modelId="{9DC54114-0C61-4F84-B09E-6D9161F85C1E}" type="presParOf" srcId="{2C182727-72C4-43B7-9CD9-B3383680CCC3}" destId="{99F39492-A071-4020-A84D-7D3641E96083}" srcOrd="0" destOrd="0" presId="urn:microsoft.com/office/officeart/2008/layout/LinedList"/>
    <dgm:cxn modelId="{DE805E77-C999-4319-B46C-550DCBD31282}" type="presParOf" srcId="{2C182727-72C4-43B7-9CD9-B3383680CCC3}" destId="{01913681-A208-4804-AFAF-BF6FC2A328A8}" srcOrd="1" destOrd="0" presId="urn:microsoft.com/office/officeart/2008/layout/LinedList"/>
    <dgm:cxn modelId="{A6F4242C-24EB-4F02-9B46-44841D072833}" type="presParOf" srcId="{01913681-A208-4804-AFAF-BF6FC2A328A8}" destId="{161AF48C-A1F7-495F-880C-23866322AD85}" srcOrd="0" destOrd="0" presId="urn:microsoft.com/office/officeart/2008/layout/LinedList"/>
    <dgm:cxn modelId="{A58D2125-EEB4-4151-B2FF-A52AC7488CAF}" type="presParOf" srcId="{01913681-A208-4804-AFAF-BF6FC2A328A8}" destId="{B155A63E-A1D7-4D96-A726-9F49FF5115DA}" srcOrd="1" destOrd="0" presId="urn:microsoft.com/office/officeart/2008/layout/LinedList"/>
    <dgm:cxn modelId="{1BF92650-88E2-4B53-928F-4A5484473666}" type="presParOf" srcId="{2C182727-72C4-43B7-9CD9-B3383680CCC3}" destId="{0EFD3D82-35E0-4CC5-9B0F-C6BE0750BAD5}" srcOrd="2" destOrd="0" presId="urn:microsoft.com/office/officeart/2008/layout/LinedList"/>
    <dgm:cxn modelId="{6E0F52AC-36C9-4F64-AA66-A257C06DAC18}" type="presParOf" srcId="{2C182727-72C4-43B7-9CD9-B3383680CCC3}" destId="{3D9DA23B-4A56-46DE-A94D-54A4D9CE3F5F}" srcOrd="3" destOrd="0" presId="urn:microsoft.com/office/officeart/2008/layout/LinedList"/>
    <dgm:cxn modelId="{429891D2-62B4-4F82-962F-AB39B6E799F9}" type="presParOf" srcId="{3D9DA23B-4A56-46DE-A94D-54A4D9CE3F5F}" destId="{E279D6E5-2156-458A-90EE-238C0BEE46D2}" srcOrd="0" destOrd="0" presId="urn:microsoft.com/office/officeart/2008/layout/LinedList"/>
    <dgm:cxn modelId="{2B820990-390A-4180-A37B-25113668DAA2}" type="presParOf" srcId="{3D9DA23B-4A56-46DE-A94D-54A4D9CE3F5F}" destId="{188455DA-D213-4EFC-9DD1-1A431324330B}" srcOrd="1" destOrd="0" presId="urn:microsoft.com/office/officeart/2008/layout/LinedList"/>
    <dgm:cxn modelId="{7CF47D95-3154-4B23-9345-E6A529F29066}" type="presParOf" srcId="{2C182727-72C4-43B7-9CD9-B3383680CCC3}" destId="{C4DA6C23-9B54-4ACE-969A-6B942EEE3DA5}" srcOrd="4" destOrd="0" presId="urn:microsoft.com/office/officeart/2008/layout/LinedList"/>
    <dgm:cxn modelId="{35EC613F-5DBB-4AEC-A7E6-8D53015BD4FA}" type="presParOf" srcId="{2C182727-72C4-43B7-9CD9-B3383680CCC3}" destId="{C7C39701-3AE3-404D-8649-FDA25E021525}" srcOrd="5" destOrd="0" presId="urn:microsoft.com/office/officeart/2008/layout/LinedList"/>
    <dgm:cxn modelId="{810D7402-76CF-4747-924D-604A74FA55FA}" type="presParOf" srcId="{C7C39701-3AE3-404D-8649-FDA25E021525}" destId="{750CFBAB-F184-4C1C-9EF1-B81EC15954C8}" srcOrd="0" destOrd="0" presId="urn:microsoft.com/office/officeart/2008/layout/LinedList"/>
    <dgm:cxn modelId="{D0DA7401-8C57-4993-BE2D-E690377E64BD}" type="presParOf" srcId="{C7C39701-3AE3-404D-8649-FDA25E021525}" destId="{54C082AF-0C71-4648-A860-A34107416254}" srcOrd="1" destOrd="0" presId="urn:microsoft.com/office/officeart/2008/layout/LinedList"/>
    <dgm:cxn modelId="{E469C254-61F0-448C-A000-CB7396E2739A}" type="presParOf" srcId="{2C182727-72C4-43B7-9CD9-B3383680CCC3}" destId="{412E215E-CCB1-4A7C-A327-E5B6C8CCAFE7}" srcOrd="6" destOrd="0" presId="urn:microsoft.com/office/officeart/2008/layout/LinedList"/>
    <dgm:cxn modelId="{B4F6395C-6BBD-42F9-B3A4-2475DB724D6B}" type="presParOf" srcId="{2C182727-72C4-43B7-9CD9-B3383680CCC3}" destId="{C5FF771D-2C4D-4916-A400-6F792E9E9D00}" srcOrd="7" destOrd="0" presId="urn:microsoft.com/office/officeart/2008/layout/LinedList"/>
    <dgm:cxn modelId="{4CD7F898-C393-46A8-B4A8-99AE4756960F}" type="presParOf" srcId="{C5FF771D-2C4D-4916-A400-6F792E9E9D00}" destId="{9F7254BC-9A43-4A91-AD62-F675547F1179}" srcOrd="0" destOrd="0" presId="urn:microsoft.com/office/officeart/2008/layout/LinedList"/>
    <dgm:cxn modelId="{2D69CE50-04BE-4F30-BA10-6EF867D690A2}" type="presParOf" srcId="{C5FF771D-2C4D-4916-A400-6F792E9E9D00}" destId="{E713FCC1-B5C1-49EF-8DDB-86BA28BD7D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3BE100-4AB0-464E-91F5-06F8D776ED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162EC1-6DB2-4A1F-B2D9-80C2179F1C60}">
      <dgm:prSet/>
      <dgm:spPr/>
      <dgm:t>
        <a:bodyPr/>
        <a:lstStyle/>
        <a:p>
          <a:r>
            <a:rPr lang="en-GB"/>
            <a:t>Track CPU, memory, network, and errors</a:t>
          </a:r>
          <a:endParaRPr lang="en-US"/>
        </a:p>
      </dgm:t>
    </dgm:pt>
    <dgm:pt modelId="{33F38D38-2E64-4BCE-932F-EA43D60D5D8B}" type="parTrans" cxnId="{D431CD3A-27F1-42B6-86E9-0A69C3228943}">
      <dgm:prSet/>
      <dgm:spPr/>
      <dgm:t>
        <a:bodyPr/>
        <a:lstStyle/>
        <a:p>
          <a:endParaRPr lang="en-US"/>
        </a:p>
      </dgm:t>
    </dgm:pt>
    <dgm:pt modelId="{E17B29B3-FC9D-4FB6-9BD5-19DF6E0E6953}" type="sibTrans" cxnId="{D431CD3A-27F1-42B6-86E9-0A69C3228943}">
      <dgm:prSet/>
      <dgm:spPr/>
      <dgm:t>
        <a:bodyPr/>
        <a:lstStyle/>
        <a:p>
          <a:endParaRPr lang="en-US"/>
        </a:p>
      </dgm:t>
    </dgm:pt>
    <dgm:pt modelId="{1A9576B6-FB8C-4895-8693-38DC9CB210DD}">
      <dgm:prSet/>
      <dgm:spPr/>
      <dgm:t>
        <a:bodyPr/>
        <a:lstStyle/>
        <a:p>
          <a:r>
            <a:rPr lang="en-GB"/>
            <a:t>View logs to understand what happened</a:t>
          </a:r>
          <a:endParaRPr lang="en-US"/>
        </a:p>
      </dgm:t>
    </dgm:pt>
    <dgm:pt modelId="{B664BE21-34B9-4539-A777-0D27CCF0662F}" type="parTrans" cxnId="{EBD95170-0F9D-4ED1-A7E7-67819D81805D}">
      <dgm:prSet/>
      <dgm:spPr/>
      <dgm:t>
        <a:bodyPr/>
        <a:lstStyle/>
        <a:p>
          <a:endParaRPr lang="en-US"/>
        </a:p>
      </dgm:t>
    </dgm:pt>
    <dgm:pt modelId="{6981C320-7D47-4BEA-984F-FEC82A3A2749}" type="sibTrans" cxnId="{EBD95170-0F9D-4ED1-A7E7-67819D81805D}">
      <dgm:prSet/>
      <dgm:spPr/>
      <dgm:t>
        <a:bodyPr/>
        <a:lstStyle/>
        <a:p>
          <a:endParaRPr lang="en-US"/>
        </a:p>
      </dgm:t>
    </dgm:pt>
    <dgm:pt modelId="{5C921281-8885-4BD2-9A4C-D0CBAF382733}">
      <dgm:prSet/>
      <dgm:spPr/>
      <dgm:t>
        <a:bodyPr/>
        <a:lstStyle/>
        <a:p>
          <a:r>
            <a:rPr lang="en-GB"/>
            <a:t>Set alerts when something goes wrong</a:t>
          </a:r>
          <a:endParaRPr lang="en-US"/>
        </a:p>
      </dgm:t>
    </dgm:pt>
    <dgm:pt modelId="{4BE91079-DC87-44EF-9DC5-E16DC4587181}" type="parTrans" cxnId="{4078C606-6B95-4383-97BE-9CA0470E3711}">
      <dgm:prSet/>
      <dgm:spPr/>
      <dgm:t>
        <a:bodyPr/>
        <a:lstStyle/>
        <a:p>
          <a:endParaRPr lang="en-US"/>
        </a:p>
      </dgm:t>
    </dgm:pt>
    <dgm:pt modelId="{3C8E423D-AD9F-46E2-8BA7-9CA781508528}" type="sibTrans" cxnId="{4078C606-6B95-4383-97BE-9CA0470E3711}">
      <dgm:prSet/>
      <dgm:spPr/>
      <dgm:t>
        <a:bodyPr/>
        <a:lstStyle/>
        <a:p>
          <a:endParaRPr lang="en-US"/>
        </a:p>
      </dgm:t>
    </dgm:pt>
    <dgm:pt modelId="{010383EE-352E-4855-B5F9-05D029AC6669}">
      <dgm:prSet/>
      <dgm:spPr/>
      <dgm:t>
        <a:bodyPr/>
        <a:lstStyle/>
        <a:p>
          <a:r>
            <a:rPr lang="en-GB"/>
            <a:t>Helps keep apps stable and secure</a:t>
          </a:r>
          <a:endParaRPr lang="en-US"/>
        </a:p>
      </dgm:t>
    </dgm:pt>
    <dgm:pt modelId="{7A902DF0-D712-43FB-A54D-49AE761B8E4C}" type="parTrans" cxnId="{F3725508-3CD8-41B4-B583-6403CC94D7C0}">
      <dgm:prSet/>
      <dgm:spPr/>
      <dgm:t>
        <a:bodyPr/>
        <a:lstStyle/>
        <a:p>
          <a:endParaRPr lang="en-US"/>
        </a:p>
      </dgm:t>
    </dgm:pt>
    <dgm:pt modelId="{22051ECA-7983-4EBB-9A85-03C8E0FC6F56}" type="sibTrans" cxnId="{F3725508-3CD8-41B4-B583-6403CC94D7C0}">
      <dgm:prSet/>
      <dgm:spPr/>
      <dgm:t>
        <a:bodyPr/>
        <a:lstStyle/>
        <a:p>
          <a:endParaRPr lang="en-US"/>
        </a:p>
      </dgm:t>
    </dgm:pt>
    <dgm:pt modelId="{62F06D8F-F866-468E-9B11-3E4AD2180716}" type="pres">
      <dgm:prSet presAssocID="{063BE100-4AB0-464E-91F5-06F8D776EDB5}" presName="root" presStyleCnt="0">
        <dgm:presLayoutVars>
          <dgm:dir/>
          <dgm:resizeHandles val="exact"/>
        </dgm:presLayoutVars>
      </dgm:prSet>
      <dgm:spPr/>
    </dgm:pt>
    <dgm:pt modelId="{571A4776-05BB-4B8C-9577-5D219A35E150}" type="pres">
      <dgm:prSet presAssocID="{B6162EC1-6DB2-4A1F-B2D9-80C2179F1C60}" presName="compNode" presStyleCnt="0"/>
      <dgm:spPr/>
    </dgm:pt>
    <dgm:pt modelId="{4B63AC94-3F7F-4CB7-A709-EF5F0DBAE0D9}" type="pres">
      <dgm:prSet presAssocID="{B6162EC1-6DB2-4A1F-B2D9-80C2179F1C60}" presName="bgRect" presStyleLbl="bgShp" presStyleIdx="0" presStyleCnt="4"/>
      <dgm:spPr/>
    </dgm:pt>
    <dgm:pt modelId="{8144D233-4927-4DF1-A906-E6AA7D384A41}" type="pres">
      <dgm:prSet presAssocID="{B6162EC1-6DB2-4A1F-B2D9-80C2179F1C6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AFD8347-7822-4E4B-8659-59E0F5EBEB6B}" type="pres">
      <dgm:prSet presAssocID="{B6162EC1-6DB2-4A1F-B2D9-80C2179F1C60}" presName="spaceRect" presStyleCnt="0"/>
      <dgm:spPr/>
    </dgm:pt>
    <dgm:pt modelId="{D7404756-C9B8-4F16-89EE-AD6784F936FB}" type="pres">
      <dgm:prSet presAssocID="{B6162EC1-6DB2-4A1F-B2D9-80C2179F1C60}" presName="parTx" presStyleLbl="revTx" presStyleIdx="0" presStyleCnt="4">
        <dgm:presLayoutVars>
          <dgm:chMax val="0"/>
          <dgm:chPref val="0"/>
        </dgm:presLayoutVars>
      </dgm:prSet>
      <dgm:spPr/>
    </dgm:pt>
    <dgm:pt modelId="{377B225E-54BC-46A1-98E4-DBAAE98774D7}" type="pres">
      <dgm:prSet presAssocID="{E17B29B3-FC9D-4FB6-9BD5-19DF6E0E6953}" presName="sibTrans" presStyleCnt="0"/>
      <dgm:spPr/>
    </dgm:pt>
    <dgm:pt modelId="{CD522680-D960-4B3A-9B8C-823ACEFE0FED}" type="pres">
      <dgm:prSet presAssocID="{1A9576B6-FB8C-4895-8693-38DC9CB210DD}" presName="compNode" presStyleCnt="0"/>
      <dgm:spPr/>
    </dgm:pt>
    <dgm:pt modelId="{5A68266F-C0A9-49AB-9F53-475D55F4C4E8}" type="pres">
      <dgm:prSet presAssocID="{1A9576B6-FB8C-4895-8693-38DC9CB210DD}" presName="bgRect" presStyleLbl="bgShp" presStyleIdx="1" presStyleCnt="4"/>
      <dgm:spPr/>
    </dgm:pt>
    <dgm:pt modelId="{1545201C-DF93-463B-A28D-1C9F574C0A4A}" type="pres">
      <dgm:prSet presAssocID="{1A9576B6-FB8C-4895-8693-38DC9CB210D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D26ACFA-DC31-411C-91F9-AD2821C09338}" type="pres">
      <dgm:prSet presAssocID="{1A9576B6-FB8C-4895-8693-38DC9CB210DD}" presName="spaceRect" presStyleCnt="0"/>
      <dgm:spPr/>
    </dgm:pt>
    <dgm:pt modelId="{6E2A8653-42ED-4932-844C-FF5B783E8CD5}" type="pres">
      <dgm:prSet presAssocID="{1A9576B6-FB8C-4895-8693-38DC9CB210DD}" presName="parTx" presStyleLbl="revTx" presStyleIdx="1" presStyleCnt="4">
        <dgm:presLayoutVars>
          <dgm:chMax val="0"/>
          <dgm:chPref val="0"/>
        </dgm:presLayoutVars>
      </dgm:prSet>
      <dgm:spPr/>
    </dgm:pt>
    <dgm:pt modelId="{20CCD5AD-F990-4C06-A7E0-445CA071F74A}" type="pres">
      <dgm:prSet presAssocID="{6981C320-7D47-4BEA-984F-FEC82A3A2749}" presName="sibTrans" presStyleCnt="0"/>
      <dgm:spPr/>
    </dgm:pt>
    <dgm:pt modelId="{B55D5B88-7FCB-4CC3-8093-8B0E93987E91}" type="pres">
      <dgm:prSet presAssocID="{5C921281-8885-4BD2-9A4C-D0CBAF382733}" presName="compNode" presStyleCnt="0"/>
      <dgm:spPr/>
    </dgm:pt>
    <dgm:pt modelId="{F4DE577D-D5A3-4E3F-933E-38ACD76830F7}" type="pres">
      <dgm:prSet presAssocID="{5C921281-8885-4BD2-9A4C-D0CBAF382733}" presName="bgRect" presStyleLbl="bgShp" presStyleIdx="2" presStyleCnt="4"/>
      <dgm:spPr/>
    </dgm:pt>
    <dgm:pt modelId="{9A496EE3-89F1-44A4-8183-69BAC25DFB60}" type="pres">
      <dgm:prSet presAssocID="{5C921281-8885-4BD2-9A4C-D0CBAF38273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4789330-2538-4BBA-BFAA-20070E671B25}" type="pres">
      <dgm:prSet presAssocID="{5C921281-8885-4BD2-9A4C-D0CBAF382733}" presName="spaceRect" presStyleCnt="0"/>
      <dgm:spPr/>
    </dgm:pt>
    <dgm:pt modelId="{EC98B08D-2460-4A1E-AA7E-4C099E47C038}" type="pres">
      <dgm:prSet presAssocID="{5C921281-8885-4BD2-9A4C-D0CBAF382733}" presName="parTx" presStyleLbl="revTx" presStyleIdx="2" presStyleCnt="4">
        <dgm:presLayoutVars>
          <dgm:chMax val="0"/>
          <dgm:chPref val="0"/>
        </dgm:presLayoutVars>
      </dgm:prSet>
      <dgm:spPr/>
    </dgm:pt>
    <dgm:pt modelId="{67890403-3FEB-4A90-9384-13741FBD4792}" type="pres">
      <dgm:prSet presAssocID="{3C8E423D-AD9F-46E2-8BA7-9CA781508528}" presName="sibTrans" presStyleCnt="0"/>
      <dgm:spPr/>
    </dgm:pt>
    <dgm:pt modelId="{004539D8-04D7-4B29-B4B3-7EB5E2BE6209}" type="pres">
      <dgm:prSet presAssocID="{010383EE-352E-4855-B5F9-05D029AC6669}" presName="compNode" presStyleCnt="0"/>
      <dgm:spPr/>
    </dgm:pt>
    <dgm:pt modelId="{45A155C0-0BD6-48EE-92A9-FE608721A9F8}" type="pres">
      <dgm:prSet presAssocID="{010383EE-352E-4855-B5F9-05D029AC6669}" presName="bgRect" presStyleLbl="bgShp" presStyleIdx="3" presStyleCnt="4"/>
      <dgm:spPr/>
    </dgm:pt>
    <dgm:pt modelId="{2DB379F0-94E5-4D28-85F9-74C92148CCC9}" type="pres">
      <dgm:prSet presAssocID="{010383EE-352E-4855-B5F9-05D029AC666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1A32DDB7-0A53-42BD-9A74-B970D9F2C256}" type="pres">
      <dgm:prSet presAssocID="{010383EE-352E-4855-B5F9-05D029AC6669}" presName="spaceRect" presStyleCnt="0"/>
      <dgm:spPr/>
    </dgm:pt>
    <dgm:pt modelId="{8A635EFC-AAC9-4031-A6F4-AE35FD8AB9B0}" type="pres">
      <dgm:prSet presAssocID="{010383EE-352E-4855-B5F9-05D029AC666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5FE600-86CE-422F-B32F-A05F3DB3F8AA}" type="presOf" srcId="{5C921281-8885-4BD2-9A4C-D0CBAF382733}" destId="{EC98B08D-2460-4A1E-AA7E-4C099E47C038}" srcOrd="0" destOrd="0" presId="urn:microsoft.com/office/officeart/2018/2/layout/IconVerticalSolidList"/>
    <dgm:cxn modelId="{4078C606-6B95-4383-97BE-9CA0470E3711}" srcId="{063BE100-4AB0-464E-91F5-06F8D776EDB5}" destId="{5C921281-8885-4BD2-9A4C-D0CBAF382733}" srcOrd="2" destOrd="0" parTransId="{4BE91079-DC87-44EF-9DC5-E16DC4587181}" sibTransId="{3C8E423D-AD9F-46E2-8BA7-9CA781508528}"/>
    <dgm:cxn modelId="{F3725508-3CD8-41B4-B583-6403CC94D7C0}" srcId="{063BE100-4AB0-464E-91F5-06F8D776EDB5}" destId="{010383EE-352E-4855-B5F9-05D029AC6669}" srcOrd="3" destOrd="0" parTransId="{7A902DF0-D712-43FB-A54D-49AE761B8E4C}" sibTransId="{22051ECA-7983-4EBB-9A85-03C8E0FC6F56}"/>
    <dgm:cxn modelId="{D431CD3A-27F1-42B6-86E9-0A69C3228943}" srcId="{063BE100-4AB0-464E-91F5-06F8D776EDB5}" destId="{B6162EC1-6DB2-4A1F-B2D9-80C2179F1C60}" srcOrd="0" destOrd="0" parTransId="{33F38D38-2E64-4BCE-932F-EA43D60D5D8B}" sibTransId="{E17B29B3-FC9D-4FB6-9BD5-19DF6E0E6953}"/>
    <dgm:cxn modelId="{F447BD5F-2629-4ED5-865E-4E1818C08AFC}" type="presOf" srcId="{010383EE-352E-4855-B5F9-05D029AC6669}" destId="{8A635EFC-AAC9-4031-A6F4-AE35FD8AB9B0}" srcOrd="0" destOrd="0" presId="urn:microsoft.com/office/officeart/2018/2/layout/IconVerticalSolidList"/>
    <dgm:cxn modelId="{B9E09C4A-3D93-4CC8-9F91-ACA9D604F863}" type="presOf" srcId="{B6162EC1-6DB2-4A1F-B2D9-80C2179F1C60}" destId="{D7404756-C9B8-4F16-89EE-AD6784F936FB}" srcOrd="0" destOrd="0" presId="urn:microsoft.com/office/officeart/2018/2/layout/IconVerticalSolidList"/>
    <dgm:cxn modelId="{EBD95170-0F9D-4ED1-A7E7-67819D81805D}" srcId="{063BE100-4AB0-464E-91F5-06F8D776EDB5}" destId="{1A9576B6-FB8C-4895-8693-38DC9CB210DD}" srcOrd="1" destOrd="0" parTransId="{B664BE21-34B9-4539-A777-0D27CCF0662F}" sibTransId="{6981C320-7D47-4BEA-984F-FEC82A3A2749}"/>
    <dgm:cxn modelId="{60B75376-DF93-46A0-AA24-807B66EFCD31}" type="presOf" srcId="{063BE100-4AB0-464E-91F5-06F8D776EDB5}" destId="{62F06D8F-F866-468E-9B11-3E4AD2180716}" srcOrd="0" destOrd="0" presId="urn:microsoft.com/office/officeart/2018/2/layout/IconVerticalSolidList"/>
    <dgm:cxn modelId="{29C590E8-DA01-479E-9254-75CF55B71A4B}" type="presOf" srcId="{1A9576B6-FB8C-4895-8693-38DC9CB210DD}" destId="{6E2A8653-42ED-4932-844C-FF5B783E8CD5}" srcOrd="0" destOrd="0" presId="urn:microsoft.com/office/officeart/2018/2/layout/IconVerticalSolidList"/>
    <dgm:cxn modelId="{239A592A-B63B-47F3-90A3-537FEC435D7B}" type="presParOf" srcId="{62F06D8F-F866-468E-9B11-3E4AD2180716}" destId="{571A4776-05BB-4B8C-9577-5D219A35E150}" srcOrd="0" destOrd="0" presId="urn:microsoft.com/office/officeart/2018/2/layout/IconVerticalSolidList"/>
    <dgm:cxn modelId="{FB130858-2101-4C71-894C-1B209757098A}" type="presParOf" srcId="{571A4776-05BB-4B8C-9577-5D219A35E150}" destId="{4B63AC94-3F7F-4CB7-A709-EF5F0DBAE0D9}" srcOrd="0" destOrd="0" presId="urn:microsoft.com/office/officeart/2018/2/layout/IconVerticalSolidList"/>
    <dgm:cxn modelId="{6D521FE6-55D2-4BD6-BAF9-A8697D5142E3}" type="presParOf" srcId="{571A4776-05BB-4B8C-9577-5D219A35E150}" destId="{8144D233-4927-4DF1-A906-E6AA7D384A41}" srcOrd="1" destOrd="0" presId="urn:microsoft.com/office/officeart/2018/2/layout/IconVerticalSolidList"/>
    <dgm:cxn modelId="{AFAE6428-7ECE-4860-8595-9CDECF00F197}" type="presParOf" srcId="{571A4776-05BB-4B8C-9577-5D219A35E150}" destId="{9AFD8347-7822-4E4B-8659-59E0F5EBEB6B}" srcOrd="2" destOrd="0" presId="urn:microsoft.com/office/officeart/2018/2/layout/IconVerticalSolidList"/>
    <dgm:cxn modelId="{D2AA2B4A-0F7C-4511-BBC1-064959A6E4A8}" type="presParOf" srcId="{571A4776-05BB-4B8C-9577-5D219A35E150}" destId="{D7404756-C9B8-4F16-89EE-AD6784F936FB}" srcOrd="3" destOrd="0" presId="urn:microsoft.com/office/officeart/2018/2/layout/IconVerticalSolidList"/>
    <dgm:cxn modelId="{E6F04B62-A545-48B1-AB99-FA0B30FBCF1D}" type="presParOf" srcId="{62F06D8F-F866-468E-9B11-3E4AD2180716}" destId="{377B225E-54BC-46A1-98E4-DBAAE98774D7}" srcOrd="1" destOrd="0" presId="urn:microsoft.com/office/officeart/2018/2/layout/IconVerticalSolidList"/>
    <dgm:cxn modelId="{B9E83174-5DB2-4254-A0CA-509EC759F26F}" type="presParOf" srcId="{62F06D8F-F866-468E-9B11-3E4AD2180716}" destId="{CD522680-D960-4B3A-9B8C-823ACEFE0FED}" srcOrd="2" destOrd="0" presId="urn:microsoft.com/office/officeart/2018/2/layout/IconVerticalSolidList"/>
    <dgm:cxn modelId="{C59EDA63-EB0B-4C35-A2AD-B53DD091707C}" type="presParOf" srcId="{CD522680-D960-4B3A-9B8C-823ACEFE0FED}" destId="{5A68266F-C0A9-49AB-9F53-475D55F4C4E8}" srcOrd="0" destOrd="0" presId="urn:microsoft.com/office/officeart/2018/2/layout/IconVerticalSolidList"/>
    <dgm:cxn modelId="{05AEC15B-EDEB-4928-9698-C72E29CE5F0E}" type="presParOf" srcId="{CD522680-D960-4B3A-9B8C-823ACEFE0FED}" destId="{1545201C-DF93-463B-A28D-1C9F574C0A4A}" srcOrd="1" destOrd="0" presId="urn:microsoft.com/office/officeart/2018/2/layout/IconVerticalSolidList"/>
    <dgm:cxn modelId="{B96E585B-B704-4676-A105-BB5A3B6C25AB}" type="presParOf" srcId="{CD522680-D960-4B3A-9B8C-823ACEFE0FED}" destId="{6D26ACFA-DC31-411C-91F9-AD2821C09338}" srcOrd="2" destOrd="0" presId="urn:microsoft.com/office/officeart/2018/2/layout/IconVerticalSolidList"/>
    <dgm:cxn modelId="{F854749C-93E3-443E-8AC8-6D2FFC598B66}" type="presParOf" srcId="{CD522680-D960-4B3A-9B8C-823ACEFE0FED}" destId="{6E2A8653-42ED-4932-844C-FF5B783E8CD5}" srcOrd="3" destOrd="0" presId="urn:microsoft.com/office/officeart/2018/2/layout/IconVerticalSolidList"/>
    <dgm:cxn modelId="{84029BAA-E033-45EB-BAAB-36611F0A7BC9}" type="presParOf" srcId="{62F06D8F-F866-468E-9B11-3E4AD2180716}" destId="{20CCD5AD-F990-4C06-A7E0-445CA071F74A}" srcOrd="3" destOrd="0" presId="urn:microsoft.com/office/officeart/2018/2/layout/IconVerticalSolidList"/>
    <dgm:cxn modelId="{BF020335-44DC-4EEB-BF03-6E9E2631F81C}" type="presParOf" srcId="{62F06D8F-F866-468E-9B11-3E4AD2180716}" destId="{B55D5B88-7FCB-4CC3-8093-8B0E93987E91}" srcOrd="4" destOrd="0" presId="urn:microsoft.com/office/officeart/2018/2/layout/IconVerticalSolidList"/>
    <dgm:cxn modelId="{C008F519-24C6-45A8-BA92-5DEAEFCA59BC}" type="presParOf" srcId="{B55D5B88-7FCB-4CC3-8093-8B0E93987E91}" destId="{F4DE577D-D5A3-4E3F-933E-38ACD76830F7}" srcOrd="0" destOrd="0" presId="urn:microsoft.com/office/officeart/2018/2/layout/IconVerticalSolidList"/>
    <dgm:cxn modelId="{8CE497E1-1F3D-4387-8600-10C52D3C7D0C}" type="presParOf" srcId="{B55D5B88-7FCB-4CC3-8093-8B0E93987E91}" destId="{9A496EE3-89F1-44A4-8183-69BAC25DFB60}" srcOrd="1" destOrd="0" presId="urn:microsoft.com/office/officeart/2018/2/layout/IconVerticalSolidList"/>
    <dgm:cxn modelId="{63C6105E-C587-4EE9-8232-1FBDE9BCC13B}" type="presParOf" srcId="{B55D5B88-7FCB-4CC3-8093-8B0E93987E91}" destId="{64789330-2538-4BBA-BFAA-20070E671B25}" srcOrd="2" destOrd="0" presId="urn:microsoft.com/office/officeart/2018/2/layout/IconVerticalSolidList"/>
    <dgm:cxn modelId="{E969882A-B32C-4E0A-B644-42574571B100}" type="presParOf" srcId="{B55D5B88-7FCB-4CC3-8093-8B0E93987E91}" destId="{EC98B08D-2460-4A1E-AA7E-4C099E47C038}" srcOrd="3" destOrd="0" presId="urn:microsoft.com/office/officeart/2018/2/layout/IconVerticalSolidList"/>
    <dgm:cxn modelId="{93156C22-9C42-474A-B890-59512E7F8816}" type="presParOf" srcId="{62F06D8F-F866-468E-9B11-3E4AD2180716}" destId="{67890403-3FEB-4A90-9384-13741FBD4792}" srcOrd="5" destOrd="0" presId="urn:microsoft.com/office/officeart/2018/2/layout/IconVerticalSolidList"/>
    <dgm:cxn modelId="{CB0404D6-5AA1-43DA-8BFD-7FACCF806AAA}" type="presParOf" srcId="{62F06D8F-F866-468E-9B11-3E4AD2180716}" destId="{004539D8-04D7-4B29-B4B3-7EB5E2BE6209}" srcOrd="6" destOrd="0" presId="urn:microsoft.com/office/officeart/2018/2/layout/IconVerticalSolidList"/>
    <dgm:cxn modelId="{806228B4-AB14-41F2-8AFA-37B80984AC4C}" type="presParOf" srcId="{004539D8-04D7-4B29-B4B3-7EB5E2BE6209}" destId="{45A155C0-0BD6-48EE-92A9-FE608721A9F8}" srcOrd="0" destOrd="0" presId="urn:microsoft.com/office/officeart/2018/2/layout/IconVerticalSolidList"/>
    <dgm:cxn modelId="{E07E0D11-1170-4DD3-A6DF-96393EE656DD}" type="presParOf" srcId="{004539D8-04D7-4B29-B4B3-7EB5E2BE6209}" destId="{2DB379F0-94E5-4D28-85F9-74C92148CCC9}" srcOrd="1" destOrd="0" presId="urn:microsoft.com/office/officeart/2018/2/layout/IconVerticalSolidList"/>
    <dgm:cxn modelId="{13AD82B1-6AFF-4BA4-ACF5-8AD612EFBEA1}" type="presParOf" srcId="{004539D8-04D7-4B29-B4B3-7EB5E2BE6209}" destId="{1A32DDB7-0A53-42BD-9A74-B970D9F2C256}" srcOrd="2" destOrd="0" presId="urn:microsoft.com/office/officeart/2018/2/layout/IconVerticalSolidList"/>
    <dgm:cxn modelId="{0B5777DF-B3F8-47EE-8276-CE62D7061C61}" type="presParOf" srcId="{004539D8-04D7-4B29-B4B3-7EB5E2BE6209}" destId="{8A635EFC-AAC9-4031-A6F4-AE35FD8AB9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117DA4-8309-4BB2-9F0F-97C0861DFD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E3FDC5-B473-4A01-B0F5-9222B553ED34}">
      <dgm:prSet custT="1"/>
      <dgm:spPr/>
      <dgm:t>
        <a:bodyPr/>
        <a:lstStyle/>
        <a:p>
          <a:r>
            <a:rPr lang="en-GB" sz="2400" b="1" dirty="0"/>
            <a:t>Compute </a:t>
          </a:r>
          <a:br>
            <a:rPr lang="en-GB" sz="2400" b="1" dirty="0"/>
          </a:br>
          <a:r>
            <a:rPr lang="en-GB" sz="1800" b="1" dirty="0"/>
            <a:t>(virtual machines)</a:t>
          </a:r>
          <a:endParaRPr lang="en-US" sz="2400" dirty="0"/>
        </a:p>
      </dgm:t>
    </dgm:pt>
    <dgm:pt modelId="{9F472E1D-A030-4A19-85C7-5EF5F9BC5C15}" type="parTrans" cxnId="{6D89ED6E-CD7E-4CD1-BDA8-A7ADCB91D3F6}">
      <dgm:prSet/>
      <dgm:spPr/>
      <dgm:t>
        <a:bodyPr/>
        <a:lstStyle/>
        <a:p>
          <a:endParaRPr lang="en-US"/>
        </a:p>
      </dgm:t>
    </dgm:pt>
    <dgm:pt modelId="{57E21656-B607-4719-BC3D-7A6725BB77B3}" type="sibTrans" cxnId="{6D89ED6E-CD7E-4CD1-BDA8-A7ADCB91D3F6}">
      <dgm:prSet/>
      <dgm:spPr/>
      <dgm:t>
        <a:bodyPr/>
        <a:lstStyle/>
        <a:p>
          <a:endParaRPr lang="en-US"/>
        </a:p>
      </dgm:t>
    </dgm:pt>
    <dgm:pt modelId="{4BC045E4-F56A-4556-AAC9-07A502C846BD}">
      <dgm:prSet custT="1"/>
      <dgm:spPr/>
      <dgm:t>
        <a:bodyPr/>
        <a:lstStyle/>
        <a:p>
          <a:r>
            <a:rPr lang="en-GB" sz="2000" dirty="0"/>
            <a:t>AWS EC2, </a:t>
          </a:r>
          <a:br>
            <a:rPr lang="en-GB" sz="2000" dirty="0"/>
          </a:br>
          <a:r>
            <a:rPr lang="en-GB" sz="2000" dirty="0"/>
            <a:t>Azure Virtual Machines, </a:t>
          </a:r>
          <a:br>
            <a:rPr lang="en-GB" sz="2000" dirty="0"/>
          </a:br>
          <a:r>
            <a:rPr lang="en-GB" sz="2000" dirty="0"/>
            <a:t>Google Compute Engine</a:t>
          </a:r>
          <a:endParaRPr lang="en-US" sz="2000" dirty="0"/>
        </a:p>
      </dgm:t>
    </dgm:pt>
    <dgm:pt modelId="{872E5E81-B8B5-4DB9-872D-6B246AB20894}" type="parTrans" cxnId="{178AD7BD-01CF-46D3-BD3F-8522944038F8}">
      <dgm:prSet/>
      <dgm:spPr/>
      <dgm:t>
        <a:bodyPr/>
        <a:lstStyle/>
        <a:p>
          <a:endParaRPr lang="en-US"/>
        </a:p>
      </dgm:t>
    </dgm:pt>
    <dgm:pt modelId="{474FBB3D-003C-46E2-AFB6-20816A78D95E}" type="sibTrans" cxnId="{178AD7BD-01CF-46D3-BD3F-8522944038F8}">
      <dgm:prSet/>
      <dgm:spPr/>
      <dgm:t>
        <a:bodyPr/>
        <a:lstStyle/>
        <a:p>
          <a:endParaRPr lang="en-US"/>
        </a:p>
      </dgm:t>
    </dgm:pt>
    <dgm:pt modelId="{6253B8A5-AAFB-4515-9822-8036495DA9B3}">
      <dgm:prSet custT="1"/>
      <dgm:spPr/>
      <dgm:t>
        <a:bodyPr/>
        <a:lstStyle/>
        <a:p>
          <a:r>
            <a:rPr lang="en-GB" sz="2400" b="1" dirty="0"/>
            <a:t>Containers</a:t>
          </a:r>
          <a:endParaRPr lang="en-US" sz="2400" dirty="0"/>
        </a:p>
      </dgm:t>
    </dgm:pt>
    <dgm:pt modelId="{7AA52CB2-34A7-4724-B00A-90E121665B4E}" type="parTrans" cxnId="{94820E93-DCF7-4A2C-9118-05445BD01FFF}">
      <dgm:prSet/>
      <dgm:spPr/>
      <dgm:t>
        <a:bodyPr/>
        <a:lstStyle/>
        <a:p>
          <a:endParaRPr lang="en-US"/>
        </a:p>
      </dgm:t>
    </dgm:pt>
    <dgm:pt modelId="{6CD9ABAB-057A-4FEE-935E-D4431CEDBDE8}" type="sibTrans" cxnId="{94820E93-DCF7-4A2C-9118-05445BD01FFF}">
      <dgm:prSet/>
      <dgm:spPr/>
      <dgm:t>
        <a:bodyPr/>
        <a:lstStyle/>
        <a:p>
          <a:endParaRPr lang="en-US"/>
        </a:p>
      </dgm:t>
    </dgm:pt>
    <dgm:pt modelId="{EA41818C-3368-4AE5-8958-76AC6CB91E19}">
      <dgm:prSet custT="1"/>
      <dgm:spPr/>
      <dgm:t>
        <a:bodyPr/>
        <a:lstStyle/>
        <a:p>
          <a:r>
            <a:rPr lang="en-GB" sz="2000" dirty="0"/>
            <a:t>AWS ECS/EKS, Azure AKS, Google GKE</a:t>
          </a:r>
          <a:endParaRPr lang="en-US" sz="2000" dirty="0"/>
        </a:p>
      </dgm:t>
    </dgm:pt>
    <dgm:pt modelId="{816820DB-49D2-462E-8E99-CD0A885A866F}" type="parTrans" cxnId="{54AB5F7E-509A-461E-A7C6-4AD11566CD7E}">
      <dgm:prSet/>
      <dgm:spPr/>
      <dgm:t>
        <a:bodyPr/>
        <a:lstStyle/>
        <a:p>
          <a:endParaRPr lang="en-US"/>
        </a:p>
      </dgm:t>
    </dgm:pt>
    <dgm:pt modelId="{15469041-CF66-41AB-A1F6-DDF5048743AF}" type="sibTrans" cxnId="{54AB5F7E-509A-461E-A7C6-4AD11566CD7E}">
      <dgm:prSet/>
      <dgm:spPr/>
      <dgm:t>
        <a:bodyPr/>
        <a:lstStyle/>
        <a:p>
          <a:endParaRPr lang="en-US"/>
        </a:p>
      </dgm:t>
    </dgm:pt>
    <dgm:pt modelId="{E969495F-0FE1-4EE8-9DEB-6EBD5BE2385B}">
      <dgm:prSet custT="1"/>
      <dgm:spPr/>
      <dgm:t>
        <a:bodyPr/>
        <a:lstStyle/>
        <a:p>
          <a:r>
            <a:rPr lang="en-GB" sz="2400" b="1" dirty="0"/>
            <a:t>Serverless</a:t>
          </a:r>
          <a:endParaRPr lang="en-US" sz="2400" dirty="0"/>
        </a:p>
      </dgm:t>
    </dgm:pt>
    <dgm:pt modelId="{4BA0D16B-0FB8-4680-AF61-6DBB95EF7C70}" type="parTrans" cxnId="{9431CCA8-2847-45B8-B67E-6F1F0EECDDDF}">
      <dgm:prSet/>
      <dgm:spPr/>
      <dgm:t>
        <a:bodyPr/>
        <a:lstStyle/>
        <a:p>
          <a:endParaRPr lang="en-US"/>
        </a:p>
      </dgm:t>
    </dgm:pt>
    <dgm:pt modelId="{65CF9B58-905E-4AC6-946D-778EEB20036C}" type="sibTrans" cxnId="{9431CCA8-2847-45B8-B67E-6F1F0EECDDDF}">
      <dgm:prSet/>
      <dgm:spPr/>
      <dgm:t>
        <a:bodyPr/>
        <a:lstStyle/>
        <a:p>
          <a:endParaRPr lang="en-US"/>
        </a:p>
      </dgm:t>
    </dgm:pt>
    <dgm:pt modelId="{62462B01-1FC8-4F04-ABA0-6B301B0F2180}">
      <dgm:prSet custT="1"/>
      <dgm:spPr/>
      <dgm:t>
        <a:bodyPr/>
        <a:lstStyle/>
        <a:p>
          <a:r>
            <a:rPr lang="en-GB" sz="2000" dirty="0"/>
            <a:t>AWS Lambda, Azure Functions, </a:t>
          </a:r>
          <a:br>
            <a:rPr lang="en-GB" sz="2000" dirty="0"/>
          </a:br>
          <a:r>
            <a:rPr lang="en-GB" sz="2000" dirty="0"/>
            <a:t>Google Cloud Functions</a:t>
          </a:r>
          <a:endParaRPr lang="en-US" sz="2000" dirty="0"/>
        </a:p>
      </dgm:t>
    </dgm:pt>
    <dgm:pt modelId="{0A796A41-1B54-4EAB-A0D5-E12D05BA593E}" type="parTrans" cxnId="{8FECF2B7-7808-4C2D-BAD3-EFE3F8FAB35B}">
      <dgm:prSet/>
      <dgm:spPr/>
      <dgm:t>
        <a:bodyPr/>
        <a:lstStyle/>
        <a:p>
          <a:endParaRPr lang="en-US"/>
        </a:p>
      </dgm:t>
    </dgm:pt>
    <dgm:pt modelId="{165B4313-6477-443D-9C39-5F1C98FB8A2A}" type="sibTrans" cxnId="{8FECF2B7-7808-4C2D-BAD3-EFE3F8FAB35B}">
      <dgm:prSet/>
      <dgm:spPr/>
      <dgm:t>
        <a:bodyPr/>
        <a:lstStyle/>
        <a:p>
          <a:endParaRPr lang="en-US"/>
        </a:p>
      </dgm:t>
    </dgm:pt>
    <dgm:pt modelId="{A92F3FCC-B632-4C8B-B990-EDD81B775EEE}">
      <dgm:prSet custT="1"/>
      <dgm:spPr/>
      <dgm:t>
        <a:bodyPr/>
        <a:lstStyle/>
        <a:p>
          <a:r>
            <a:rPr lang="en-GB" sz="2400" b="1" dirty="0"/>
            <a:t>App Hosting</a:t>
          </a:r>
          <a:endParaRPr lang="en-US" sz="2400" dirty="0"/>
        </a:p>
      </dgm:t>
    </dgm:pt>
    <dgm:pt modelId="{7328A939-8BA9-4D66-9DC2-21292054E0BA}" type="parTrans" cxnId="{D8AB4742-AF4C-4C4E-ABEF-A37A7958743A}">
      <dgm:prSet/>
      <dgm:spPr/>
      <dgm:t>
        <a:bodyPr/>
        <a:lstStyle/>
        <a:p>
          <a:endParaRPr lang="en-US"/>
        </a:p>
      </dgm:t>
    </dgm:pt>
    <dgm:pt modelId="{0659771D-A7E2-4534-98C8-A506A766B981}" type="sibTrans" cxnId="{D8AB4742-AF4C-4C4E-ABEF-A37A7958743A}">
      <dgm:prSet/>
      <dgm:spPr/>
      <dgm:t>
        <a:bodyPr/>
        <a:lstStyle/>
        <a:p>
          <a:endParaRPr lang="en-US"/>
        </a:p>
      </dgm:t>
    </dgm:pt>
    <dgm:pt modelId="{ED44DC5D-76A8-47AD-814B-FD3E41063030}">
      <dgm:prSet custT="1"/>
      <dgm:spPr/>
      <dgm:t>
        <a:bodyPr/>
        <a:lstStyle/>
        <a:p>
          <a:r>
            <a:rPr lang="en-GB" sz="2000"/>
            <a:t>Azure App Service</a:t>
          </a:r>
          <a:endParaRPr lang="en-US" sz="2000"/>
        </a:p>
      </dgm:t>
    </dgm:pt>
    <dgm:pt modelId="{43491A97-554D-4B91-B987-22AB8EAC8E7B}" type="parTrans" cxnId="{83546BBC-8BC8-4731-AD98-87A0A4CC41FD}">
      <dgm:prSet/>
      <dgm:spPr/>
      <dgm:t>
        <a:bodyPr/>
        <a:lstStyle/>
        <a:p>
          <a:endParaRPr lang="en-US"/>
        </a:p>
      </dgm:t>
    </dgm:pt>
    <dgm:pt modelId="{D627DE1F-94CD-4D6C-AF94-C11506BB3B95}" type="sibTrans" cxnId="{83546BBC-8BC8-4731-AD98-87A0A4CC41FD}">
      <dgm:prSet/>
      <dgm:spPr/>
      <dgm:t>
        <a:bodyPr/>
        <a:lstStyle/>
        <a:p>
          <a:endParaRPr lang="en-US"/>
        </a:p>
      </dgm:t>
    </dgm:pt>
    <dgm:pt modelId="{94E1143A-B475-4A2E-A2F9-88A6A9E5054D}">
      <dgm:prSet custT="1"/>
      <dgm:spPr/>
      <dgm:t>
        <a:bodyPr/>
        <a:lstStyle/>
        <a:p>
          <a:r>
            <a:rPr lang="en-GB" sz="2000" dirty="0"/>
            <a:t>AWS Elastic Beanstalk	</a:t>
          </a:r>
          <a:endParaRPr lang="en-US" sz="2000" dirty="0"/>
        </a:p>
      </dgm:t>
    </dgm:pt>
    <dgm:pt modelId="{435D8E1A-A78F-4666-9251-E0CCFFF05546}" type="parTrans" cxnId="{A749698D-827F-4672-9DDD-601B3E007BD8}">
      <dgm:prSet/>
      <dgm:spPr/>
      <dgm:t>
        <a:bodyPr/>
        <a:lstStyle/>
        <a:p>
          <a:endParaRPr lang="en-US"/>
        </a:p>
      </dgm:t>
    </dgm:pt>
    <dgm:pt modelId="{9127C158-2C3D-4856-965E-CD7621206FFB}" type="sibTrans" cxnId="{A749698D-827F-4672-9DDD-601B3E007BD8}">
      <dgm:prSet/>
      <dgm:spPr/>
      <dgm:t>
        <a:bodyPr/>
        <a:lstStyle/>
        <a:p>
          <a:endParaRPr lang="en-US"/>
        </a:p>
      </dgm:t>
    </dgm:pt>
    <dgm:pt modelId="{5A699E1C-B3DE-44F1-8B29-8553B850B8AE}">
      <dgm:prSet custT="1"/>
      <dgm:spPr/>
      <dgm:t>
        <a:bodyPr/>
        <a:lstStyle/>
        <a:p>
          <a:r>
            <a:rPr lang="en-GB" sz="2000" dirty="0"/>
            <a:t>Google App Engine</a:t>
          </a:r>
          <a:endParaRPr lang="en-US" sz="2000" dirty="0"/>
        </a:p>
      </dgm:t>
    </dgm:pt>
    <dgm:pt modelId="{74D9894B-92EC-4C91-A24D-EC2E6CDCB083}" type="parTrans" cxnId="{668567D4-9EA4-491C-B24B-D9A19F7EEDA5}">
      <dgm:prSet/>
      <dgm:spPr/>
      <dgm:t>
        <a:bodyPr/>
        <a:lstStyle/>
        <a:p>
          <a:endParaRPr lang="en-US"/>
        </a:p>
      </dgm:t>
    </dgm:pt>
    <dgm:pt modelId="{D65E0B62-9894-44DB-94FA-F7C0ADE9FC0C}" type="sibTrans" cxnId="{668567D4-9EA4-491C-B24B-D9A19F7EEDA5}">
      <dgm:prSet/>
      <dgm:spPr/>
      <dgm:t>
        <a:bodyPr/>
        <a:lstStyle/>
        <a:p>
          <a:endParaRPr lang="en-US"/>
        </a:p>
      </dgm:t>
    </dgm:pt>
    <dgm:pt modelId="{3CCF1CCA-7172-44CC-9B35-CFEE4EC760A4}" type="pres">
      <dgm:prSet presAssocID="{CD117DA4-8309-4BB2-9F0F-97C0861DFD18}" presName="Name0" presStyleCnt="0">
        <dgm:presLayoutVars>
          <dgm:dir/>
          <dgm:animLvl val="lvl"/>
          <dgm:resizeHandles val="exact"/>
        </dgm:presLayoutVars>
      </dgm:prSet>
      <dgm:spPr/>
    </dgm:pt>
    <dgm:pt modelId="{ED196A85-843D-432C-AC6C-FD4B2CB219AD}" type="pres">
      <dgm:prSet presAssocID="{D0E3FDC5-B473-4A01-B0F5-9222B553ED34}" presName="linNode" presStyleCnt="0"/>
      <dgm:spPr/>
    </dgm:pt>
    <dgm:pt modelId="{EEEC2AD9-C46F-4327-B1A8-104AE7A09D53}" type="pres">
      <dgm:prSet presAssocID="{D0E3FDC5-B473-4A01-B0F5-9222B553ED3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7B901E6-3A7F-4619-8D83-9441CA61079E}" type="pres">
      <dgm:prSet presAssocID="{D0E3FDC5-B473-4A01-B0F5-9222B553ED34}" presName="descendantText" presStyleLbl="alignAccFollowNode1" presStyleIdx="0" presStyleCnt="4">
        <dgm:presLayoutVars>
          <dgm:bulletEnabled val="1"/>
        </dgm:presLayoutVars>
      </dgm:prSet>
      <dgm:spPr/>
    </dgm:pt>
    <dgm:pt modelId="{2A35D3D4-34D0-420F-B663-F01C36BAE88E}" type="pres">
      <dgm:prSet presAssocID="{57E21656-B607-4719-BC3D-7A6725BB77B3}" presName="sp" presStyleCnt="0"/>
      <dgm:spPr/>
    </dgm:pt>
    <dgm:pt modelId="{58F98663-F79B-4656-9DFF-820AACF4982E}" type="pres">
      <dgm:prSet presAssocID="{6253B8A5-AAFB-4515-9822-8036495DA9B3}" presName="linNode" presStyleCnt="0"/>
      <dgm:spPr/>
    </dgm:pt>
    <dgm:pt modelId="{0C2A9034-C937-4C43-8C9B-0F8273C96EF9}" type="pres">
      <dgm:prSet presAssocID="{6253B8A5-AAFB-4515-9822-8036495DA9B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3360742-E495-4B38-859A-F475865DF724}" type="pres">
      <dgm:prSet presAssocID="{6253B8A5-AAFB-4515-9822-8036495DA9B3}" presName="descendantText" presStyleLbl="alignAccFollowNode1" presStyleIdx="1" presStyleCnt="4">
        <dgm:presLayoutVars>
          <dgm:bulletEnabled val="1"/>
        </dgm:presLayoutVars>
      </dgm:prSet>
      <dgm:spPr/>
    </dgm:pt>
    <dgm:pt modelId="{E941227F-F877-4656-A04D-56AD579A9D36}" type="pres">
      <dgm:prSet presAssocID="{6CD9ABAB-057A-4FEE-935E-D4431CEDBDE8}" presName="sp" presStyleCnt="0"/>
      <dgm:spPr/>
    </dgm:pt>
    <dgm:pt modelId="{4147C97D-50AA-4053-8D85-6F08D6A28128}" type="pres">
      <dgm:prSet presAssocID="{E969495F-0FE1-4EE8-9DEB-6EBD5BE2385B}" presName="linNode" presStyleCnt="0"/>
      <dgm:spPr/>
    </dgm:pt>
    <dgm:pt modelId="{CC25637D-94AD-4E9D-BC0D-25119632D5F9}" type="pres">
      <dgm:prSet presAssocID="{E969495F-0FE1-4EE8-9DEB-6EBD5BE2385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D4E5A4A-3023-421F-AD93-D04695EA43B5}" type="pres">
      <dgm:prSet presAssocID="{E969495F-0FE1-4EE8-9DEB-6EBD5BE2385B}" presName="descendantText" presStyleLbl="alignAccFollowNode1" presStyleIdx="2" presStyleCnt="4">
        <dgm:presLayoutVars>
          <dgm:bulletEnabled val="1"/>
        </dgm:presLayoutVars>
      </dgm:prSet>
      <dgm:spPr/>
    </dgm:pt>
    <dgm:pt modelId="{C668000B-DA1D-47AF-B373-10F56ACEDAD9}" type="pres">
      <dgm:prSet presAssocID="{65CF9B58-905E-4AC6-946D-778EEB20036C}" presName="sp" presStyleCnt="0"/>
      <dgm:spPr/>
    </dgm:pt>
    <dgm:pt modelId="{ACC74A7C-6CD3-4AB9-8ABA-C0C561F2540D}" type="pres">
      <dgm:prSet presAssocID="{A92F3FCC-B632-4C8B-B990-EDD81B775EEE}" presName="linNode" presStyleCnt="0"/>
      <dgm:spPr/>
    </dgm:pt>
    <dgm:pt modelId="{D1C1C4BB-379A-407D-A092-169BD2B3E390}" type="pres">
      <dgm:prSet presAssocID="{A92F3FCC-B632-4C8B-B990-EDD81B775EE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F9D7105-BF22-47BB-ADB6-5780A96F28B0}" type="pres">
      <dgm:prSet presAssocID="{A92F3FCC-B632-4C8B-B990-EDD81B775EE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4B84A12-6DC1-4269-A6D2-3A96A82B23AA}" type="presOf" srcId="{CD117DA4-8309-4BB2-9F0F-97C0861DFD18}" destId="{3CCF1CCA-7172-44CC-9B35-CFEE4EC760A4}" srcOrd="0" destOrd="0" presId="urn:microsoft.com/office/officeart/2005/8/layout/vList5"/>
    <dgm:cxn modelId="{A0ABCB35-54FA-441B-8BBD-8862E85E5C04}" type="presOf" srcId="{A92F3FCC-B632-4C8B-B990-EDD81B775EEE}" destId="{D1C1C4BB-379A-407D-A092-169BD2B3E390}" srcOrd="0" destOrd="0" presId="urn:microsoft.com/office/officeart/2005/8/layout/vList5"/>
    <dgm:cxn modelId="{FE18D05C-29ED-49AE-BDF5-524E3A61A872}" type="presOf" srcId="{62462B01-1FC8-4F04-ABA0-6B301B0F2180}" destId="{AD4E5A4A-3023-421F-AD93-D04695EA43B5}" srcOrd="0" destOrd="0" presId="urn:microsoft.com/office/officeart/2005/8/layout/vList5"/>
    <dgm:cxn modelId="{D8AB4742-AF4C-4C4E-ABEF-A37A7958743A}" srcId="{CD117DA4-8309-4BB2-9F0F-97C0861DFD18}" destId="{A92F3FCC-B632-4C8B-B990-EDD81B775EEE}" srcOrd="3" destOrd="0" parTransId="{7328A939-8BA9-4D66-9DC2-21292054E0BA}" sibTransId="{0659771D-A7E2-4534-98C8-A506A766B981}"/>
    <dgm:cxn modelId="{6D89ED6E-CD7E-4CD1-BDA8-A7ADCB91D3F6}" srcId="{CD117DA4-8309-4BB2-9F0F-97C0861DFD18}" destId="{D0E3FDC5-B473-4A01-B0F5-9222B553ED34}" srcOrd="0" destOrd="0" parTransId="{9F472E1D-A030-4A19-85C7-5EF5F9BC5C15}" sibTransId="{57E21656-B607-4719-BC3D-7A6725BB77B3}"/>
    <dgm:cxn modelId="{792E0770-D19C-4EDC-8B5D-00D97484FD06}" type="presOf" srcId="{4BC045E4-F56A-4556-AAC9-07A502C846BD}" destId="{37B901E6-3A7F-4619-8D83-9441CA61079E}" srcOrd="0" destOrd="0" presId="urn:microsoft.com/office/officeart/2005/8/layout/vList5"/>
    <dgm:cxn modelId="{B92A9277-93CD-4788-A615-EAA585680B75}" type="presOf" srcId="{D0E3FDC5-B473-4A01-B0F5-9222B553ED34}" destId="{EEEC2AD9-C46F-4327-B1A8-104AE7A09D53}" srcOrd="0" destOrd="0" presId="urn:microsoft.com/office/officeart/2005/8/layout/vList5"/>
    <dgm:cxn modelId="{54AB5F7E-509A-461E-A7C6-4AD11566CD7E}" srcId="{6253B8A5-AAFB-4515-9822-8036495DA9B3}" destId="{EA41818C-3368-4AE5-8958-76AC6CB91E19}" srcOrd="0" destOrd="0" parTransId="{816820DB-49D2-462E-8E99-CD0A885A866F}" sibTransId="{15469041-CF66-41AB-A1F6-DDF5048743AF}"/>
    <dgm:cxn modelId="{D22AE87F-8D7D-4273-A69D-2CA18BEF22C3}" type="presOf" srcId="{94E1143A-B475-4A2E-A2F9-88A6A9E5054D}" destId="{7F9D7105-BF22-47BB-ADB6-5780A96F28B0}" srcOrd="0" destOrd="1" presId="urn:microsoft.com/office/officeart/2005/8/layout/vList5"/>
    <dgm:cxn modelId="{ABAAD283-7583-423F-9E30-9C5D8A8E6241}" type="presOf" srcId="{ED44DC5D-76A8-47AD-814B-FD3E41063030}" destId="{7F9D7105-BF22-47BB-ADB6-5780A96F28B0}" srcOrd="0" destOrd="0" presId="urn:microsoft.com/office/officeart/2005/8/layout/vList5"/>
    <dgm:cxn modelId="{A749698D-827F-4672-9DDD-601B3E007BD8}" srcId="{A92F3FCC-B632-4C8B-B990-EDD81B775EEE}" destId="{94E1143A-B475-4A2E-A2F9-88A6A9E5054D}" srcOrd="1" destOrd="0" parTransId="{435D8E1A-A78F-4666-9251-E0CCFFF05546}" sibTransId="{9127C158-2C3D-4856-965E-CD7621206FFB}"/>
    <dgm:cxn modelId="{94820E93-DCF7-4A2C-9118-05445BD01FFF}" srcId="{CD117DA4-8309-4BB2-9F0F-97C0861DFD18}" destId="{6253B8A5-AAFB-4515-9822-8036495DA9B3}" srcOrd="1" destOrd="0" parTransId="{7AA52CB2-34A7-4724-B00A-90E121665B4E}" sibTransId="{6CD9ABAB-057A-4FEE-935E-D4431CEDBDE8}"/>
    <dgm:cxn modelId="{8504C2A3-ABA4-4DF7-AC01-D2792465FCD8}" type="presOf" srcId="{5A699E1C-B3DE-44F1-8B29-8553B850B8AE}" destId="{7F9D7105-BF22-47BB-ADB6-5780A96F28B0}" srcOrd="0" destOrd="2" presId="urn:microsoft.com/office/officeart/2005/8/layout/vList5"/>
    <dgm:cxn modelId="{9431CCA8-2847-45B8-B67E-6F1F0EECDDDF}" srcId="{CD117DA4-8309-4BB2-9F0F-97C0861DFD18}" destId="{E969495F-0FE1-4EE8-9DEB-6EBD5BE2385B}" srcOrd="2" destOrd="0" parTransId="{4BA0D16B-0FB8-4680-AF61-6DBB95EF7C70}" sibTransId="{65CF9B58-905E-4AC6-946D-778EEB20036C}"/>
    <dgm:cxn modelId="{2522C6AB-5071-451D-A209-592DCAB208CF}" type="presOf" srcId="{E969495F-0FE1-4EE8-9DEB-6EBD5BE2385B}" destId="{CC25637D-94AD-4E9D-BC0D-25119632D5F9}" srcOrd="0" destOrd="0" presId="urn:microsoft.com/office/officeart/2005/8/layout/vList5"/>
    <dgm:cxn modelId="{8FECF2B7-7808-4C2D-BAD3-EFE3F8FAB35B}" srcId="{E969495F-0FE1-4EE8-9DEB-6EBD5BE2385B}" destId="{62462B01-1FC8-4F04-ABA0-6B301B0F2180}" srcOrd="0" destOrd="0" parTransId="{0A796A41-1B54-4EAB-A0D5-E12D05BA593E}" sibTransId="{165B4313-6477-443D-9C39-5F1C98FB8A2A}"/>
    <dgm:cxn modelId="{83546BBC-8BC8-4731-AD98-87A0A4CC41FD}" srcId="{A92F3FCC-B632-4C8B-B990-EDD81B775EEE}" destId="{ED44DC5D-76A8-47AD-814B-FD3E41063030}" srcOrd="0" destOrd="0" parTransId="{43491A97-554D-4B91-B987-22AB8EAC8E7B}" sibTransId="{D627DE1F-94CD-4D6C-AF94-C11506BB3B95}"/>
    <dgm:cxn modelId="{178AD7BD-01CF-46D3-BD3F-8522944038F8}" srcId="{D0E3FDC5-B473-4A01-B0F5-9222B553ED34}" destId="{4BC045E4-F56A-4556-AAC9-07A502C846BD}" srcOrd="0" destOrd="0" parTransId="{872E5E81-B8B5-4DB9-872D-6B246AB20894}" sibTransId="{474FBB3D-003C-46E2-AFB6-20816A78D95E}"/>
    <dgm:cxn modelId="{9D31A9BE-0FE0-4B20-8D93-DF51302F27F0}" type="presOf" srcId="{6253B8A5-AAFB-4515-9822-8036495DA9B3}" destId="{0C2A9034-C937-4C43-8C9B-0F8273C96EF9}" srcOrd="0" destOrd="0" presId="urn:microsoft.com/office/officeart/2005/8/layout/vList5"/>
    <dgm:cxn modelId="{668567D4-9EA4-491C-B24B-D9A19F7EEDA5}" srcId="{A92F3FCC-B632-4C8B-B990-EDD81B775EEE}" destId="{5A699E1C-B3DE-44F1-8B29-8553B850B8AE}" srcOrd="2" destOrd="0" parTransId="{74D9894B-92EC-4C91-A24D-EC2E6CDCB083}" sibTransId="{D65E0B62-9894-44DB-94FA-F7C0ADE9FC0C}"/>
    <dgm:cxn modelId="{9DF254F4-1995-4BBB-9791-F613F5CB8286}" type="presOf" srcId="{EA41818C-3368-4AE5-8958-76AC6CB91E19}" destId="{C3360742-E495-4B38-859A-F475865DF724}" srcOrd="0" destOrd="0" presId="urn:microsoft.com/office/officeart/2005/8/layout/vList5"/>
    <dgm:cxn modelId="{753963C3-1DB8-4FAD-BF8E-E9D695959CC6}" type="presParOf" srcId="{3CCF1CCA-7172-44CC-9B35-CFEE4EC760A4}" destId="{ED196A85-843D-432C-AC6C-FD4B2CB219AD}" srcOrd="0" destOrd="0" presId="urn:microsoft.com/office/officeart/2005/8/layout/vList5"/>
    <dgm:cxn modelId="{ED06209F-478A-4BEF-ABD1-9A81EB8C87BA}" type="presParOf" srcId="{ED196A85-843D-432C-AC6C-FD4B2CB219AD}" destId="{EEEC2AD9-C46F-4327-B1A8-104AE7A09D53}" srcOrd="0" destOrd="0" presId="urn:microsoft.com/office/officeart/2005/8/layout/vList5"/>
    <dgm:cxn modelId="{1F64E7DB-1B58-441B-B2A6-98C8BC2F0CBB}" type="presParOf" srcId="{ED196A85-843D-432C-AC6C-FD4B2CB219AD}" destId="{37B901E6-3A7F-4619-8D83-9441CA61079E}" srcOrd="1" destOrd="0" presId="urn:microsoft.com/office/officeart/2005/8/layout/vList5"/>
    <dgm:cxn modelId="{3F3FE482-6A9C-4763-9FED-DA9A87A58EB9}" type="presParOf" srcId="{3CCF1CCA-7172-44CC-9B35-CFEE4EC760A4}" destId="{2A35D3D4-34D0-420F-B663-F01C36BAE88E}" srcOrd="1" destOrd="0" presId="urn:microsoft.com/office/officeart/2005/8/layout/vList5"/>
    <dgm:cxn modelId="{FEED0D0A-B1DF-4A57-ABF2-B2FE7E681B27}" type="presParOf" srcId="{3CCF1CCA-7172-44CC-9B35-CFEE4EC760A4}" destId="{58F98663-F79B-4656-9DFF-820AACF4982E}" srcOrd="2" destOrd="0" presId="urn:microsoft.com/office/officeart/2005/8/layout/vList5"/>
    <dgm:cxn modelId="{AE47D475-CA19-4FB7-8A4B-5BDCC7AAA5A1}" type="presParOf" srcId="{58F98663-F79B-4656-9DFF-820AACF4982E}" destId="{0C2A9034-C937-4C43-8C9B-0F8273C96EF9}" srcOrd="0" destOrd="0" presId="urn:microsoft.com/office/officeart/2005/8/layout/vList5"/>
    <dgm:cxn modelId="{6F9E5501-BF65-4CC8-9A1C-7A6CFD51B591}" type="presParOf" srcId="{58F98663-F79B-4656-9DFF-820AACF4982E}" destId="{C3360742-E495-4B38-859A-F475865DF724}" srcOrd="1" destOrd="0" presId="urn:microsoft.com/office/officeart/2005/8/layout/vList5"/>
    <dgm:cxn modelId="{1C2B06C3-0961-442A-91F3-3C05F8D44D88}" type="presParOf" srcId="{3CCF1CCA-7172-44CC-9B35-CFEE4EC760A4}" destId="{E941227F-F877-4656-A04D-56AD579A9D36}" srcOrd="3" destOrd="0" presId="urn:microsoft.com/office/officeart/2005/8/layout/vList5"/>
    <dgm:cxn modelId="{5F845D4B-2655-49C1-9EC5-13371DB02352}" type="presParOf" srcId="{3CCF1CCA-7172-44CC-9B35-CFEE4EC760A4}" destId="{4147C97D-50AA-4053-8D85-6F08D6A28128}" srcOrd="4" destOrd="0" presId="urn:microsoft.com/office/officeart/2005/8/layout/vList5"/>
    <dgm:cxn modelId="{64A4DECE-D7CB-4626-BDE5-1507F06081A4}" type="presParOf" srcId="{4147C97D-50AA-4053-8D85-6F08D6A28128}" destId="{CC25637D-94AD-4E9D-BC0D-25119632D5F9}" srcOrd="0" destOrd="0" presId="urn:microsoft.com/office/officeart/2005/8/layout/vList5"/>
    <dgm:cxn modelId="{55F60A72-ED4A-4469-A50A-ACB476C603DB}" type="presParOf" srcId="{4147C97D-50AA-4053-8D85-6F08D6A28128}" destId="{AD4E5A4A-3023-421F-AD93-D04695EA43B5}" srcOrd="1" destOrd="0" presId="urn:microsoft.com/office/officeart/2005/8/layout/vList5"/>
    <dgm:cxn modelId="{00C846F4-0F06-4AAC-A635-70E8EF94AB92}" type="presParOf" srcId="{3CCF1CCA-7172-44CC-9B35-CFEE4EC760A4}" destId="{C668000B-DA1D-47AF-B373-10F56ACEDAD9}" srcOrd="5" destOrd="0" presId="urn:microsoft.com/office/officeart/2005/8/layout/vList5"/>
    <dgm:cxn modelId="{01A8E2D1-3604-475D-8A7B-4C9CD9878DBD}" type="presParOf" srcId="{3CCF1CCA-7172-44CC-9B35-CFEE4EC760A4}" destId="{ACC74A7C-6CD3-4AB9-8ABA-C0C561F2540D}" srcOrd="6" destOrd="0" presId="urn:microsoft.com/office/officeart/2005/8/layout/vList5"/>
    <dgm:cxn modelId="{F0DCFFB5-71A9-4BB8-AAFA-10C82F91BDD2}" type="presParOf" srcId="{ACC74A7C-6CD3-4AB9-8ABA-C0C561F2540D}" destId="{D1C1C4BB-379A-407D-A092-169BD2B3E390}" srcOrd="0" destOrd="0" presId="urn:microsoft.com/office/officeart/2005/8/layout/vList5"/>
    <dgm:cxn modelId="{FF47395A-7C1C-4F23-8194-F1B31389027D}" type="presParOf" srcId="{ACC74A7C-6CD3-4AB9-8ABA-C0C561F2540D}" destId="{7F9D7105-BF22-47BB-ADB6-5780A96F28B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EBC804-ABAC-4828-8A8A-5CE8F1EBFCC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D88C95-37C6-421F-AAF4-B1B38EA04580}">
      <dgm:prSet custT="1"/>
      <dgm:spPr/>
      <dgm:t>
        <a:bodyPr/>
        <a:lstStyle/>
        <a:p>
          <a:r>
            <a:rPr lang="en-GB" sz="2400" dirty="0"/>
            <a:t>Cloud providers run multiple data centres</a:t>
          </a:r>
          <a:endParaRPr lang="en-US" sz="2400" dirty="0"/>
        </a:p>
      </dgm:t>
    </dgm:pt>
    <dgm:pt modelId="{B1B84DCB-BF32-4A4F-90E2-3729246EE29E}" type="parTrans" cxnId="{8914B508-98D9-4106-9B8E-19E542558680}">
      <dgm:prSet/>
      <dgm:spPr/>
      <dgm:t>
        <a:bodyPr/>
        <a:lstStyle/>
        <a:p>
          <a:endParaRPr lang="en-US"/>
        </a:p>
      </dgm:t>
    </dgm:pt>
    <dgm:pt modelId="{E0CE51B8-D1FD-4A55-873D-278F0FF884D5}" type="sibTrans" cxnId="{8914B508-98D9-4106-9B8E-19E542558680}">
      <dgm:prSet/>
      <dgm:spPr/>
      <dgm:t>
        <a:bodyPr/>
        <a:lstStyle/>
        <a:p>
          <a:endParaRPr lang="en-US"/>
        </a:p>
      </dgm:t>
    </dgm:pt>
    <dgm:pt modelId="{C1B5DAF7-C576-4F49-944E-DA6BD65E0957}">
      <dgm:prSet custT="1"/>
      <dgm:spPr/>
      <dgm:t>
        <a:bodyPr/>
        <a:lstStyle/>
        <a:p>
          <a:r>
            <a:rPr lang="en-GB" sz="2400" dirty="0"/>
            <a:t>Automatic failover if something breaks</a:t>
          </a:r>
          <a:endParaRPr lang="en-US" sz="2400" dirty="0"/>
        </a:p>
      </dgm:t>
    </dgm:pt>
    <dgm:pt modelId="{A485FA43-D4F8-4CAB-9A62-ED06C60487CB}" type="parTrans" cxnId="{C1CC756D-5B17-4DCD-AB7B-A4A27EC8D40C}">
      <dgm:prSet/>
      <dgm:spPr/>
      <dgm:t>
        <a:bodyPr/>
        <a:lstStyle/>
        <a:p>
          <a:endParaRPr lang="en-US"/>
        </a:p>
      </dgm:t>
    </dgm:pt>
    <dgm:pt modelId="{12A7DE99-1C43-4AA5-A1D7-A6ACDF171BA9}" type="sibTrans" cxnId="{C1CC756D-5B17-4DCD-AB7B-A4A27EC8D40C}">
      <dgm:prSet/>
      <dgm:spPr/>
      <dgm:t>
        <a:bodyPr/>
        <a:lstStyle/>
        <a:p>
          <a:endParaRPr lang="en-US"/>
        </a:p>
      </dgm:t>
    </dgm:pt>
    <dgm:pt modelId="{293B1DA7-2C58-4082-9B21-C1AA538EC861}">
      <dgm:prSet custT="1"/>
      <dgm:spPr/>
      <dgm:t>
        <a:bodyPr/>
        <a:lstStyle/>
        <a:p>
          <a:r>
            <a:rPr lang="en-GB" sz="2400" dirty="0"/>
            <a:t>SLAs often 99.9% or higher</a:t>
          </a:r>
          <a:endParaRPr lang="en-US" sz="2400" dirty="0"/>
        </a:p>
      </dgm:t>
    </dgm:pt>
    <dgm:pt modelId="{99B1346F-9006-465F-A1FF-39DB62AFD5F1}" type="parTrans" cxnId="{A788B331-818D-4B01-AA62-E2089465F4A5}">
      <dgm:prSet/>
      <dgm:spPr/>
      <dgm:t>
        <a:bodyPr/>
        <a:lstStyle/>
        <a:p>
          <a:endParaRPr lang="en-US"/>
        </a:p>
      </dgm:t>
    </dgm:pt>
    <dgm:pt modelId="{2F0A007D-D765-47CA-A4A8-6ECD56DAADC6}" type="sibTrans" cxnId="{A788B331-818D-4B01-AA62-E2089465F4A5}">
      <dgm:prSet/>
      <dgm:spPr/>
      <dgm:t>
        <a:bodyPr/>
        <a:lstStyle/>
        <a:p>
          <a:endParaRPr lang="en-US"/>
        </a:p>
      </dgm:t>
    </dgm:pt>
    <dgm:pt modelId="{26FD7A8F-ECD1-4D03-B7B7-590F2B7828F2}">
      <dgm:prSet custT="1"/>
      <dgm:spPr/>
      <dgm:t>
        <a:bodyPr/>
        <a:lstStyle/>
        <a:p>
          <a:r>
            <a:rPr lang="en-GB" sz="2400" dirty="0"/>
            <a:t>Multi‑region setups for global reliability</a:t>
          </a:r>
          <a:endParaRPr lang="en-US" sz="2400" dirty="0"/>
        </a:p>
      </dgm:t>
    </dgm:pt>
    <dgm:pt modelId="{968676BC-AB84-4667-B050-2ED390A8BEF8}" type="parTrans" cxnId="{C0B9A6A1-8CD1-4A09-8A9F-4F8ACC97231C}">
      <dgm:prSet/>
      <dgm:spPr/>
      <dgm:t>
        <a:bodyPr/>
        <a:lstStyle/>
        <a:p>
          <a:endParaRPr lang="en-US"/>
        </a:p>
      </dgm:t>
    </dgm:pt>
    <dgm:pt modelId="{8216410A-3023-47EA-837D-A9A14707806B}" type="sibTrans" cxnId="{C0B9A6A1-8CD1-4A09-8A9F-4F8ACC97231C}">
      <dgm:prSet/>
      <dgm:spPr/>
      <dgm:t>
        <a:bodyPr/>
        <a:lstStyle/>
        <a:p>
          <a:endParaRPr lang="en-US"/>
        </a:p>
      </dgm:t>
    </dgm:pt>
    <dgm:pt modelId="{677838DA-DC7D-47FB-A2E3-2289731A300C}" type="pres">
      <dgm:prSet presAssocID="{C9EBC804-ABAC-4828-8A8A-5CE8F1EBFCCB}" presName="vert0" presStyleCnt="0">
        <dgm:presLayoutVars>
          <dgm:dir/>
          <dgm:animOne val="branch"/>
          <dgm:animLvl val="lvl"/>
        </dgm:presLayoutVars>
      </dgm:prSet>
      <dgm:spPr/>
    </dgm:pt>
    <dgm:pt modelId="{B3F64E87-29A5-4499-B0FF-9C4C3083093D}" type="pres">
      <dgm:prSet presAssocID="{98D88C95-37C6-421F-AAF4-B1B38EA04580}" presName="thickLine" presStyleLbl="alignNode1" presStyleIdx="0" presStyleCnt="4"/>
      <dgm:spPr/>
    </dgm:pt>
    <dgm:pt modelId="{6FFBC512-D80C-43A6-8E1B-5FB0CAE27494}" type="pres">
      <dgm:prSet presAssocID="{98D88C95-37C6-421F-AAF4-B1B38EA04580}" presName="horz1" presStyleCnt="0"/>
      <dgm:spPr/>
    </dgm:pt>
    <dgm:pt modelId="{32B33386-C3E4-4770-B21B-620221A72501}" type="pres">
      <dgm:prSet presAssocID="{98D88C95-37C6-421F-AAF4-B1B38EA04580}" presName="tx1" presStyleLbl="revTx" presStyleIdx="0" presStyleCnt="4"/>
      <dgm:spPr/>
    </dgm:pt>
    <dgm:pt modelId="{045921BB-461C-4A3A-8B22-B8EA49012390}" type="pres">
      <dgm:prSet presAssocID="{98D88C95-37C6-421F-AAF4-B1B38EA04580}" presName="vert1" presStyleCnt="0"/>
      <dgm:spPr/>
    </dgm:pt>
    <dgm:pt modelId="{DB843EF4-8ECA-4C89-AFCC-570BCB1104B7}" type="pres">
      <dgm:prSet presAssocID="{C1B5DAF7-C576-4F49-944E-DA6BD65E0957}" presName="thickLine" presStyleLbl="alignNode1" presStyleIdx="1" presStyleCnt="4"/>
      <dgm:spPr/>
    </dgm:pt>
    <dgm:pt modelId="{8D43321B-C5DD-4A6A-A3E6-DAE2C063857F}" type="pres">
      <dgm:prSet presAssocID="{C1B5DAF7-C576-4F49-944E-DA6BD65E0957}" presName="horz1" presStyleCnt="0"/>
      <dgm:spPr/>
    </dgm:pt>
    <dgm:pt modelId="{CF0937A6-5E2C-4D1D-8E9C-718CC0E94A2C}" type="pres">
      <dgm:prSet presAssocID="{C1B5DAF7-C576-4F49-944E-DA6BD65E0957}" presName="tx1" presStyleLbl="revTx" presStyleIdx="1" presStyleCnt="4"/>
      <dgm:spPr/>
    </dgm:pt>
    <dgm:pt modelId="{779C4A59-9B00-41CB-B9D3-61986892BE06}" type="pres">
      <dgm:prSet presAssocID="{C1B5DAF7-C576-4F49-944E-DA6BD65E0957}" presName="vert1" presStyleCnt="0"/>
      <dgm:spPr/>
    </dgm:pt>
    <dgm:pt modelId="{4A2001B4-B35A-4052-BF21-F962C15F76B6}" type="pres">
      <dgm:prSet presAssocID="{293B1DA7-2C58-4082-9B21-C1AA538EC861}" presName="thickLine" presStyleLbl="alignNode1" presStyleIdx="2" presStyleCnt="4"/>
      <dgm:spPr/>
    </dgm:pt>
    <dgm:pt modelId="{3625045F-4D4A-4521-B458-071AF9FA64EE}" type="pres">
      <dgm:prSet presAssocID="{293B1DA7-2C58-4082-9B21-C1AA538EC861}" presName="horz1" presStyleCnt="0"/>
      <dgm:spPr/>
    </dgm:pt>
    <dgm:pt modelId="{F4856B97-B379-4FA0-B053-05B91A502351}" type="pres">
      <dgm:prSet presAssocID="{293B1DA7-2C58-4082-9B21-C1AA538EC861}" presName="tx1" presStyleLbl="revTx" presStyleIdx="2" presStyleCnt="4"/>
      <dgm:spPr/>
    </dgm:pt>
    <dgm:pt modelId="{99D32841-E3D7-4546-B422-6B88113E47A2}" type="pres">
      <dgm:prSet presAssocID="{293B1DA7-2C58-4082-9B21-C1AA538EC861}" presName="vert1" presStyleCnt="0"/>
      <dgm:spPr/>
    </dgm:pt>
    <dgm:pt modelId="{E3FB05A5-3AC1-41BD-956B-4E341DCF9342}" type="pres">
      <dgm:prSet presAssocID="{26FD7A8F-ECD1-4D03-B7B7-590F2B7828F2}" presName="thickLine" presStyleLbl="alignNode1" presStyleIdx="3" presStyleCnt="4"/>
      <dgm:spPr/>
    </dgm:pt>
    <dgm:pt modelId="{AF5037F1-5EAF-4CC8-96B2-8FEC876EFEB4}" type="pres">
      <dgm:prSet presAssocID="{26FD7A8F-ECD1-4D03-B7B7-590F2B7828F2}" presName="horz1" presStyleCnt="0"/>
      <dgm:spPr/>
    </dgm:pt>
    <dgm:pt modelId="{FDCD7B27-0A32-4231-94D0-477A0A0A58F8}" type="pres">
      <dgm:prSet presAssocID="{26FD7A8F-ECD1-4D03-B7B7-590F2B7828F2}" presName="tx1" presStyleLbl="revTx" presStyleIdx="3" presStyleCnt="4"/>
      <dgm:spPr/>
    </dgm:pt>
    <dgm:pt modelId="{889D3EAB-81E0-4F9D-8FE1-3FFD55CCC919}" type="pres">
      <dgm:prSet presAssocID="{26FD7A8F-ECD1-4D03-B7B7-590F2B7828F2}" presName="vert1" presStyleCnt="0"/>
      <dgm:spPr/>
    </dgm:pt>
  </dgm:ptLst>
  <dgm:cxnLst>
    <dgm:cxn modelId="{8914B508-98D9-4106-9B8E-19E542558680}" srcId="{C9EBC804-ABAC-4828-8A8A-5CE8F1EBFCCB}" destId="{98D88C95-37C6-421F-AAF4-B1B38EA04580}" srcOrd="0" destOrd="0" parTransId="{B1B84DCB-BF32-4A4F-90E2-3729246EE29E}" sibTransId="{E0CE51B8-D1FD-4A55-873D-278F0FF884D5}"/>
    <dgm:cxn modelId="{92FB471C-C738-46AD-89F5-3ECE679E4C8F}" type="presOf" srcId="{26FD7A8F-ECD1-4D03-B7B7-590F2B7828F2}" destId="{FDCD7B27-0A32-4231-94D0-477A0A0A58F8}" srcOrd="0" destOrd="0" presId="urn:microsoft.com/office/officeart/2008/layout/LinedList"/>
    <dgm:cxn modelId="{A788B331-818D-4B01-AA62-E2089465F4A5}" srcId="{C9EBC804-ABAC-4828-8A8A-5CE8F1EBFCCB}" destId="{293B1DA7-2C58-4082-9B21-C1AA538EC861}" srcOrd="2" destOrd="0" parTransId="{99B1346F-9006-465F-A1FF-39DB62AFD5F1}" sibTransId="{2F0A007D-D765-47CA-A4A8-6ECD56DAADC6}"/>
    <dgm:cxn modelId="{269FA549-4132-42E2-9B23-2856E5120A86}" type="presOf" srcId="{C9EBC804-ABAC-4828-8A8A-5CE8F1EBFCCB}" destId="{677838DA-DC7D-47FB-A2E3-2289731A300C}" srcOrd="0" destOrd="0" presId="urn:microsoft.com/office/officeart/2008/layout/LinedList"/>
    <dgm:cxn modelId="{C1CC756D-5B17-4DCD-AB7B-A4A27EC8D40C}" srcId="{C9EBC804-ABAC-4828-8A8A-5CE8F1EBFCCB}" destId="{C1B5DAF7-C576-4F49-944E-DA6BD65E0957}" srcOrd="1" destOrd="0" parTransId="{A485FA43-D4F8-4CAB-9A62-ED06C60487CB}" sibTransId="{12A7DE99-1C43-4AA5-A1D7-A6ACDF171BA9}"/>
    <dgm:cxn modelId="{15FBE88D-95CA-4AC2-9588-95D7F440BBB6}" type="presOf" srcId="{98D88C95-37C6-421F-AAF4-B1B38EA04580}" destId="{32B33386-C3E4-4770-B21B-620221A72501}" srcOrd="0" destOrd="0" presId="urn:microsoft.com/office/officeart/2008/layout/LinedList"/>
    <dgm:cxn modelId="{C0B9A6A1-8CD1-4A09-8A9F-4F8ACC97231C}" srcId="{C9EBC804-ABAC-4828-8A8A-5CE8F1EBFCCB}" destId="{26FD7A8F-ECD1-4D03-B7B7-590F2B7828F2}" srcOrd="3" destOrd="0" parTransId="{968676BC-AB84-4667-B050-2ED390A8BEF8}" sibTransId="{8216410A-3023-47EA-837D-A9A14707806B}"/>
    <dgm:cxn modelId="{2792E9A7-8176-4568-B6EB-AADE139BB61C}" type="presOf" srcId="{293B1DA7-2C58-4082-9B21-C1AA538EC861}" destId="{F4856B97-B379-4FA0-B053-05B91A502351}" srcOrd="0" destOrd="0" presId="urn:microsoft.com/office/officeart/2008/layout/LinedList"/>
    <dgm:cxn modelId="{492495C1-CE1A-4854-BF7B-F245B225A1BD}" type="presOf" srcId="{C1B5DAF7-C576-4F49-944E-DA6BD65E0957}" destId="{CF0937A6-5E2C-4D1D-8E9C-718CC0E94A2C}" srcOrd="0" destOrd="0" presId="urn:microsoft.com/office/officeart/2008/layout/LinedList"/>
    <dgm:cxn modelId="{0F34C727-7CEC-4D2A-A55A-B00A223002D6}" type="presParOf" srcId="{677838DA-DC7D-47FB-A2E3-2289731A300C}" destId="{B3F64E87-29A5-4499-B0FF-9C4C3083093D}" srcOrd="0" destOrd="0" presId="urn:microsoft.com/office/officeart/2008/layout/LinedList"/>
    <dgm:cxn modelId="{7EEA9A39-8D53-4857-83AF-AD205E68546D}" type="presParOf" srcId="{677838DA-DC7D-47FB-A2E3-2289731A300C}" destId="{6FFBC512-D80C-43A6-8E1B-5FB0CAE27494}" srcOrd="1" destOrd="0" presId="urn:microsoft.com/office/officeart/2008/layout/LinedList"/>
    <dgm:cxn modelId="{5044E595-9C1D-4232-87D0-08BF7D70747B}" type="presParOf" srcId="{6FFBC512-D80C-43A6-8E1B-5FB0CAE27494}" destId="{32B33386-C3E4-4770-B21B-620221A72501}" srcOrd="0" destOrd="0" presId="urn:microsoft.com/office/officeart/2008/layout/LinedList"/>
    <dgm:cxn modelId="{A059451B-6E6A-455A-AA94-FD0F8634B741}" type="presParOf" srcId="{6FFBC512-D80C-43A6-8E1B-5FB0CAE27494}" destId="{045921BB-461C-4A3A-8B22-B8EA49012390}" srcOrd="1" destOrd="0" presId="urn:microsoft.com/office/officeart/2008/layout/LinedList"/>
    <dgm:cxn modelId="{0097E055-D187-40A0-B4CB-03C566B9DDE4}" type="presParOf" srcId="{677838DA-DC7D-47FB-A2E3-2289731A300C}" destId="{DB843EF4-8ECA-4C89-AFCC-570BCB1104B7}" srcOrd="2" destOrd="0" presId="urn:microsoft.com/office/officeart/2008/layout/LinedList"/>
    <dgm:cxn modelId="{C3B013DE-B2BA-446D-8097-A7E1CF06C271}" type="presParOf" srcId="{677838DA-DC7D-47FB-A2E3-2289731A300C}" destId="{8D43321B-C5DD-4A6A-A3E6-DAE2C063857F}" srcOrd="3" destOrd="0" presId="urn:microsoft.com/office/officeart/2008/layout/LinedList"/>
    <dgm:cxn modelId="{7CEA8ED5-4909-4E27-87E0-C2D31527690C}" type="presParOf" srcId="{8D43321B-C5DD-4A6A-A3E6-DAE2C063857F}" destId="{CF0937A6-5E2C-4D1D-8E9C-718CC0E94A2C}" srcOrd="0" destOrd="0" presId="urn:microsoft.com/office/officeart/2008/layout/LinedList"/>
    <dgm:cxn modelId="{129BCE16-7FDC-4FC0-825A-B28870C07C84}" type="presParOf" srcId="{8D43321B-C5DD-4A6A-A3E6-DAE2C063857F}" destId="{779C4A59-9B00-41CB-B9D3-61986892BE06}" srcOrd="1" destOrd="0" presId="urn:microsoft.com/office/officeart/2008/layout/LinedList"/>
    <dgm:cxn modelId="{1BFFFBAA-6C80-438E-9093-4B186398C76D}" type="presParOf" srcId="{677838DA-DC7D-47FB-A2E3-2289731A300C}" destId="{4A2001B4-B35A-4052-BF21-F962C15F76B6}" srcOrd="4" destOrd="0" presId="urn:microsoft.com/office/officeart/2008/layout/LinedList"/>
    <dgm:cxn modelId="{B1F6CFE1-C5AB-4CA6-A83A-00226A73CBB0}" type="presParOf" srcId="{677838DA-DC7D-47FB-A2E3-2289731A300C}" destId="{3625045F-4D4A-4521-B458-071AF9FA64EE}" srcOrd="5" destOrd="0" presId="urn:microsoft.com/office/officeart/2008/layout/LinedList"/>
    <dgm:cxn modelId="{87EBB239-F805-482B-B5D4-B5DEC519433B}" type="presParOf" srcId="{3625045F-4D4A-4521-B458-071AF9FA64EE}" destId="{F4856B97-B379-4FA0-B053-05B91A502351}" srcOrd="0" destOrd="0" presId="urn:microsoft.com/office/officeart/2008/layout/LinedList"/>
    <dgm:cxn modelId="{48506703-F32E-46E6-A2DD-498CFBDE54F4}" type="presParOf" srcId="{3625045F-4D4A-4521-B458-071AF9FA64EE}" destId="{99D32841-E3D7-4546-B422-6B88113E47A2}" srcOrd="1" destOrd="0" presId="urn:microsoft.com/office/officeart/2008/layout/LinedList"/>
    <dgm:cxn modelId="{443F25D2-F72E-49FB-B5C3-E3B0ADA75B16}" type="presParOf" srcId="{677838DA-DC7D-47FB-A2E3-2289731A300C}" destId="{E3FB05A5-3AC1-41BD-956B-4E341DCF9342}" srcOrd="6" destOrd="0" presId="urn:microsoft.com/office/officeart/2008/layout/LinedList"/>
    <dgm:cxn modelId="{0A7ABA30-6C20-456F-89B8-7DE3D9942C4B}" type="presParOf" srcId="{677838DA-DC7D-47FB-A2E3-2289731A300C}" destId="{AF5037F1-5EAF-4CC8-96B2-8FEC876EFEB4}" srcOrd="7" destOrd="0" presId="urn:microsoft.com/office/officeart/2008/layout/LinedList"/>
    <dgm:cxn modelId="{94A2A1D7-0ADC-4CFB-B621-12ED57C75E1D}" type="presParOf" srcId="{AF5037F1-5EAF-4CC8-96B2-8FEC876EFEB4}" destId="{FDCD7B27-0A32-4231-94D0-477A0A0A58F8}" srcOrd="0" destOrd="0" presId="urn:microsoft.com/office/officeart/2008/layout/LinedList"/>
    <dgm:cxn modelId="{F73F5297-5084-4AD8-B111-C2914B81526A}" type="presParOf" srcId="{AF5037F1-5EAF-4CC8-96B2-8FEC876EFEB4}" destId="{889D3EAB-81E0-4F9D-8FE1-3FFD55CCC9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8E0FA56-7E13-4B67-A6E3-47B1048930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49BAF87-E86C-45C4-A17D-711DD7EBF4BC}">
      <dgm:prSet/>
      <dgm:spPr/>
      <dgm:t>
        <a:bodyPr/>
        <a:lstStyle/>
        <a:p>
          <a:r>
            <a:rPr lang="en-GB"/>
            <a:t>Cloud = flexible, scalable, cost‑efficient computing</a:t>
          </a:r>
          <a:endParaRPr lang="en-US"/>
        </a:p>
      </dgm:t>
    </dgm:pt>
    <dgm:pt modelId="{6EF8939E-F8E4-4D60-9728-9C8F24554F8A}" type="parTrans" cxnId="{BB0D6D1A-23DA-4AF1-B137-F33B004BBAF6}">
      <dgm:prSet/>
      <dgm:spPr/>
      <dgm:t>
        <a:bodyPr/>
        <a:lstStyle/>
        <a:p>
          <a:endParaRPr lang="en-US"/>
        </a:p>
      </dgm:t>
    </dgm:pt>
    <dgm:pt modelId="{BCDB162F-1729-43B6-839B-F81ACB845AF8}" type="sibTrans" cxnId="{BB0D6D1A-23DA-4AF1-B137-F33B004BBAF6}">
      <dgm:prSet/>
      <dgm:spPr/>
      <dgm:t>
        <a:bodyPr/>
        <a:lstStyle/>
        <a:p>
          <a:endParaRPr lang="en-US"/>
        </a:p>
      </dgm:t>
    </dgm:pt>
    <dgm:pt modelId="{03002B09-C877-4D25-A696-5FED00AB26CD}">
      <dgm:prSet/>
      <dgm:spPr/>
      <dgm:t>
        <a:bodyPr/>
        <a:lstStyle/>
        <a:p>
          <a:r>
            <a:rPr lang="en-GB"/>
            <a:t>Makes development faster and easier</a:t>
          </a:r>
          <a:endParaRPr lang="en-US"/>
        </a:p>
      </dgm:t>
    </dgm:pt>
    <dgm:pt modelId="{6F8AE861-E435-400A-ACE4-651BCC1D4AD3}" type="parTrans" cxnId="{B896A98A-AD5B-4FB1-BB03-D2674FE4D0C9}">
      <dgm:prSet/>
      <dgm:spPr/>
      <dgm:t>
        <a:bodyPr/>
        <a:lstStyle/>
        <a:p>
          <a:endParaRPr lang="en-US"/>
        </a:p>
      </dgm:t>
    </dgm:pt>
    <dgm:pt modelId="{64769999-819E-4DFC-84E2-4B9D9C6B877A}" type="sibTrans" cxnId="{B896A98A-AD5B-4FB1-BB03-D2674FE4D0C9}">
      <dgm:prSet/>
      <dgm:spPr/>
      <dgm:t>
        <a:bodyPr/>
        <a:lstStyle/>
        <a:p>
          <a:endParaRPr lang="en-US"/>
        </a:p>
      </dgm:t>
    </dgm:pt>
    <dgm:pt modelId="{37536446-0692-4047-96B5-E03AFBFC8697}">
      <dgm:prSet/>
      <dgm:spPr/>
      <dgm:t>
        <a:bodyPr/>
        <a:lstStyle/>
        <a:p>
          <a:r>
            <a:rPr lang="en-GB"/>
            <a:t>Includes tools for deployment, monitoring, and scaling</a:t>
          </a:r>
          <a:endParaRPr lang="en-US"/>
        </a:p>
      </dgm:t>
    </dgm:pt>
    <dgm:pt modelId="{12A7F166-D573-4BC5-80AC-EFE4DD55527F}" type="parTrans" cxnId="{A6D5499F-7EF5-4D66-84A3-CF6E7B82020E}">
      <dgm:prSet/>
      <dgm:spPr/>
      <dgm:t>
        <a:bodyPr/>
        <a:lstStyle/>
        <a:p>
          <a:endParaRPr lang="en-US"/>
        </a:p>
      </dgm:t>
    </dgm:pt>
    <dgm:pt modelId="{6DAB7E3C-F2F7-4E2C-AB84-59BD48928199}" type="sibTrans" cxnId="{A6D5499F-7EF5-4D66-84A3-CF6E7B82020E}">
      <dgm:prSet/>
      <dgm:spPr/>
      <dgm:t>
        <a:bodyPr/>
        <a:lstStyle/>
        <a:p>
          <a:endParaRPr lang="en-US"/>
        </a:p>
      </dgm:t>
    </dgm:pt>
    <dgm:pt modelId="{4A7EC2E4-9B86-4DCC-9809-365ECC6BACAE}">
      <dgm:prSet/>
      <dgm:spPr/>
      <dgm:t>
        <a:bodyPr/>
        <a:lstStyle/>
        <a:p>
          <a:r>
            <a:rPr lang="en-GB"/>
            <a:t>Strong availability and security features</a:t>
          </a:r>
          <a:endParaRPr lang="en-US"/>
        </a:p>
      </dgm:t>
    </dgm:pt>
    <dgm:pt modelId="{8AB75FD1-98C2-4623-BDE2-644C1DEDDCA7}" type="parTrans" cxnId="{4CEDB652-544E-4C47-B1A6-515B965875D5}">
      <dgm:prSet/>
      <dgm:spPr/>
      <dgm:t>
        <a:bodyPr/>
        <a:lstStyle/>
        <a:p>
          <a:endParaRPr lang="en-US"/>
        </a:p>
      </dgm:t>
    </dgm:pt>
    <dgm:pt modelId="{4FBD6592-49A3-4A2D-8477-2D88B44B4AE2}" type="sibTrans" cxnId="{4CEDB652-544E-4C47-B1A6-515B965875D5}">
      <dgm:prSet/>
      <dgm:spPr/>
      <dgm:t>
        <a:bodyPr/>
        <a:lstStyle/>
        <a:p>
          <a:endParaRPr lang="en-US"/>
        </a:p>
      </dgm:t>
    </dgm:pt>
    <dgm:pt modelId="{FD1C7456-EA53-4E6D-A371-C5A3DE5A6BEE}">
      <dgm:prSet/>
      <dgm:spPr/>
      <dgm:t>
        <a:bodyPr/>
        <a:lstStyle/>
        <a:p>
          <a:r>
            <a:rPr lang="en-GB"/>
            <a:t>Ideal for modern software development teams</a:t>
          </a:r>
          <a:endParaRPr lang="en-US"/>
        </a:p>
      </dgm:t>
    </dgm:pt>
    <dgm:pt modelId="{C9172810-08EF-4160-8629-C1B30F468BA4}" type="parTrans" cxnId="{E880FB88-5288-4E8D-BC4C-EC52B0A7DD2E}">
      <dgm:prSet/>
      <dgm:spPr/>
      <dgm:t>
        <a:bodyPr/>
        <a:lstStyle/>
        <a:p>
          <a:endParaRPr lang="en-US"/>
        </a:p>
      </dgm:t>
    </dgm:pt>
    <dgm:pt modelId="{E2C0D6BB-2EFC-47D8-9AF4-31D04FDF8D1D}" type="sibTrans" cxnId="{E880FB88-5288-4E8D-BC4C-EC52B0A7DD2E}">
      <dgm:prSet/>
      <dgm:spPr/>
      <dgm:t>
        <a:bodyPr/>
        <a:lstStyle/>
        <a:p>
          <a:endParaRPr lang="en-US"/>
        </a:p>
      </dgm:t>
    </dgm:pt>
    <dgm:pt modelId="{BF054947-D9C9-4ACD-91A6-92EA397014AE}" type="pres">
      <dgm:prSet presAssocID="{F8E0FA56-7E13-4B67-A6E3-47B1048930D2}" presName="root" presStyleCnt="0">
        <dgm:presLayoutVars>
          <dgm:dir/>
          <dgm:resizeHandles val="exact"/>
        </dgm:presLayoutVars>
      </dgm:prSet>
      <dgm:spPr/>
    </dgm:pt>
    <dgm:pt modelId="{79403142-A418-419A-A201-8D6ADCE57CB1}" type="pres">
      <dgm:prSet presAssocID="{F49BAF87-E86C-45C4-A17D-711DD7EBF4BC}" presName="compNode" presStyleCnt="0"/>
      <dgm:spPr/>
    </dgm:pt>
    <dgm:pt modelId="{B5E2F962-25AC-4BD3-8031-5D324FE3C3C9}" type="pres">
      <dgm:prSet presAssocID="{F49BAF87-E86C-45C4-A17D-711DD7EBF4BC}" presName="bgRect" presStyleLbl="bgShp" presStyleIdx="0" presStyleCnt="5"/>
      <dgm:spPr/>
    </dgm:pt>
    <dgm:pt modelId="{257E8802-6D45-4C73-8F98-37BFD43444C4}" type="pres">
      <dgm:prSet presAssocID="{F49BAF87-E86C-45C4-A17D-711DD7EBF4B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95C5AD2-EB18-4781-A3EF-C0CE08FC5376}" type="pres">
      <dgm:prSet presAssocID="{F49BAF87-E86C-45C4-A17D-711DD7EBF4BC}" presName="spaceRect" presStyleCnt="0"/>
      <dgm:spPr/>
    </dgm:pt>
    <dgm:pt modelId="{72A6A2C4-117C-476E-A300-8D26C1652161}" type="pres">
      <dgm:prSet presAssocID="{F49BAF87-E86C-45C4-A17D-711DD7EBF4BC}" presName="parTx" presStyleLbl="revTx" presStyleIdx="0" presStyleCnt="5">
        <dgm:presLayoutVars>
          <dgm:chMax val="0"/>
          <dgm:chPref val="0"/>
        </dgm:presLayoutVars>
      </dgm:prSet>
      <dgm:spPr/>
    </dgm:pt>
    <dgm:pt modelId="{B93043C4-8D80-49D3-B3D8-D81219EDBA2D}" type="pres">
      <dgm:prSet presAssocID="{BCDB162F-1729-43B6-839B-F81ACB845AF8}" presName="sibTrans" presStyleCnt="0"/>
      <dgm:spPr/>
    </dgm:pt>
    <dgm:pt modelId="{3257C296-E461-4FAF-8105-AFCFA3E64A26}" type="pres">
      <dgm:prSet presAssocID="{03002B09-C877-4D25-A696-5FED00AB26CD}" presName="compNode" presStyleCnt="0"/>
      <dgm:spPr/>
    </dgm:pt>
    <dgm:pt modelId="{61EF378C-796B-4943-889B-A21B24F2D91D}" type="pres">
      <dgm:prSet presAssocID="{03002B09-C877-4D25-A696-5FED00AB26CD}" presName="bgRect" presStyleLbl="bgShp" presStyleIdx="1" presStyleCnt="5"/>
      <dgm:spPr/>
    </dgm:pt>
    <dgm:pt modelId="{C343C39C-8212-4644-ADB9-81A0774101B4}" type="pres">
      <dgm:prSet presAssocID="{03002B09-C877-4D25-A696-5FED00AB26C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C1310D-01CE-4CD5-B9A2-3063C13EB2CA}" type="pres">
      <dgm:prSet presAssocID="{03002B09-C877-4D25-A696-5FED00AB26CD}" presName="spaceRect" presStyleCnt="0"/>
      <dgm:spPr/>
    </dgm:pt>
    <dgm:pt modelId="{E9E9869B-E809-4F7F-8129-313ADFBDB133}" type="pres">
      <dgm:prSet presAssocID="{03002B09-C877-4D25-A696-5FED00AB26CD}" presName="parTx" presStyleLbl="revTx" presStyleIdx="1" presStyleCnt="5">
        <dgm:presLayoutVars>
          <dgm:chMax val="0"/>
          <dgm:chPref val="0"/>
        </dgm:presLayoutVars>
      </dgm:prSet>
      <dgm:spPr/>
    </dgm:pt>
    <dgm:pt modelId="{5F38C1D8-2B63-4ECF-B827-515FD9FADB54}" type="pres">
      <dgm:prSet presAssocID="{64769999-819E-4DFC-84E2-4B9D9C6B877A}" presName="sibTrans" presStyleCnt="0"/>
      <dgm:spPr/>
    </dgm:pt>
    <dgm:pt modelId="{D86BF471-1B7B-43FB-AB01-E1C2BC98A185}" type="pres">
      <dgm:prSet presAssocID="{37536446-0692-4047-96B5-E03AFBFC8697}" presName="compNode" presStyleCnt="0"/>
      <dgm:spPr/>
    </dgm:pt>
    <dgm:pt modelId="{B53702FB-3915-424C-ABB2-9C8964C531D6}" type="pres">
      <dgm:prSet presAssocID="{37536446-0692-4047-96B5-E03AFBFC8697}" presName="bgRect" presStyleLbl="bgShp" presStyleIdx="2" presStyleCnt="5"/>
      <dgm:spPr/>
    </dgm:pt>
    <dgm:pt modelId="{5C909FAE-3F46-4FE0-9887-291145FA3BA0}" type="pres">
      <dgm:prSet presAssocID="{37536446-0692-4047-96B5-E03AFBFC869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E680DDC-F7EB-4711-80A8-ABEE522C4262}" type="pres">
      <dgm:prSet presAssocID="{37536446-0692-4047-96B5-E03AFBFC8697}" presName="spaceRect" presStyleCnt="0"/>
      <dgm:spPr/>
    </dgm:pt>
    <dgm:pt modelId="{542DD115-5856-4C98-A78C-C74C10328EDA}" type="pres">
      <dgm:prSet presAssocID="{37536446-0692-4047-96B5-E03AFBFC8697}" presName="parTx" presStyleLbl="revTx" presStyleIdx="2" presStyleCnt="5">
        <dgm:presLayoutVars>
          <dgm:chMax val="0"/>
          <dgm:chPref val="0"/>
        </dgm:presLayoutVars>
      </dgm:prSet>
      <dgm:spPr/>
    </dgm:pt>
    <dgm:pt modelId="{9142AD1B-7814-46D5-B081-81F523639E1F}" type="pres">
      <dgm:prSet presAssocID="{6DAB7E3C-F2F7-4E2C-AB84-59BD48928199}" presName="sibTrans" presStyleCnt="0"/>
      <dgm:spPr/>
    </dgm:pt>
    <dgm:pt modelId="{65CA4DD9-A903-4D72-AFA6-4A3E089594B5}" type="pres">
      <dgm:prSet presAssocID="{4A7EC2E4-9B86-4DCC-9809-365ECC6BACAE}" presName="compNode" presStyleCnt="0"/>
      <dgm:spPr/>
    </dgm:pt>
    <dgm:pt modelId="{443A3065-BB02-46C3-9CE3-7549DD21984E}" type="pres">
      <dgm:prSet presAssocID="{4A7EC2E4-9B86-4DCC-9809-365ECC6BACAE}" presName="bgRect" presStyleLbl="bgShp" presStyleIdx="3" presStyleCnt="5"/>
      <dgm:spPr/>
    </dgm:pt>
    <dgm:pt modelId="{AA8E7D40-757E-459A-857C-94376387091B}" type="pres">
      <dgm:prSet presAssocID="{4A7EC2E4-9B86-4DCC-9809-365ECC6BACA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1258446-A7A0-4A8A-B5F1-B45E62FD6E30}" type="pres">
      <dgm:prSet presAssocID="{4A7EC2E4-9B86-4DCC-9809-365ECC6BACAE}" presName="spaceRect" presStyleCnt="0"/>
      <dgm:spPr/>
    </dgm:pt>
    <dgm:pt modelId="{656BB695-36EE-49B4-AE2B-E869F45AD8B8}" type="pres">
      <dgm:prSet presAssocID="{4A7EC2E4-9B86-4DCC-9809-365ECC6BACAE}" presName="parTx" presStyleLbl="revTx" presStyleIdx="3" presStyleCnt="5">
        <dgm:presLayoutVars>
          <dgm:chMax val="0"/>
          <dgm:chPref val="0"/>
        </dgm:presLayoutVars>
      </dgm:prSet>
      <dgm:spPr/>
    </dgm:pt>
    <dgm:pt modelId="{628E9928-1D83-4418-8D60-6D7899A17493}" type="pres">
      <dgm:prSet presAssocID="{4FBD6592-49A3-4A2D-8477-2D88B44B4AE2}" presName="sibTrans" presStyleCnt="0"/>
      <dgm:spPr/>
    </dgm:pt>
    <dgm:pt modelId="{D715066B-41F2-49F3-8E10-E4B0E4539078}" type="pres">
      <dgm:prSet presAssocID="{FD1C7456-EA53-4E6D-A371-C5A3DE5A6BEE}" presName="compNode" presStyleCnt="0"/>
      <dgm:spPr/>
    </dgm:pt>
    <dgm:pt modelId="{E66750C1-B5AB-4998-88AE-9235EF930659}" type="pres">
      <dgm:prSet presAssocID="{FD1C7456-EA53-4E6D-A371-C5A3DE5A6BEE}" presName="bgRect" presStyleLbl="bgShp" presStyleIdx="4" presStyleCnt="5"/>
      <dgm:spPr/>
    </dgm:pt>
    <dgm:pt modelId="{D0BB823E-E89C-4F0D-B8B7-2318925996EE}" type="pres">
      <dgm:prSet presAssocID="{FD1C7456-EA53-4E6D-A371-C5A3DE5A6BE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6CB447B-0140-4AD1-A646-A3623C098DEC}" type="pres">
      <dgm:prSet presAssocID="{FD1C7456-EA53-4E6D-A371-C5A3DE5A6BEE}" presName="spaceRect" presStyleCnt="0"/>
      <dgm:spPr/>
    </dgm:pt>
    <dgm:pt modelId="{E3C636A3-60CA-4930-980A-8B4CB8E24632}" type="pres">
      <dgm:prSet presAssocID="{FD1C7456-EA53-4E6D-A371-C5A3DE5A6BE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B0D6D1A-23DA-4AF1-B137-F33B004BBAF6}" srcId="{F8E0FA56-7E13-4B67-A6E3-47B1048930D2}" destId="{F49BAF87-E86C-45C4-A17D-711DD7EBF4BC}" srcOrd="0" destOrd="0" parTransId="{6EF8939E-F8E4-4D60-9728-9C8F24554F8A}" sibTransId="{BCDB162F-1729-43B6-839B-F81ACB845AF8}"/>
    <dgm:cxn modelId="{EFA01D21-676E-4291-B5AB-4DA522C8BB4E}" type="presOf" srcId="{03002B09-C877-4D25-A696-5FED00AB26CD}" destId="{E9E9869B-E809-4F7F-8129-313ADFBDB133}" srcOrd="0" destOrd="0" presId="urn:microsoft.com/office/officeart/2018/2/layout/IconVerticalSolidList"/>
    <dgm:cxn modelId="{05BF6729-4F0E-4DDB-A72C-A17971587C2B}" type="presOf" srcId="{37536446-0692-4047-96B5-E03AFBFC8697}" destId="{542DD115-5856-4C98-A78C-C74C10328EDA}" srcOrd="0" destOrd="0" presId="urn:microsoft.com/office/officeart/2018/2/layout/IconVerticalSolidList"/>
    <dgm:cxn modelId="{4CEDB652-544E-4C47-B1A6-515B965875D5}" srcId="{F8E0FA56-7E13-4B67-A6E3-47B1048930D2}" destId="{4A7EC2E4-9B86-4DCC-9809-365ECC6BACAE}" srcOrd="3" destOrd="0" parTransId="{8AB75FD1-98C2-4623-BDE2-644C1DEDDCA7}" sibTransId="{4FBD6592-49A3-4A2D-8477-2D88B44B4AE2}"/>
    <dgm:cxn modelId="{5EF8B358-6F88-49E9-81E7-3B9A033C68D5}" type="presOf" srcId="{F49BAF87-E86C-45C4-A17D-711DD7EBF4BC}" destId="{72A6A2C4-117C-476E-A300-8D26C1652161}" srcOrd="0" destOrd="0" presId="urn:microsoft.com/office/officeart/2018/2/layout/IconVerticalSolidList"/>
    <dgm:cxn modelId="{E880FB88-5288-4E8D-BC4C-EC52B0A7DD2E}" srcId="{F8E0FA56-7E13-4B67-A6E3-47B1048930D2}" destId="{FD1C7456-EA53-4E6D-A371-C5A3DE5A6BEE}" srcOrd="4" destOrd="0" parTransId="{C9172810-08EF-4160-8629-C1B30F468BA4}" sibTransId="{E2C0D6BB-2EFC-47D8-9AF4-31D04FDF8D1D}"/>
    <dgm:cxn modelId="{B896A98A-AD5B-4FB1-BB03-D2674FE4D0C9}" srcId="{F8E0FA56-7E13-4B67-A6E3-47B1048930D2}" destId="{03002B09-C877-4D25-A696-5FED00AB26CD}" srcOrd="1" destOrd="0" parTransId="{6F8AE861-E435-400A-ACE4-651BCC1D4AD3}" sibTransId="{64769999-819E-4DFC-84E2-4B9D9C6B877A}"/>
    <dgm:cxn modelId="{A6D5499F-7EF5-4D66-84A3-CF6E7B82020E}" srcId="{F8E0FA56-7E13-4B67-A6E3-47B1048930D2}" destId="{37536446-0692-4047-96B5-E03AFBFC8697}" srcOrd="2" destOrd="0" parTransId="{12A7F166-D573-4BC5-80AC-EFE4DD55527F}" sibTransId="{6DAB7E3C-F2F7-4E2C-AB84-59BD48928199}"/>
    <dgm:cxn modelId="{FF7371CE-9B7A-4944-A3F6-2EF42EB05242}" type="presOf" srcId="{FD1C7456-EA53-4E6D-A371-C5A3DE5A6BEE}" destId="{E3C636A3-60CA-4930-980A-8B4CB8E24632}" srcOrd="0" destOrd="0" presId="urn:microsoft.com/office/officeart/2018/2/layout/IconVerticalSolidList"/>
    <dgm:cxn modelId="{A2E39CCF-7087-4399-9C70-C4B802D4C6BB}" type="presOf" srcId="{F8E0FA56-7E13-4B67-A6E3-47B1048930D2}" destId="{BF054947-D9C9-4ACD-91A6-92EA397014AE}" srcOrd="0" destOrd="0" presId="urn:microsoft.com/office/officeart/2018/2/layout/IconVerticalSolidList"/>
    <dgm:cxn modelId="{606EE9F7-3B90-424B-B1D5-481D0FC699AD}" type="presOf" srcId="{4A7EC2E4-9B86-4DCC-9809-365ECC6BACAE}" destId="{656BB695-36EE-49B4-AE2B-E869F45AD8B8}" srcOrd="0" destOrd="0" presId="urn:microsoft.com/office/officeart/2018/2/layout/IconVerticalSolidList"/>
    <dgm:cxn modelId="{DA7158A4-6154-4144-9F60-9A870965BE1A}" type="presParOf" srcId="{BF054947-D9C9-4ACD-91A6-92EA397014AE}" destId="{79403142-A418-419A-A201-8D6ADCE57CB1}" srcOrd="0" destOrd="0" presId="urn:microsoft.com/office/officeart/2018/2/layout/IconVerticalSolidList"/>
    <dgm:cxn modelId="{2B7F4D0A-95BC-4EA6-BAD0-C0F3E2ABC078}" type="presParOf" srcId="{79403142-A418-419A-A201-8D6ADCE57CB1}" destId="{B5E2F962-25AC-4BD3-8031-5D324FE3C3C9}" srcOrd="0" destOrd="0" presId="urn:microsoft.com/office/officeart/2018/2/layout/IconVerticalSolidList"/>
    <dgm:cxn modelId="{FCD8536C-D6CB-48F1-8B9B-368A7D1A2917}" type="presParOf" srcId="{79403142-A418-419A-A201-8D6ADCE57CB1}" destId="{257E8802-6D45-4C73-8F98-37BFD43444C4}" srcOrd="1" destOrd="0" presId="urn:microsoft.com/office/officeart/2018/2/layout/IconVerticalSolidList"/>
    <dgm:cxn modelId="{B41CB65B-0DCF-4650-BDCD-8DC1C7CB371C}" type="presParOf" srcId="{79403142-A418-419A-A201-8D6ADCE57CB1}" destId="{D95C5AD2-EB18-4781-A3EF-C0CE08FC5376}" srcOrd="2" destOrd="0" presId="urn:microsoft.com/office/officeart/2018/2/layout/IconVerticalSolidList"/>
    <dgm:cxn modelId="{9AC8818A-664C-4BE7-AEF4-26FF44150117}" type="presParOf" srcId="{79403142-A418-419A-A201-8D6ADCE57CB1}" destId="{72A6A2C4-117C-476E-A300-8D26C1652161}" srcOrd="3" destOrd="0" presId="urn:microsoft.com/office/officeart/2018/2/layout/IconVerticalSolidList"/>
    <dgm:cxn modelId="{ED2789AF-FCB7-48BB-A297-134EA9240B05}" type="presParOf" srcId="{BF054947-D9C9-4ACD-91A6-92EA397014AE}" destId="{B93043C4-8D80-49D3-B3D8-D81219EDBA2D}" srcOrd="1" destOrd="0" presId="urn:microsoft.com/office/officeart/2018/2/layout/IconVerticalSolidList"/>
    <dgm:cxn modelId="{30614C4D-179B-419A-B3A8-C1EE289602B4}" type="presParOf" srcId="{BF054947-D9C9-4ACD-91A6-92EA397014AE}" destId="{3257C296-E461-4FAF-8105-AFCFA3E64A26}" srcOrd="2" destOrd="0" presId="urn:microsoft.com/office/officeart/2018/2/layout/IconVerticalSolidList"/>
    <dgm:cxn modelId="{A07C9484-AFD7-4FAC-ABA2-FC4F90C63167}" type="presParOf" srcId="{3257C296-E461-4FAF-8105-AFCFA3E64A26}" destId="{61EF378C-796B-4943-889B-A21B24F2D91D}" srcOrd="0" destOrd="0" presId="urn:microsoft.com/office/officeart/2018/2/layout/IconVerticalSolidList"/>
    <dgm:cxn modelId="{1246F9A0-FD67-4D0D-856D-D2B0C31FE9CB}" type="presParOf" srcId="{3257C296-E461-4FAF-8105-AFCFA3E64A26}" destId="{C343C39C-8212-4644-ADB9-81A0774101B4}" srcOrd="1" destOrd="0" presId="urn:microsoft.com/office/officeart/2018/2/layout/IconVerticalSolidList"/>
    <dgm:cxn modelId="{ED24BF8E-011E-4530-8FB8-8CC0F0EEC6D7}" type="presParOf" srcId="{3257C296-E461-4FAF-8105-AFCFA3E64A26}" destId="{C5C1310D-01CE-4CD5-B9A2-3063C13EB2CA}" srcOrd="2" destOrd="0" presId="urn:microsoft.com/office/officeart/2018/2/layout/IconVerticalSolidList"/>
    <dgm:cxn modelId="{AF288435-4732-4C67-9E43-AEB023C6349D}" type="presParOf" srcId="{3257C296-E461-4FAF-8105-AFCFA3E64A26}" destId="{E9E9869B-E809-4F7F-8129-313ADFBDB133}" srcOrd="3" destOrd="0" presId="urn:microsoft.com/office/officeart/2018/2/layout/IconVerticalSolidList"/>
    <dgm:cxn modelId="{549ADE0C-C8EC-4632-880A-41137F25283C}" type="presParOf" srcId="{BF054947-D9C9-4ACD-91A6-92EA397014AE}" destId="{5F38C1D8-2B63-4ECF-B827-515FD9FADB54}" srcOrd="3" destOrd="0" presId="urn:microsoft.com/office/officeart/2018/2/layout/IconVerticalSolidList"/>
    <dgm:cxn modelId="{A916819C-BF01-4F8F-AC1A-D375AB6C3E95}" type="presParOf" srcId="{BF054947-D9C9-4ACD-91A6-92EA397014AE}" destId="{D86BF471-1B7B-43FB-AB01-E1C2BC98A185}" srcOrd="4" destOrd="0" presId="urn:microsoft.com/office/officeart/2018/2/layout/IconVerticalSolidList"/>
    <dgm:cxn modelId="{0FEFAA49-F9C3-4967-82FE-ADCEE05BC16A}" type="presParOf" srcId="{D86BF471-1B7B-43FB-AB01-E1C2BC98A185}" destId="{B53702FB-3915-424C-ABB2-9C8964C531D6}" srcOrd="0" destOrd="0" presId="urn:microsoft.com/office/officeart/2018/2/layout/IconVerticalSolidList"/>
    <dgm:cxn modelId="{AEC7598B-D932-4ED1-A708-F561A5260AB4}" type="presParOf" srcId="{D86BF471-1B7B-43FB-AB01-E1C2BC98A185}" destId="{5C909FAE-3F46-4FE0-9887-291145FA3BA0}" srcOrd="1" destOrd="0" presId="urn:microsoft.com/office/officeart/2018/2/layout/IconVerticalSolidList"/>
    <dgm:cxn modelId="{962853DB-CB2D-4AC9-84E3-C47CF132A77A}" type="presParOf" srcId="{D86BF471-1B7B-43FB-AB01-E1C2BC98A185}" destId="{BE680DDC-F7EB-4711-80A8-ABEE522C4262}" srcOrd="2" destOrd="0" presId="urn:microsoft.com/office/officeart/2018/2/layout/IconVerticalSolidList"/>
    <dgm:cxn modelId="{7CEC75CE-BE18-4D31-8135-E8480999CA41}" type="presParOf" srcId="{D86BF471-1B7B-43FB-AB01-E1C2BC98A185}" destId="{542DD115-5856-4C98-A78C-C74C10328EDA}" srcOrd="3" destOrd="0" presId="urn:microsoft.com/office/officeart/2018/2/layout/IconVerticalSolidList"/>
    <dgm:cxn modelId="{7596E30C-18C9-4F14-9038-1461EFF980EE}" type="presParOf" srcId="{BF054947-D9C9-4ACD-91A6-92EA397014AE}" destId="{9142AD1B-7814-46D5-B081-81F523639E1F}" srcOrd="5" destOrd="0" presId="urn:microsoft.com/office/officeart/2018/2/layout/IconVerticalSolidList"/>
    <dgm:cxn modelId="{314EA588-91FE-44EF-ABF7-8E33C193B900}" type="presParOf" srcId="{BF054947-D9C9-4ACD-91A6-92EA397014AE}" destId="{65CA4DD9-A903-4D72-AFA6-4A3E089594B5}" srcOrd="6" destOrd="0" presId="urn:microsoft.com/office/officeart/2018/2/layout/IconVerticalSolidList"/>
    <dgm:cxn modelId="{C10FCF8D-9AA9-4DD9-89B8-BF14C7B8916F}" type="presParOf" srcId="{65CA4DD9-A903-4D72-AFA6-4A3E089594B5}" destId="{443A3065-BB02-46C3-9CE3-7549DD21984E}" srcOrd="0" destOrd="0" presId="urn:microsoft.com/office/officeart/2018/2/layout/IconVerticalSolidList"/>
    <dgm:cxn modelId="{D6342661-E0CE-4AFA-9EFA-E641DAA14229}" type="presParOf" srcId="{65CA4DD9-A903-4D72-AFA6-4A3E089594B5}" destId="{AA8E7D40-757E-459A-857C-94376387091B}" srcOrd="1" destOrd="0" presId="urn:microsoft.com/office/officeart/2018/2/layout/IconVerticalSolidList"/>
    <dgm:cxn modelId="{77A73936-F266-4487-B183-2EF04C36914B}" type="presParOf" srcId="{65CA4DD9-A903-4D72-AFA6-4A3E089594B5}" destId="{81258446-A7A0-4A8A-B5F1-B45E62FD6E30}" srcOrd="2" destOrd="0" presId="urn:microsoft.com/office/officeart/2018/2/layout/IconVerticalSolidList"/>
    <dgm:cxn modelId="{F546A0B4-08C2-4B9B-850D-1FC395FE841B}" type="presParOf" srcId="{65CA4DD9-A903-4D72-AFA6-4A3E089594B5}" destId="{656BB695-36EE-49B4-AE2B-E869F45AD8B8}" srcOrd="3" destOrd="0" presId="urn:microsoft.com/office/officeart/2018/2/layout/IconVerticalSolidList"/>
    <dgm:cxn modelId="{3995517E-DE2A-446E-A452-83920A174C15}" type="presParOf" srcId="{BF054947-D9C9-4ACD-91A6-92EA397014AE}" destId="{628E9928-1D83-4418-8D60-6D7899A17493}" srcOrd="7" destOrd="0" presId="urn:microsoft.com/office/officeart/2018/2/layout/IconVerticalSolidList"/>
    <dgm:cxn modelId="{4AEF1D5D-7773-4C75-ACAB-2C8FE784B21C}" type="presParOf" srcId="{BF054947-D9C9-4ACD-91A6-92EA397014AE}" destId="{D715066B-41F2-49F3-8E10-E4B0E4539078}" srcOrd="8" destOrd="0" presId="urn:microsoft.com/office/officeart/2018/2/layout/IconVerticalSolidList"/>
    <dgm:cxn modelId="{2687B6E8-CE9F-44FA-B261-20C556ACEA49}" type="presParOf" srcId="{D715066B-41F2-49F3-8E10-E4B0E4539078}" destId="{E66750C1-B5AB-4998-88AE-9235EF930659}" srcOrd="0" destOrd="0" presId="urn:microsoft.com/office/officeart/2018/2/layout/IconVerticalSolidList"/>
    <dgm:cxn modelId="{439718AB-8B82-4CB7-BE60-EE85F8ED24E4}" type="presParOf" srcId="{D715066B-41F2-49F3-8E10-E4B0E4539078}" destId="{D0BB823E-E89C-4F0D-B8B7-2318925996EE}" srcOrd="1" destOrd="0" presId="urn:microsoft.com/office/officeart/2018/2/layout/IconVerticalSolidList"/>
    <dgm:cxn modelId="{4EF96D69-DED4-400C-B84B-BB41A6F6B390}" type="presParOf" srcId="{D715066B-41F2-49F3-8E10-E4B0E4539078}" destId="{96CB447B-0140-4AD1-A646-A3623C098DEC}" srcOrd="2" destOrd="0" presId="urn:microsoft.com/office/officeart/2018/2/layout/IconVerticalSolidList"/>
    <dgm:cxn modelId="{560D83DC-7D28-4B3A-B3CB-D7A261A9F9E2}" type="presParOf" srcId="{D715066B-41F2-49F3-8E10-E4B0E4539078}" destId="{E3C636A3-60CA-4930-980A-8B4CB8E246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DFFFF-E232-4FE3-BBF5-8410F9CD30A6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B2E71-81FF-42B3-AB15-992C82395A6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E45B0-A467-4312-B7EE-04C919107E74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Renting computing power over the internet instead of owning hardware</a:t>
          </a:r>
          <a:endParaRPr lang="en-US" sz="2200" kern="1200"/>
        </a:p>
      </dsp:txBody>
      <dsp:txXfrm>
        <a:off x="1834517" y="469890"/>
        <a:ext cx="3148942" cy="1335915"/>
      </dsp:txXfrm>
    </dsp:sp>
    <dsp:sp modelId="{0279A2FA-95C5-4D55-9811-4151238C82EF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2009D-ADB3-4CE4-8EDA-B33617DAAC4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78B10-9AA6-4569-8623-222E7FA28CEC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No need to buy or maintain servers</a:t>
          </a:r>
          <a:endParaRPr lang="en-US" sz="2200" kern="1200"/>
        </a:p>
      </dsp:txBody>
      <dsp:txXfrm>
        <a:off x="7154322" y="469890"/>
        <a:ext cx="3148942" cy="1335915"/>
      </dsp:txXfrm>
    </dsp:sp>
    <dsp:sp modelId="{5A9E3519-9586-4DE1-863C-3F589CE6ED5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CFFDD7-7678-4B0B-BE6C-60B3CBC6956E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DDA8D-23CF-41F1-99E8-0AA853B12A64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You only pay for what you use</a:t>
          </a:r>
          <a:endParaRPr lang="en-US" sz="2200" kern="1200"/>
        </a:p>
      </dsp:txBody>
      <dsp:txXfrm>
        <a:off x="1834517" y="2545532"/>
        <a:ext cx="3148942" cy="1335915"/>
      </dsp:txXfrm>
    </dsp:sp>
    <dsp:sp modelId="{7B9287E6-7731-46C8-A287-51CC948A8AA5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2D033-F9EB-4483-ACD9-F1B7DF67CFF3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52E11-5EED-49CB-ACA7-81BC4963F794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Easy to scale up when busy and scale down when quiet</a:t>
          </a:r>
          <a:endParaRPr lang="en-US" sz="2200" kern="120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08E76-DF91-4340-916B-08CE68264135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06DB6-A653-43F6-A30F-8F62592A9C62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0D0DA-001B-475D-A547-3FC6FE9DBB2E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Build and release apps fast</a:t>
          </a:r>
          <a:endParaRPr lang="en-US" sz="1900" kern="1200"/>
        </a:p>
      </dsp:txBody>
      <dsp:txXfrm>
        <a:off x="1129902" y="4592"/>
        <a:ext cx="5171698" cy="978270"/>
      </dsp:txXfrm>
    </dsp:sp>
    <dsp:sp modelId="{86C715E6-4792-421A-97DD-842500A54145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DA0EF-AA37-4366-A839-2C9380D8ADF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8513B-E091-40C8-975E-0E8A857825D5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No upfront cost for equipment</a:t>
          </a:r>
          <a:endParaRPr lang="en-US" sz="1900" kern="1200"/>
        </a:p>
      </dsp:txBody>
      <dsp:txXfrm>
        <a:off x="1129902" y="1227431"/>
        <a:ext cx="5171698" cy="978270"/>
      </dsp:txXfrm>
    </dsp:sp>
    <dsp:sp modelId="{C2CE3366-B838-4311-8E41-0EBAEB204785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3CFEF-6375-4EEB-9054-8E0FC0F79D3C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C6245-96AF-4E81-A321-08E6A48F4470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Easy to try ideas and experiment</a:t>
          </a:r>
          <a:endParaRPr lang="en-US" sz="1900" kern="1200"/>
        </a:p>
      </dsp:txBody>
      <dsp:txXfrm>
        <a:off x="1129902" y="2450269"/>
        <a:ext cx="5171698" cy="978270"/>
      </dsp:txXfrm>
    </dsp:sp>
    <dsp:sp modelId="{831D08B0-D312-40D9-827F-0F2B580680F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227C2-4F14-461C-A5B2-1080E2706755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6B458-6D9D-4709-A35E-73445FABFCDD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Tools for deployment, monitoring, and automation already included</a:t>
          </a:r>
          <a:endParaRPr lang="en-US" sz="1900" kern="1200"/>
        </a:p>
      </dsp:txBody>
      <dsp:txXfrm>
        <a:off x="1129902" y="3673107"/>
        <a:ext cx="5171698" cy="978270"/>
      </dsp:txXfrm>
    </dsp:sp>
    <dsp:sp modelId="{43911CCA-2827-4F9F-853D-88273C6A64D6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60800-95CE-44AE-91DD-05B6345893E1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7440B-78E2-4DFA-B314-F005F230E9D6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High reliability without needing specialist hardware knowledge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88D69-6658-485B-8DF0-B7B642918883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772F5-4127-41CA-87E9-0854E6E4D830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BC199-E615-4C0D-9A75-B398EFF5196E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Pay‑as‑you‑go</a:t>
          </a:r>
          <a:r>
            <a:rPr lang="en-GB" sz="2200" kern="1200" dirty="0"/>
            <a:t>:</a:t>
          </a:r>
          <a:br>
            <a:rPr lang="en-GB" sz="2200" kern="1200" dirty="0"/>
          </a:br>
          <a:r>
            <a:rPr lang="en-GB" sz="2200" kern="1200" dirty="0"/>
            <a:t>like an electricity bill</a:t>
          </a:r>
          <a:endParaRPr lang="en-US" sz="2200" kern="1200" dirty="0"/>
        </a:p>
      </dsp:txBody>
      <dsp:txXfrm>
        <a:off x="1428292" y="2439"/>
        <a:ext cx="4873308" cy="1236616"/>
      </dsp:txXfrm>
    </dsp:sp>
    <dsp:sp modelId="{2F915424-478D-4B39-8EFF-D3C5D832D889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29B2F-92F2-4867-B628-97A80FFD639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8D003-AEC0-4669-AE68-37C8BDD18B0C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Reserved options</a:t>
          </a:r>
          <a:r>
            <a:rPr lang="en-GB" sz="2200" kern="1200" dirty="0"/>
            <a:t>: </a:t>
          </a:r>
          <a:br>
            <a:rPr lang="en-GB" sz="2200" kern="1200" dirty="0"/>
          </a:br>
          <a:r>
            <a:rPr lang="en-GB" sz="2200" kern="1200" dirty="0"/>
            <a:t>cheaper if you commit long‑term</a:t>
          </a:r>
          <a:endParaRPr lang="en-US" sz="2200" kern="1200" dirty="0"/>
        </a:p>
      </dsp:txBody>
      <dsp:txXfrm>
        <a:off x="1428292" y="1548210"/>
        <a:ext cx="4873308" cy="1236616"/>
      </dsp:txXfrm>
    </dsp:sp>
    <dsp:sp modelId="{6FBA35E4-FFFF-4CD6-8DFF-D4F50F4465E5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22B35-5917-496D-B4CC-0D0D4431719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9399A-53FD-449E-88B1-A60C46AA3CF0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Serverless</a:t>
          </a:r>
          <a:r>
            <a:rPr lang="en-GB" sz="2200" kern="1200" dirty="0"/>
            <a:t>: </a:t>
          </a:r>
          <a:br>
            <a:rPr lang="en-GB" sz="2200" kern="1200" dirty="0"/>
          </a:br>
          <a:r>
            <a:rPr lang="en-GB" sz="2200" kern="1200" dirty="0"/>
            <a:t>pay only when your code runs</a:t>
          </a:r>
          <a:endParaRPr lang="en-US" sz="2200" kern="1200" dirty="0"/>
        </a:p>
      </dsp:txBody>
      <dsp:txXfrm>
        <a:off x="1428292" y="3093981"/>
        <a:ext cx="4873308" cy="1236616"/>
      </dsp:txXfrm>
    </dsp:sp>
    <dsp:sp modelId="{439F9BB1-2B9A-413E-9376-78F507BCCA8E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25B75-142E-4868-B9E6-BF5BC56C50E6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6FEEF-8128-4AAA-ABC7-915CF46D6BBF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Turn things off </a:t>
          </a:r>
          <a:r>
            <a:rPr lang="en-GB" sz="2200" kern="1200" dirty="0"/>
            <a:t>when not needed to save money</a:t>
          </a:r>
          <a:endParaRPr lang="en-US" sz="2200" kern="1200" dirty="0"/>
        </a:p>
      </dsp:txBody>
      <dsp:txXfrm>
        <a:off x="1428292" y="4639752"/>
        <a:ext cx="48733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68815-0E94-4A6D-8910-F00D2D187E1D}">
      <dsp:nvSpPr>
        <dsp:cNvPr id="0" name=""/>
        <dsp:cNvSpPr/>
      </dsp:nvSpPr>
      <dsp:spPr>
        <a:xfrm>
          <a:off x="0" y="72904"/>
          <a:ext cx="6301601" cy="12928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Create a server in minutes</a:t>
          </a:r>
          <a:endParaRPr lang="en-US" sz="3200" kern="1200" dirty="0"/>
        </a:p>
      </dsp:txBody>
      <dsp:txXfrm>
        <a:off x="63112" y="136016"/>
        <a:ext cx="6175377" cy="1166626"/>
      </dsp:txXfrm>
    </dsp:sp>
    <dsp:sp modelId="{06CDE4A0-6955-4ED5-A087-A3018B1CD111}">
      <dsp:nvSpPr>
        <dsp:cNvPr id="0" name=""/>
        <dsp:cNvSpPr/>
      </dsp:nvSpPr>
      <dsp:spPr>
        <a:xfrm>
          <a:off x="0" y="1552954"/>
          <a:ext cx="6301601" cy="129285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Choose CPU, RAM, storage, and region</a:t>
          </a:r>
          <a:endParaRPr lang="en-US" sz="3200" kern="1200" dirty="0"/>
        </a:p>
      </dsp:txBody>
      <dsp:txXfrm>
        <a:off x="63112" y="1616066"/>
        <a:ext cx="6175377" cy="1166626"/>
      </dsp:txXfrm>
    </dsp:sp>
    <dsp:sp modelId="{9036D769-BB76-49D4-AB01-22B61BB5E9F2}">
      <dsp:nvSpPr>
        <dsp:cNvPr id="0" name=""/>
        <dsp:cNvSpPr/>
      </dsp:nvSpPr>
      <dsp:spPr>
        <a:xfrm>
          <a:off x="0" y="3033004"/>
          <a:ext cx="6301601" cy="129285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Scale up for busy periods, </a:t>
          </a:r>
          <a:br>
            <a:rPr lang="en-GB" sz="3200" kern="1200" dirty="0"/>
          </a:br>
          <a:r>
            <a:rPr lang="en-GB" sz="3200" kern="1200" dirty="0"/>
            <a:t>scale down when quiet</a:t>
          </a:r>
          <a:endParaRPr lang="en-US" sz="3200" kern="1200" dirty="0"/>
        </a:p>
      </dsp:txBody>
      <dsp:txXfrm>
        <a:off x="63112" y="3096116"/>
        <a:ext cx="6175377" cy="1166626"/>
      </dsp:txXfrm>
    </dsp:sp>
    <dsp:sp modelId="{6AFC99CA-704C-417C-86D7-413D6866DD59}">
      <dsp:nvSpPr>
        <dsp:cNvPr id="0" name=""/>
        <dsp:cNvSpPr/>
      </dsp:nvSpPr>
      <dsp:spPr>
        <a:xfrm>
          <a:off x="0" y="4513054"/>
          <a:ext cx="6301601" cy="129285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Great for dev, test, and production environments</a:t>
          </a:r>
          <a:endParaRPr lang="en-US" sz="3200" kern="1200" dirty="0"/>
        </a:p>
      </dsp:txBody>
      <dsp:txXfrm>
        <a:off x="63112" y="4576166"/>
        <a:ext cx="6175377" cy="11666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39492-A071-4020-A84D-7D3641E96083}">
      <dsp:nvSpPr>
        <dsp:cNvPr id="0" name=""/>
        <dsp:cNvSpPr/>
      </dsp:nvSpPr>
      <dsp:spPr>
        <a:xfrm>
          <a:off x="0" y="0"/>
          <a:ext cx="621549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AF48C-A1F7-495F-880C-23866322AD85}">
      <dsp:nvSpPr>
        <dsp:cNvPr id="0" name=""/>
        <dsp:cNvSpPr/>
      </dsp:nvSpPr>
      <dsp:spPr>
        <a:xfrm>
          <a:off x="0" y="0"/>
          <a:ext cx="6215492" cy="1096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Shares traffic across multiple servers</a:t>
          </a:r>
          <a:endParaRPr lang="en-US" sz="2800" kern="1200" dirty="0"/>
        </a:p>
      </dsp:txBody>
      <dsp:txXfrm>
        <a:off x="0" y="0"/>
        <a:ext cx="6215492" cy="1096884"/>
      </dsp:txXfrm>
    </dsp:sp>
    <dsp:sp modelId="{0EFD3D82-35E0-4CC5-9B0F-C6BE0750BAD5}">
      <dsp:nvSpPr>
        <dsp:cNvPr id="0" name=""/>
        <dsp:cNvSpPr/>
      </dsp:nvSpPr>
      <dsp:spPr>
        <a:xfrm>
          <a:off x="0" y="1096883"/>
          <a:ext cx="621549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9D6E5-2156-458A-90EE-238C0BEE46D2}">
      <dsp:nvSpPr>
        <dsp:cNvPr id="0" name=""/>
        <dsp:cNvSpPr/>
      </dsp:nvSpPr>
      <dsp:spPr>
        <a:xfrm>
          <a:off x="0" y="1096884"/>
          <a:ext cx="6215492" cy="1096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Prevents a server from overloading</a:t>
          </a:r>
          <a:endParaRPr lang="en-US" sz="2800" kern="1200" dirty="0"/>
        </a:p>
      </dsp:txBody>
      <dsp:txXfrm>
        <a:off x="0" y="1096884"/>
        <a:ext cx="6215492" cy="1096884"/>
      </dsp:txXfrm>
    </dsp:sp>
    <dsp:sp modelId="{C4DA6C23-9B54-4ACE-969A-6B942EEE3DA5}">
      <dsp:nvSpPr>
        <dsp:cNvPr id="0" name=""/>
        <dsp:cNvSpPr/>
      </dsp:nvSpPr>
      <dsp:spPr>
        <a:xfrm>
          <a:off x="0" y="2193767"/>
          <a:ext cx="621549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CFBAB-F184-4C1C-9EF1-B81EC15954C8}">
      <dsp:nvSpPr>
        <dsp:cNvPr id="0" name=""/>
        <dsp:cNvSpPr/>
      </dsp:nvSpPr>
      <dsp:spPr>
        <a:xfrm>
          <a:off x="0" y="2193768"/>
          <a:ext cx="6215492" cy="1096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Helps apps stay fast and reliable</a:t>
          </a:r>
          <a:endParaRPr lang="en-US" sz="2800" kern="1200" dirty="0"/>
        </a:p>
      </dsp:txBody>
      <dsp:txXfrm>
        <a:off x="0" y="2193768"/>
        <a:ext cx="6215492" cy="1096884"/>
      </dsp:txXfrm>
    </dsp:sp>
    <dsp:sp modelId="{412E215E-CCB1-4A7C-A327-E5B6C8CCAFE7}">
      <dsp:nvSpPr>
        <dsp:cNvPr id="0" name=""/>
        <dsp:cNvSpPr/>
      </dsp:nvSpPr>
      <dsp:spPr>
        <a:xfrm>
          <a:off x="0" y="3290652"/>
          <a:ext cx="621549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254BC-9A43-4A91-AD62-F675547F1179}">
      <dsp:nvSpPr>
        <dsp:cNvPr id="0" name=""/>
        <dsp:cNvSpPr/>
      </dsp:nvSpPr>
      <dsp:spPr>
        <a:xfrm>
          <a:off x="0" y="3290652"/>
          <a:ext cx="6215492" cy="1096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Automatically sends traffic to other healthy servers if one fails</a:t>
          </a:r>
          <a:endParaRPr lang="en-US" sz="2800" kern="1200" dirty="0"/>
        </a:p>
      </dsp:txBody>
      <dsp:txXfrm>
        <a:off x="0" y="3290652"/>
        <a:ext cx="6215492" cy="10968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3AC94-3F7F-4CB7-A709-EF5F0DBAE0D9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4D233-4927-4DF1-A906-E6AA7D384A41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04756-C9B8-4F16-89EE-AD6784F936F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Track CPU, memory, network, and errors</a:t>
          </a:r>
          <a:endParaRPr lang="en-US" sz="2200" kern="1200"/>
        </a:p>
      </dsp:txBody>
      <dsp:txXfrm>
        <a:off x="1428292" y="2439"/>
        <a:ext cx="4873308" cy="1236616"/>
      </dsp:txXfrm>
    </dsp:sp>
    <dsp:sp modelId="{5A68266F-C0A9-49AB-9F53-475D55F4C4E8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5201C-DF93-463B-A28D-1C9F574C0A4A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A8653-42ED-4932-844C-FF5B783E8CD5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View logs to understand what happened</a:t>
          </a:r>
          <a:endParaRPr lang="en-US" sz="2200" kern="1200"/>
        </a:p>
      </dsp:txBody>
      <dsp:txXfrm>
        <a:off x="1428292" y="1548210"/>
        <a:ext cx="4873308" cy="1236616"/>
      </dsp:txXfrm>
    </dsp:sp>
    <dsp:sp modelId="{F4DE577D-D5A3-4E3F-933E-38ACD76830F7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96EE3-89F1-44A4-8183-69BAC25DFB60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8B08D-2460-4A1E-AA7E-4C099E47C038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Set alerts when something goes wrong</a:t>
          </a:r>
          <a:endParaRPr lang="en-US" sz="2200" kern="1200"/>
        </a:p>
      </dsp:txBody>
      <dsp:txXfrm>
        <a:off x="1428292" y="3093981"/>
        <a:ext cx="4873308" cy="1236616"/>
      </dsp:txXfrm>
    </dsp:sp>
    <dsp:sp modelId="{45A155C0-0BD6-48EE-92A9-FE608721A9F8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379F0-94E5-4D28-85F9-74C92148CCC9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35EFC-AAC9-4031-A6F4-AE35FD8AB9B0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Helps keep apps stable and secure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901E6-3A7F-4619-8D83-9441CA61079E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AWS EC2, </a:t>
          </a:r>
          <a:br>
            <a:rPr lang="en-GB" sz="2000" kern="1200" dirty="0"/>
          </a:br>
          <a:r>
            <a:rPr lang="en-GB" sz="2000" kern="1200" dirty="0"/>
            <a:t>Azure Virtual Machines, </a:t>
          </a:r>
          <a:br>
            <a:rPr lang="en-GB" sz="2000" kern="1200" dirty="0"/>
          </a:br>
          <a:r>
            <a:rPr lang="en-GB" sz="2000" kern="1200" dirty="0"/>
            <a:t>Google Compute Engine</a:t>
          </a:r>
          <a:endParaRPr lang="en-US" sz="2000" kern="1200" dirty="0"/>
        </a:p>
      </dsp:txBody>
      <dsp:txXfrm rot="-5400000">
        <a:off x="3785615" y="147831"/>
        <a:ext cx="6689078" cy="756160"/>
      </dsp:txXfrm>
    </dsp:sp>
    <dsp:sp modelId="{EEEC2AD9-C46F-4327-B1A8-104AE7A09D53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Compute </a:t>
          </a:r>
          <a:br>
            <a:rPr lang="en-GB" sz="2400" b="1" kern="1200" dirty="0"/>
          </a:br>
          <a:r>
            <a:rPr lang="en-GB" sz="1800" b="1" kern="1200" dirty="0"/>
            <a:t>(virtual machines)</a:t>
          </a:r>
          <a:endParaRPr lang="en-US" sz="2400" kern="1200" dirty="0"/>
        </a:p>
      </dsp:txBody>
      <dsp:txXfrm>
        <a:off x="51133" y="53310"/>
        <a:ext cx="3683350" cy="945199"/>
      </dsp:txXfrm>
    </dsp:sp>
    <dsp:sp modelId="{C3360742-E495-4B38-859A-F475865DF724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AWS ECS/EKS, Azure AKS, Google GKE</a:t>
          </a:r>
          <a:endParaRPr lang="en-US" sz="2000" kern="1200" dirty="0"/>
        </a:p>
      </dsp:txBody>
      <dsp:txXfrm rot="-5400000">
        <a:off x="3785615" y="1247670"/>
        <a:ext cx="6689078" cy="756160"/>
      </dsp:txXfrm>
    </dsp:sp>
    <dsp:sp modelId="{0C2A9034-C937-4C43-8C9B-0F8273C96EF9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Containers</a:t>
          </a:r>
          <a:endParaRPr lang="en-US" sz="2400" kern="1200" dirty="0"/>
        </a:p>
      </dsp:txBody>
      <dsp:txXfrm>
        <a:off x="51133" y="1153149"/>
        <a:ext cx="3683350" cy="945199"/>
      </dsp:txXfrm>
    </dsp:sp>
    <dsp:sp modelId="{AD4E5A4A-3023-421F-AD93-D04695EA43B5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AWS Lambda, Azure Functions, </a:t>
          </a:r>
          <a:br>
            <a:rPr lang="en-GB" sz="2000" kern="1200" dirty="0"/>
          </a:br>
          <a:r>
            <a:rPr lang="en-GB" sz="2000" kern="1200" dirty="0"/>
            <a:t>Google Cloud Functions</a:t>
          </a:r>
          <a:endParaRPr lang="en-US" sz="2000" kern="1200" dirty="0"/>
        </a:p>
      </dsp:txBody>
      <dsp:txXfrm rot="-5400000">
        <a:off x="3785615" y="2347509"/>
        <a:ext cx="6689078" cy="756160"/>
      </dsp:txXfrm>
    </dsp:sp>
    <dsp:sp modelId="{CC25637D-94AD-4E9D-BC0D-25119632D5F9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Serverless</a:t>
          </a:r>
          <a:endParaRPr lang="en-US" sz="2400" kern="1200" dirty="0"/>
        </a:p>
      </dsp:txBody>
      <dsp:txXfrm>
        <a:off x="51133" y="2252988"/>
        <a:ext cx="3683350" cy="945199"/>
      </dsp:txXfrm>
    </dsp:sp>
    <dsp:sp modelId="{7F9D7105-BF22-47BB-ADB6-5780A96F28B0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Azure App Service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AWS Elastic Beanstalk	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Google App Engine</a:t>
          </a:r>
          <a:endParaRPr lang="en-US" sz="2000" kern="1200" dirty="0"/>
        </a:p>
      </dsp:txBody>
      <dsp:txXfrm rot="-5400000">
        <a:off x="3785615" y="3447347"/>
        <a:ext cx="6689078" cy="756160"/>
      </dsp:txXfrm>
    </dsp:sp>
    <dsp:sp modelId="{D1C1C4BB-379A-407D-A092-169BD2B3E390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App Hosting</a:t>
          </a:r>
          <a:endParaRPr lang="en-US" sz="2400" kern="1200" dirty="0"/>
        </a:p>
      </dsp:txBody>
      <dsp:txXfrm>
        <a:off x="51133" y="3352827"/>
        <a:ext cx="3683350" cy="9451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64E87-29A5-4499-B0FF-9C4C3083093D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33386-C3E4-4770-B21B-620221A72501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Cloud providers run multiple data centres</a:t>
          </a:r>
          <a:endParaRPr lang="en-US" sz="2400" kern="1200" dirty="0"/>
        </a:p>
      </dsp:txBody>
      <dsp:txXfrm>
        <a:off x="0" y="0"/>
        <a:ext cx="6291714" cy="1382683"/>
      </dsp:txXfrm>
    </dsp:sp>
    <dsp:sp modelId="{DB843EF4-8ECA-4C89-AFCC-570BCB1104B7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937A6-5E2C-4D1D-8E9C-718CC0E94A2C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Automatic failover if something breaks</a:t>
          </a:r>
          <a:endParaRPr lang="en-US" sz="2400" kern="1200" dirty="0"/>
        </a:p>
      </dsp:txBody>
      <dsp:txXfrm>
        <a:off x="0" y="1382683"/>
        <a:ext cx="6291714" cy="1382683"/>
      </dsp:txXfrm>
    </dsp:sp>
    <dsp:sp modelId="{4A2001B4-B35A-4052-BF21-F962C15F76B6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56B97-B379-4FA0-B053-05B91A502351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SLAs often 99.9% or higher</a:t>
          </a:r>
          <a:endParaRPr lang="en-US" sz="2400" kern="1200" dirty="0"/>
        </a:p>
      </dsp:txBody>
      <dsp:txXfrm>
        <a:off x="0" y="2765367"/>
        <a:ext cx="6291714" cy="1382683"/>
      </dsp:txXfrm>
    </dsp:sp>
    <dsp:sp modelId="{E3FB05A5-3AC1-41BD-956B-4E341DCF9342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D7B27-0A32-4231-94D0-477A0A0A58F8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Multi‑region setups for global reliability</a:t>
          </a:r>
          <a:endParaRPr lang="en-US" sz="2400" kern="1200" dirty="0"/>
        </a:p>
      </dsp:txBody>
      <dsp:txXfrm>
        <a:off x="0" y="4148051"/>
        <a:ext cx="6291714" cy="13826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2F962-25AC-4BD3-8031-5D324FE3C3C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E8802-6D45-4C73-8F98-37BFD43444C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6A2C4-117C-476E-A300-8D26C1652161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Cloud = flexible, scalable, cost‑efficient computing</a:t>
          </a:r>
          <a:endParaRPr lang="en-US" sz="1900" kern="1200"/>
        </a:p>
      </dsp:txBody>
      <dsp:txXfrm>
        <a:off x="1059754" y="4307"/>
        <a:ext cx="5304469" cy="917536"/>
      </dsp:txXfrm>
    </dsp:sp>
    <dsp:sp modelId="{61EF378C-796B-4943-889B-A21B24F2D91D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3C39C-8212-4644-ADB9-81A0774101B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9869B-E809-4F7F-8129-313ADFBDB133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Makes development faster and easier</a:t>
          </a:r>
          <a:endParaRPr lang="en-US" sz="1900" kern="1200"/>
        </a:p>
      </dsp:txBody>
      <dsp:txXfrm>
        <a:off x="1059754" y="1151227"/>
        <a:ext cx="5304469" cy="917536"/>
      </dsp:txXfrm>
    </dsp:sp>
    <dsp:sp modelId="{B53702FB-3915-424C-ABB2-9C8964C531D6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09FAE-3F46-4FE0-9887-291145FA3BA0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DD115-5856-4C98-A78C-C74C10328EDA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Includes tools for deployment, monitoring, and scaling</a:t>
          </a:r>
          <a:endParaRPr lang="en-US" sz="1900" kern="1200"/>
        </a:p>
      </dsp:txBody>
      <dsp:txXfrm>
        <a:off x="1059754" y="2298147"/>
        <a:ext cx="5304469" cy="917536"/>
      </dsp:txXfrm>
    </dsp:sp>
    <dsp:sp modelId="{443A3065-BB02-46C3-9CE3-7549DD21984E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E7D40-757E-459A-857C-94376387091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BB695-36EE-49B4-AE2B-E869F45AD8B8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Strong availability and security features</a:t>
          </a:r>
          <a:endParaRPr lang="en-US" sz="1900" kern="1200"/>
        </a:p>
      </dsp:txBody>
      <dsp:txXfrm>
        <a:off x="1059754" y="3445068"/>
        <a:ext cx="5304469" cy="917536"/>
      </dsp:txXfrm>
    </dsp:sp>
    <dsp:sp modelId="{E66750C1-B5AB-4998-88AE-9235EF930659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B823E-E89C-4F0D-B8B7-2318925996EE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636A3-60CA-4930-980A-8B4CB8E24632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Ideal for modern software development teams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A5A1F-F3F1-443F-B2FD-B6CD319A649F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EA34C-3D8E-494F-9BC9-73E99E5E7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19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qa.com/lab/create-your-first-amazon-rds-database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pp.qa.com/lab/introduction-dynamodb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hlinkClick r:id="rId3"/>
              </a:rPr>
              <a:t>https://app.qa.com/lab/create-your-first-amazon-rds-database/</a:t>
            </a:r>
            <a:r>
              <a:rPr lang="en-GB" dirty="0"/>
              <a:t> (approx. 1hr 15min)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hlinkClick r:id="rId4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hlinkClick r:id="rId4"/>
              </a:rPr>
              <a:t>https://app.qa.com/lab/introduction-dynamodb/</a:t>
            </a:r>
            <a:r>
              <a:rPr lang="en-GB" dirty="0"/>
              <a:t> (approx. 1hr)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82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9249-FCE0-7A08-EB0B-C9DD2E563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703F2-45DA-EB48-5379-7DAB76CEB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3F81B-6D29-848A-C047-74E4400A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DFB5-6EAC-04C6-3D04-44710BDD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BE3F-F123-A346-2645-C66E0331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38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B95-6260-B3C0-7C43-17D2E169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E8BB-2B02-AF0A-9A9D-97E10FB8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4FD3F-8260-8764-DB65-9CD41C71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F3BAF-1E6E-6591-9D91-E6CE5313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78A4E-49AB-BECC-CB65-A3C00695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09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A45A-FB1A-B614-238F-26964721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B2EB1-7975-18D2-CD5B-319D160D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A292-0764-B37C-45BB-5F1782AA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CD8-5FD8-5030-EF20-F32F8642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5BBCE-BB9E-54B8-4B04-667B8FC6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15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B5F2-B3FA-9D8C-584C-40D911C7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AAD0-75EC-0112-70B0-B1A5547F0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41C1F-8848-6311-B9EA-BA9F79CD0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2B6AC-6915-9212-2382-0D80BC90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371F7-7A37-4D5E-B7A3-D965C7CD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2472E-8D69-D08B-CADC-021C16D6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82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E58B-3989-4357-2DF9-FC3065E0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66E8B-7503-8330-FE72-205AD9EE5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F484B-FF84-2640-E0BE-7AE948374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32A93-0E0D-7073-5AC4-7EAB8E274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BD44B-6AB1-02B0-5AB3-4207F4594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77E79-528F-BBCE-7084-BE7BFEBB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68D6D-6680-D4F8-B6EA-1133C7D4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6B2C9-731B-C11D-1DD4-CBCCF92C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0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3BD9-4BC5-09D1-C129-EC1F977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8DED4-FC2D-FC68-F6E8-9119DC5A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7D781-8287-F222-28DF-DEA0DC70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472AD-1FAA-577C-22E0-B9D24FA9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37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E5836-1914-6403-96EC-6DF3C89C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2B722-278A-9976-8AF8-BC7E4065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36E8B-227E-244E-AC0D-FB07A001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70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CE03-5E2C-5278-E380-A3BC225E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28B6-F801-BCCF-191C-27F7AA66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9F44E-4F03-BDB0-87ED-8A5480D63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B2960-FCFE-14A3-1DED-41345EC1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B6A28-1347-4395-F5E5-61DE9CAD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0F1E3-2120-0CC6-C0EC-11016A97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82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7BEB-8E7F-0C55-F2CB-8C2B7F44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7A5FF-85B9-0D69-B947-6F91C5AF9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E4CBC-52DA-CC2B-10B6-704AD313B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C348B-1A26-C9D1-9A03-535AC78C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ED23B-CA08-E719-FCAF-ED5DA84A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29936-E58E-490B-F34A-1BDBC027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28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8F3AB-C93B-0303-DB2C-B30AB1E3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2D74F-21DA-5F26-E2A0-82950F93C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6A3F9-76B9-1962-F2DC-882ADEB4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E01FD-447C-3527-5BA3-C1A6CEB9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21515-4911-0339-454C-CBB6DD90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8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C9567-B1F3-47CC-C60F-D03D95E24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89252-CCA6-36DD-D278-0BA3CE923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17A51-39C4-00DA-3F51-A23E9573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A335-43C2-79EE-43D2-1745441B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3FE06-E4A4-D773-CD06-659A353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17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CDB1-B06B-D1BB-454A-03C431D9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7B2C6-DADB-3BBF-C60E-CEE80ADF1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DCD8-734C-7636-6D8E-EB7BCEB2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5D2AA-8F42-6C90-288C-4AA85B24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1D91-E4BC-A883-DA0A-D661D5E8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21667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F599BC-A6CB-2550-9C85-C224FA60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26153-4411-43D6-FFC7-7D938824F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74151-0029-05F4-393B-341BAFBCB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2340E-BEE0-4D3C-BB2A-E2361A1E61A1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5E312-3F16-C7B0-1013-D1830A596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66097-6762-A250-9A23-C0E628E28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F394E-218B-4973-8C49-0480B65D2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17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pp.qa.com/lab/introduction-dynamodb/" TargetMode="External"/><Relationship Id="rId4" Type="http://schemas.openxmlformats.org/officeDocument/2006/relationships/hyperlink" Target="https://app.qa.com/lab/create-your-first-amazon-rds-datab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CF53-03C3-759D-F9E5-249EF5C5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GB" b="0" i="0" u="none" strike="noStrike" baseline="0">
                <a:solidFill>
                  <a:srgbClr val="0F4761"/>
                </a:solidFill>
                <a:latin typeface="Times New Roman" panose="02020603050405020304" pitchFamily="18" charset="0"/>
              </a:rPr>
              <a:t>What Is Cloud Computing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E5F85A3-C268-92D2-CB46-6D1ECE99C855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307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D07C8-0B23-32CA-0868-993CBD86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Cloud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11CB9-7320-FE62-0363-2025550FB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sz="2000" b="1" dirty="0"/>
              <a:t>Elastic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resources grow or shrink automatically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000" b="1" dirty="0"/>
              <a:t>Self‑service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You can create servers or services in minutes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000" b="1" dirty="0"/>
              <a:t>Global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data </a:t>
            </a:r>
            <a:r>
              <a:rPr lang="en-US" sz="2000" dirty="0" err="1"/>
              <a:t>centres</a:t>
            </a:r>
            <a:r>
              <a:rPr lang="en-US" sz="2000" dirty="0"/>
              <a:t> around the world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2000" b="1" dirty="0"/>
              <a:t>Managed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the cloud provider handles </a:t>
            </a:r>
            <a:br>
              <a:rPr lang="en-US" sz="2000" dirty="0"/>
            </a:br>
            <a:r>
              <a:rPr lang="en-US" sz="2000" dirty="0"/>
              <a:t>hardware, networking, and updates</a:t>
            </a:r>
          </a:p>
          <a:p>
            <a:endParaRPr lang="en-US" sz="20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AD058D-F408-92DC-3CC9-6F17605C4A7B}"/>
              </a:ext>
            </a:extLst>
          </p:cNvPr>
          <p:cNvGrpSpPr/>
          <p:nvPr/>
        </p:nvGrpSpPr>
        <p:grpSpPr>
          <a:xfrm>
            <a:off x="7152067" y="2184914"/>
            <a:ext cx="3923104" cy="3755915"/>
            <a:chOff x="6002634" y="678853"/>
            <a:chExt cx="5492680" cy="5721267"/>
          </a:xfrm>
        </p:grpSpPr>
        <p:pic>
          <p:nvPicPr>
            <p:cNvPr id="12" name="Graphic 11" descr="Run with solid fill">
              <a:extLst>
                <a:ext uri="{FF2B5EF4-FFF2-40B4-BE49-F238E27FC236}">
                  <a16:creationId xmlns:a16="http://schemas.microsoft.com/office/drawing/2014/main" id="{020E80A4-28C6-C6F8-634E-4202E6279C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02634" y="5135533"/>
              <a:ext cx="1264587" cy="1264587"/>
            </a:xfrm>
            <a:prstGeom prst="rect">
              <a:avLst/>
            </a:prstGeom>
          </p:spPr>
        </p:pic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ACB79562-140C-5045-4605-6412F8DCE1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34649" y="3649973"/>
              <a:ext cx="1264587" cy="1264587"/>
            </a:xfrm>
            <a:prstGeom prst="rect">
              <a:avLst/>
            </a:prstGeom>
          </p:spPr>
        </p:pic>
        <p:pic>
          <p:nvPicPr>
            <p:cNvPr id="14" name="Graphic 13" descr="Wrench with solid fill">
              <a:extLst>
                <a:ext uri="{FF2B5EF4-FFF2-40B4-BE49-F238E27FC236}">
                  <a16:creationId xmlns:a16="http://schemas.microsoft.com/office/drawing/2014/main" id="{ADE3D1D3-17D7-13B6-5EDC-122042B266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30201" y="2164413"/>
              <a:ext cx="1264587" cy="1264587"/>
            </a:xfrm>
            <a:prstGeom prst="rect">
              <a:avLst/>
            </a:prstGeom>
          </p:spPr>
        </p:pic>
        <p:pic>
          <p:nvPicPr>
            <p:cNvPr id="15" name="Graphic 14" descr="Africa with solid fill">
              <a:extLst>
                <a:ext uri="{FF2B5EF4-FFF2-40B4-BE49-F238E27FC236}">
                  <a16:creationId xmlns:a16="http://schemas.microsoft.com/office/drawing/2014/main" id="{EC653CDC-76BC-166A-EB8A-5317D47E0F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02635" y="678853"/>
              <a:ext cx="1264587" cy="1264587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C1878DB-08F4-6A77-0311-AB53996C2DB0}"/>
                </a:ext>
              </a:extLst>
            </p:cNvPr>
            <p:cNvSpPr/>
            <p:nvPr/>
          </p:nvSpPr>
          <p:spPr>
            <a:xfrm>
              <a:off x="7429500" y="898071"/>
              <a:ext cx="4065814" cy="6531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868680">
                <a:spcAft>
                  <a:spcPts val="600"/>
                </a:spcAft>
              </a:pPr>
              <a:r>
                <a:rPr lang="en-GB" sz="1710" kern="1200" dirty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rPr>
                <a:t>High Availability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3525BC-165B-7583-F4AF-0143F7B32CAA}"/>
                </a:ext>
              </a:extLst>
            </p:cNvPr>
            <p:cNvSpPr/>
            <p:nvPr/>
          </p:nvSpPr>
          <p:spPr>
            <a:xfrm>
              <a:off x="7429500" y="2426882"/>
              <a:ext cx="4065814" cy="6531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868680">
                <a:spcAft>
                  <a:spcPts val="600"/>
                </a:spcAft>
              </a:pPr>
              <a:r>
                <a:rPr lang="en-GB" sz="1710" kern="1200" dirty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rPr>
                <a:t>Fault Tolerance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54087A-785C-8732-977C-D2E1FEA3B977}"/>
                </a:ext>
              </a:extLst>
            </p:cNvPr>
            <p:cNvSpPr/>
            <p:nvPr/>
          </p:nvSpPr>
          <p:spPr>
            <a:xfrm>
              <a:off x="7429500" y="3955694"/>
              <a:ext cx="4065814" cy="6531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868680">
                <a:spcAft>
                  <a:spcPts val="600"/>
                </a:spcAft>
              </a:pPr>
              <a:r>
                <a:rPr lang="en-GB" sz="1710" kern="1200" dirty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rPr>
                <a:t>Disaster Recovery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5E3139-BAF3-D972-23B9-9D43881ED8F3}"/>
                </a:ext>
              </a:extLst>
            </p:cNvPr>
            <p:cNvSpPr/>
            <p:nvPr/>
          </p:nvSpPr>
          <p:spPr>
            <a:xfrm>
              <a:off x="7429500" y="5484506"/>
              <a:ext cx="4065814" cy="6531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868680">
                <a:spcAft>
                  <a:spcPts val="600"/>
                </a:spcAft>
              </a:pPr>
              <a:r>
                <a:rPr lang="en-GB" sz="1710" kern="1200" dirty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rPr>
                <a:t>Agility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71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B3359-782E-69DE-D1DE-6FFE3E8A3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614206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0" i="0" u="none" strike="noStrike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Developers Use the Cloud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18EE095-F3A8-3C54-3E5C-DC772A14D8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92720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451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9252C-6841-9D15-7106-8AC487ED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Cloud Costs Work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6AF7515-2398-1730-BF30-FAE10C7D9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77259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7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BCE15-7C83-69E1-BABC-6C9CDFBB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Servers on Demand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4373B46-A28F-BF1A-35FE-35D28B9294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96603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608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EEAF2-3532-70AA-2D95-1AA78AFF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Load Balancing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Graphic 5" descr="Branching diagram outline">
            <a:extLst>
              <a:ext uri="{FF2B5EF4-FFF2-40B4-BE49-F238E27FC236}">
                <a16:creationId xmlns:a16="http://schemas.microsoft.com/office/drawing/2014/main" id="{DD0DFAA4-821A-CA03-5320-5411B7AF2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273073" y="2648288"/>
            <a:ext cx="1138267" cy="1138267"/>
          </a:xfrm>
          <a:prstGeom prst="rect">
            <a:avLst/>
          </a:prstGeom>
        </p:spPr>
      </p:pic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0ECA2887-52E6-D3AE-D7D3-646C1960B2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403246"/>
              </p:ext>
            </p:extLst>
          </p:nvPr>
        </p:nvGraphicFramePr>
        <p:xfrm>
          <a:off x="5484140" y="1110587"/>
          <a:ext cx="6215492" cy="4387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184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18E3D-60C1-5847-F265-3AAC0A52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Monitoring &amp; Observability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A003F04-80DB-60F8-788A-821FEB0DE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79883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77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25886D-DA48-4959-95C1-21D5C0AFB8C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32" b="87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6DEED-A91E-1D7A-EBAB-E3B36DBA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baseline="0"/>
              <a:t>Deployment Services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B153164-39DB-D87D-956B-4998FDB9A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3799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344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BE9CC-38B2-C165-DB52-B6E45F32C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Availability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11804D9-3DCC-BC4E-870B-718227725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31127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15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B72BC-8D5B-5E43-4213-D8D74156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0" i="0" u="none" strike="noStrike" baseline="0"/>
              <a:t>Security in the Cloud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A1E40-7C5E-C349-DE1E-F68D4C100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5955521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1900" b="1" dirty="0"/>
              <a:t>Shared responsibility</a:t>
            </a:r>
            <a:r>
              <a:rPr lang="en-US" sz="1900" dirty="0"/>
              <a:t>: </a:t>
            </a:r>
          </a:p>
          <a:p>
            <a:pPr lvl="1"/>
            <a:r>
              <a:rPr lang="en-US" sz="1900" dirty="0"/>
              <a:t>Provider secures the infrastructure</a:t>
            </a:r>
          </a:p>
          <a:p>
            <a:pPr lvl="1"/>
            <a:r>
              <a:rPr lang="en-US" sz="1900" dirty="0"/>
              <a:t>You secure your code, data, and access</a:t>
            </a:r>
          </a:p>
          <a:p>
            <a:pPr lvl="0"/>
            <a:r>
              <a:rPr lang="en-US" sz="1900" dirty="0"/>
              <a:t>Encryption for data in transit and at rest</a:t>
            </a:r>
          </a:p>
          <a:p>
            <a:pPr lvl="0"/>
            <a:r>
              <a:rPr lang="en-US" sz="1900" dirty="0"/>
              <a:t>Identity and Access Management (IAM)</a:t>
            </a:r>
          </a:p>
          <a:p>
            <a:pPr lvl="0"/>
            <a:r>
              <a:rPr lang="en-US" sz="1900" dirty="0"/>
              <a:t>Firewalls, private networks, and monitoring tools</a:t>
            </a:r>
          </a:p>
          <a:p>
            <a:endParaRPr lang="en-US" sz="1900" dirty="0"/>
          </a:p>
        </p:txBody>
      </p:sp>
      <p:pic>
        <p:nvPicPr>
          <p:cNvPr id="5" name="Picture 4" descr="Transparent padlock">
            <a:extLst>
              <a:ext uri="{FF2B5EF4-FFF2-40B4-BE49-F238E27FC236}">
                <a16:creationId xmlns:a16="http://schemas.microsoft.com/office/drawing/2014/main" id="{86EF5170-01BD-E270-47F9-21222228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7069015" y="1"/>
            <a:ext cx="5129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17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0" name="Rectangle 22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AFF75-B544-8588-975B-BAF0CA28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Responsibility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E2AE8-E6C9-6BCF-78C0-6633D691D2A3}"/>
              </a:ext>
            </a:extLst>
          </p:cNvPr>
          <p:cNvSpPr/>
          <p:nvPr/>
        </p:nvSpPr>
        <p:spPr>
          <a:xfrm>
            <a:off x="850873" y="1396543"/>
            <a:ext cx="10481751" cy="53359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4E559CD-55C3-D926-93DE-3EF141795179}"/>
              </a:ext>
            </a:extLst>
          </p:cNvPr>
          <p:cNvGrpSpPr/>
          <p:nvPr/>
        </p:nvGrpSpPr>
        <p:grpSpPr>
          <a:xfrm>
            <a:off x="2128875" y="1717129"/>
            <a:ext cx="7925745" cy="4884839"/>
            <a:chOff x="142844" y="928694"/>
            <a:chExt cx="8630687" cy="5223495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D399CF77-0076-423D-EA47-8578C1FBDD7A}"/>
                </a:ext>
              </a:extLst>
            </p:cNvPr>
            <p:cNvGrpSpPr/>
            <p:nvPr/>
          </p:nvGrpSpPr>
          <p:grpSpPr>
            <a:xfrm>
              <a:off x="4541364" y="928695"/>
              <a:ext cx="2032907" cy="4712840"/>
              <a:chOff x="4511783" y="1502228"/>
              <a:chExt cx="2032907" cy="4712840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BCBBC7E3-6FDE-4FA8-AA3F-BE80E30426C0}"/>
                  </a:ext>
                </a:extLst>
              </p:cNvPr>
              <p:cNvSpPr/>
              <p:nvPr/>
            </p:nvSpPr>
            <p:spPr>
              <a:xfrm>
                <a:off x="4511783" y="1502228"/>
                <a:ext cx="2032907" cy="471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328" b="1" kern="1200" dirty="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PaaS </a:t>
                </a:r>
                <a:br>
                  <a:rPr lang="en-GB" sz="1328" b="1" kern="1200" dirty="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</a:br>
                <a:r>
                  <a:rPr lang="en-GB" sz="913" b="1" kern="1200" dirty="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(platform)</a:t>
                </a:r>
                <a:endParaRPr lang="en-GB" sz="1100" b="1" dirty="0">
                  <a:solidFill>
                    <a:schemeClr val="tx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7" name="Rounded Rectangle 5">
                <a:extLst>
                  <a:ext uri="{FF2B5EF4-FFF2-40B4-BE49-F238E27FC236}">
                    <a16:creationId xmlns:a16="http://schemas.microsoft.com/office/drawing/2014/main" id="{E23916CF-3701-BC29-396E-84299B47F9CD}"/>
                  </a:ext>
                </a:extLst>
              </p:cNvPr>
              <p:cNvSpPr/>
              <p:nvPr/>
            </p:nvSpPr>
            <p:spPr>
              <a:xfrm>
                <a:off x="4585261" y="2059385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Application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8" name="Rounded Rectangle 6">
                <a:extLst>
                  <a:ext uri="{FF2B5EF4-FFF2-40B4-BE49-F238E27FC236}">
                    <a16:creationId xmlns:a16="http://schemas.microsoft.com/office/drawing/2014/main" id="{9BB2F4E0-B233-1B88-E86B-248544AA2B48}"/>
                  </a:ext>
                </a:extLst>
              </p:cNvPr>
              <p:cNvSpPr/>
              <p:nvPr/>
            </p:nvSpPr>
            <p:spPr>
              <a:xfrm>
                <a:off x="4585261" y="2521021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Data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9" name="Rounded Rectangle 7">
                <a:extLst>
                  <a:ext uri="{FF2B5EF4-FFF2-40B4-BE49-F238E27FC236}">
                    <a16:creationId xmlns:a16="http://schemas.microsoft.com/office/drawing/2014/main" id="{DC49F473-BC82-BF5F-74C9-FE5228B50268}"/>
                  </a:ext>
                </a:extLst>
              </p:cNvPr>
              <p:cNvSpPr/>
              <p:nvPr/>
            </p:nvSpPr>
            <p:spPr>
              <a:xfrm>
                <a:off x="4585261" y="2982658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Runtime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0" name="Rounded Rectangle 8">
                <a:extLst>
                  <a:ext uri="{FF2B5EF4-FFF2-40B4-BE49-F238E27FC236}">
                    <a16:creationId xmlns:a16="http://schemas.microsoft.com/office/drawing/2014/main" id="{3337D9E2-124C-CA92-7C75-B0E3C5BB1246}"/>
                  </a:ext>
                </a:extLst>
              </p:cNvPr>
              <p:cNvSpPr/>
              <p:nvPr/>
            </p:nvSpPr>
            <p:spPr>
              <a:xfrm>
                <a:off x="4585261" y="3444294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Middleware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1" name="Rounded Rectangle 9">
                <a:extLst>
                  <a:ext uri="{FF2B5EF4-FFF2-40B4-BE49-F238E27FC236}">
                    <a16:creationId xmlns:a16="http://schemas.microsoft.com/office/drawing/2014/main" id="{20412FAD-6E57-6066-71DA-3161CC839196}"/>
                  </a:ext>
                </a:extLst>
              </p:cNvPr>
              <p:cNvSpPr/>
              <p:nvPr/>
            </p:nvSpPr>
            <p:spPr>
              <a:xfrm>
                <a:off x="4585261" y="3905931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Operating System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2" name="Rounded Rectangle 10">
                <a:extLst>
                  <a:ext uri="{FF2B5EF4-FFF2-40B4-BE49-F238E27FC236}">
                    <a16:creationId xmlns:a16="http://schemas.microsoft.com/office/drawing/2014/main" id="{4F03C7D5-D71B-8318-08BE-9304F8438CBC}"/>
                  </a:ext>
                </a:extLst>
              </p:cNvPr>
              <p:cNvSpPr/>
              <p:nvPr/>
            </p:nvSpPr>
            <p:spPr>
              <a:xfrm>
                <a:off x="4585261" y="4367567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Virtualisation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3" name="Rounded Rectangle 11">
                <a:extLst>
                  <a:ext uri="{FF2B5EF4-FFF2-40B4-BE49-F238E27FC236}">
                    <a16:creationId xmlns:a16="http://schemas.microsoft.com/office/drawing/2014/main" id="{9C86091D-86C3-7224-A1AB-C22839AA0F6E}"/>
                  </a:ext>
                </a:extLst>
              </p:cNvPr>
              <p:cNvSpPr/>
              <p:nvPr/>
            </p:nvSpPr>
            <p:spPr>
              <a:xfrm>
                <a:off x="4585261" y="4829204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server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4" name="Rounded Rectangle 12">
                <a:extLst>
                  <a:ext uri="{FF2B5EF4-FFF2-40B4-BE49-F238E27FC236}">
                    <a16:creationId xmlns:a16="http://schemas.microsoft.com/office/drawing/2014/main" id="{59977314-1D3C-3327-A868-D5966E2F195B}"/>
                  </a:ext>
                </a:extLst>
              </p:cNvPr>
              <p:cNvSpPr/>
              <p:nvPr/>
            </p:nvSpPr>
            <p:spPr>
              <a:xfrm>
                <a:off x="4585261" y="5290841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storage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25" name="Rounded Rectangle 13">
                <a:extLst>
                  <a:ext uri="{FF2B5EF4-FFF2-40B4-BE49-F238E27FC236}">
                    <a16:creationId xmlns:a16="http://schemas.microsoft.com/office/drawing/2014/main" id="{0492AE38-41D5-AA8D-AA8A-5CB5085D7803}"/>
                  </a:ext>
                </a:extLst>
              </p:cNvPr>
              <p:cNvSpPr/>
              <p:nvPr/>
            </p:nvSpPr>
            <p:spPr>
              <a:xfrm>
                <a:off x="4585261" y="5752474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network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6C4DEC52-7E0F-70CC-E58E-25DD38EDBAA7}"/>
                </a:ext>
              </a:extLst>
            </p:cNvPr>
            <p:cNvGrpSpPr/>
            <p:nvPr/>
          </p:nvGrpSpPr>
          <p:grpSpPr>
            <a:xfrm>
              <a:off x="2342104" y="928696"/>
              <a:ext cx="2032907" cy="4712840"/>
              <a:chOff x="2312523" y="1502229"/>
              <a:chExt cx="2032907" cy="4712840"/>
            </a:xfrm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4BF58F88-2EF0-F778-F97E-6025DFF370CE}"/>
                  </a:ext>
                </a:extLst>
              </p:cNvPr>
              <p:cNvSpPr/>
              <p:nvPr/>
            </p:nvSpPr>
            <p:spPr>
              <a:xfrm>
                <a:off x="2312523" y="1502229"/>
                <a:ext cx="2032907" cy="471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328" b="1" kern="1200" err="1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IaaS</a:t>
                </a:r>
                <a:r>
                  <a:rPr lang="en-GB" sz="1328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 </a:t>
                </a:r>
                <a:br>
                  <a:rPr lang="en-GB" sz="1494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</a:br>
                <a:r>
                  <a:rPr lang="en-GB" sz="913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(infrastructure)</a:t>
                </a:r>
                <a:endParaRPr lang="en-GB" sz="1000" b="1">
                  <a:solidFill>
                    <a:schemeClr val="tx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7" name="Rounded Rectangle 18">
                <a:extLst>
                  <a:ext uri="{FF2B5EF4-FFF2-40B4-BE49-F238E27FC236}">
                    <a16:creationId xmlns:a16="http://schemas.microsoft.com/office/drawing/2014/main" id="{0D9C55D2-366C-BC67-A110-9C501329DDA1}"/>
                  </a:ext>
                </a:extLst>
              </p:cNvPr>
              <p:cNvSpPr/>
              <p:nvPr/>
            </p:nvSpPr>
            <p:spPr>
              <a:xfrm>
                <a:off x="2386001" y="2059386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Application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8" name="Rounded Rectangle 19">
                <a:extLst>
                  <a:ext uri="{FF2B5EF4-FFF2-40B4-BE49-F238E27FC236}">
                    <a16:creationId xmlns:a16="http://schemas.microsoft.com/office/drawing/2014/main" id="{2B3A0373-A681-55B2-1A65-FC0AC9AB00CC}"/>
                  </a:ext>
                </a:extLst>
              </p:cNvPr>
              <p:cNvSpPr/>
              <p:nvPr/>
            </p:nvSpPr>
            <p:spPr>
              <a:xfrm>
                <a:off x="2386001" y="2521022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Data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9" name="Rounded Rectangle 20">
                <a:extLst>
                  <a:ext uri="{FF2B5EF4-FFF2-40B4-BE49-F238E27FC236}">
                    <a16:creationId xmlns:a16="http://schemas.microsoft.com/office/drawing/2014/main" id="{2C4C7173-F96F-7E80-9EC4-0A3651DB8F52}"/>
                  </a:ext>
                </a:extLst>
              </p:cNvPr>
              <p:cNvSpPr/>
              <p:nvPr/>
            </p:nvSpPr>
            <p:spPr>
              <a:xfrm>
                <a:off x="2386001" y="2982659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Runtime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0" name="Rounded Rectangle 21">
                <a:extLst>
                  <a:ext uri="{FF2B5EF4-FFF2-40B4-BE49-F238E27FC236}">
                    <a16:creationId xmlns:a16="http://schemas.microsoft.com/office/drawing/2014/main" id="{A4630457-0C41-8ADF-AAFB-9D73B9476292}"/>
                  </a:ext>
                </a:extLst>
              </p:cNvPr>
              <p:cNvSpPr/>
              <p:nvPr/>
            </p:nvSpPr>
            <p:spPr>
              <a:xfrm>
                <a:off x="2386001" y="3444295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Middleware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1" name="Rounded Rectangle 22">
                <a:extLst>
                  <a:ext uri="{FF2B5EF4-FFF2-40B4-BE49-F238E27FC236}">
                    <a16:creationId xmlns:a16="http://schemas.microsoft.com/office/drawing/2014/main" id="{7ACFB30A-584D-555F-31BC-6E05E7DD3DB8}"/>
                  </a:ext>
                </a:extLst>
              </p:cNvPr>
              <p:cNvSpPr/>
              <p:nvPr/>
            </p:nvSpPr>
            <p:spPr>
              <a:xfrm>
                <a:off x="2386001" y="3905932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Operating System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2" name="Rounded Rectangle 23">
                <a:extLst>
                  <a:ext uri="{FF2B5EF4-FFF2-40B4-BE49-F238E27FC236}">
                    <a16:creationId xmlns:a16="http://schemas.microsoft.com/office/drawing/2014/main" id="{29074973-E13F-7C7E-2859-3C94DA8FA12A}"/>
                  </a:ext>
                </a:extLst>
              </p:cNvPr>
              <p:cNvSpPr/>
              <p:nvPr/>
            </p:nvSpPr>
            <p:spPr>
              <a:xfrm>
                <a:off x="2386001" y="4367568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Virtualisation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3" name="Rounded Rectangle 24">
                <a:extLst>
                  <a:ext uri="{FF2B5EF4-FFF2-40B4-BE49-F238E27FC236}">
                    <a16:creationId xmlns:a16="http://schemas.microsoft.com/office/drawing/2014/main" id="{C5A7CB88-FD9A-2C5F-1BF5-AE245F915303}"/>
                  </a:ext>
                </a:extLst>
              </p:cNvPr>
              <p:cNvSpPr/>
              <p:nvPr/>
            </p:nvSpPr>
            <p:spPr>
              <a:xfrm>
                <a:off x="2386001" y="4829205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server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4" name="Rounded Rectangle 25">
                <a:extLst>
                  <a:ext uri="{FF2B5EF4-FFF2-40B4-BE49-F238E27FC236}">
                    <a16:creationId xmlns:a16="http://schemas.microsoft.com/office/drawing/2014/main" id="{2EFAFA62-C0A3-370B-F4DF-1E51AB76A56C}"/>
                  </a:ext>
                </a:extLst>
              </p:cNvPr>
              <p:cNvSpPr/>
              <p:nvPr/>
            </p:nvSpPr>
            <p:spPr>
              <a:xfrm>
                <a:off x="2386001" y="5290842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storage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15" name="Rounded Rectangle 26">
                <a:extLst>
                  <a:ext uri="{FF2B5EF4-FFF2-40B4-BE49-F238E27FC236}">
                    <a16:creationId xmlns:a16="http://schemas.microsoft.com/office/drawing/2014/main" id="{735E1929-07C6-53DE-59C7-B57ED48E1C0F}"/>
                  </a:ext>
                </a:extLst>
              </p:cNvPr>
              <p:cNvSpPr/>
              <p:nvPr/>
            </p:nvSpPr>
            <p:spPr>
              <a:xfrm>
                <a:off x="2386001" y="5752475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network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A1670860-269A-D021-4DBA-021EB6A95335}"/>
                </a:ext>
              </a:extLst>
            </p:cNvPr>
            <p:cNvGrpSpPr/>
            <p:nvPr/>
          </p:nvGrpSpPr>
          <p:grpSpPr>
            <a:xfrm>
              <a:off x="142844" y="928696"/>
              <a:ext cx="2032907" cy="4712840"/>
              <a:chOff x="113263" y="1502229"/>
              <a:chExt cx="2032907" cy="4712840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24E1DBC9-F620-CA7E-738A-223E1879F186}"/>
                  </a:ext>
                </a:extLst>
              </p:cNvPr>
              <p:cNvSpPr/>
              <p:nvPr/>
            </p:nvSpPr>
            <p:spPr>
              <a:xfrm>
                <a:off x="113263" y="1502229"/>
                <a:ext cx="2032907" cy="471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328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On-Premises</a:t>
                </a:r>
                <a:endParaRPr lang="en-GB" sz="1100" b="1">
                  <a:solidFill>
                    <a:schemeClr val="tx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7" name="Rounded Rectangle 29">
                <a:extLst>
                  <a:ext uri="{FF2B5EF4-FFF2-40B4-BE49-F238E27FC236}">
                    <a16:creationId xmlns:a16="http://schemas.microsoft.com/office/drawing/2014/main" id="{ED142289-F7E8-47D9-A4D1-2C5596C3D1C7}"/>
                  </a:ext>
                </a:extLst>
              </p:cNvPr>
              <p:cNvSpPr/>
              <p:nvPr/>
            </p:nvSpPr>
            <p:spPr>
              <a:xfrm>
                <a:off x="186741" y="2059386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Application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8" name="Rounded Rectangle 30">
                <a:extLst>
                  <a:ext uri="{FF2B5EF4-FFF2-40B4-BE49-F238E27FC236}">
                    <a16:creationId xmlns:a16="http://schemas.microsoft.com/office/drawing/2014/main" id="{A3A41213-EDC8-5A16-59F4-166C521C0D89}"/>
                  </a:ext>
                </a:extLst>
              </p:cNvPr>
              <p:cNvSpPr/>
              <p:nvPr/>
            </p:nvSpPr>
            <p:spPr>
              <a:xfrm>
                <a:off x="186741" y="2521022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Data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9" name="Rounded Rectangle 31">
                <a:extLst>
                  <a:ext uri="{FF2B5EF4-FFF2-40B4-BE49-F238E27FC236}">
                    <a16:creationId xmlns:a16="http://schemas.microsoft.com/office/drawing/2014/main" id="{36B8B57E-D845-BFE9-8004-5DE4C6B0FC7A}"/>
                  </a:ext>
                </a:extLst>
              </p:cNvPr>
              <p:cNvSpPr/>
              <p:nvPr/>
            </p:nvSpPr>
            <p:spPr>
              <a:xfrm>
                <a:off x="186741" y="2982659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Runtime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0" name="Rounded Rectangle 32">
                <a:extLst>
                  <a:ext uri="{FF2B5EF4-FFF2-40B4-BE49-F238E27FC236}">
                    <a16:creationId xmlns:a16="http://schemas.microsoft.com/office/drawing/2014/main" id="{4EC7F92A-8CED-8E13-34EF-8679AC86A9A0}"/>
                  </a:ext>
                </a:extLst>
              </p:cNvPr>
              <p:cNvSpPr/>
              <p:nvPr/>
            </p:nvSpPr>
            <p:spPr>
              <a:xfrm>
                <a:off x="186741" y="3444295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Middleware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1" name="Rounded Rectangle 33">
                <a:extLst>
                  <a:ext uri="{FF2B5EF4-FFF2-40B4-BE49-F238E27FC236}">
                    <a16:creationId xmlns:a16="http://schemas.microsoft.com/office/drawing/2014/main" id="{4C6249A8-A4F8-6038-6626-70E20FE78B23}"/>
                  </a:ext>
                </a:extLst>
              </p:cNvPr>
              <p:cNvSpPr/>
              <p:nvPr/>
            </p:nvSpPr>
            <p:spPr>
              <a:xfrm>
                <a:off x="186741" y="3905932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Operating System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2" name="Rounded Rectangle 34">
                <a:extLst>
                  <a:ext uri="{FF2B5EF4-FFF2-40B4-BE49-F238E27FC236}">
                    <a16:creationId xmlns:a16="http://schemas.microsoft.com/office/drawing/2014/main" id="{14A34EAB-97B1-2261-67BA-7781A2160D4B}"/>
                  </a:ext>
                </a:extLst>
              </p:cNvPr>
              <p:cNvSpPr/>
              <p:nvPr/>
            </p:nvSpPr>
            <p:spPr>
              <a:xfrm>
                <a:off x="186741" y="4367568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Virtualisation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3" name="Rounded Rectangle 35">
                <a:extLst>
                  <a:ext uri="{FF2B5EF4-FFF2-40B4-BE49-F238E27FC236}">
                    <a16:creationId xmlns:a16="http://schemas.microsoft.com/office/drawing/2014/main" id="{0CFAF23A-11D0-2378-6BEF-7496F3060517}"/>
                  </a:ext>
                </a:extLst>
              </p:cNvPr>
              <p:cNvSpPr/>
              <p:nvPr/>
            </p:nvSpPr>
            <p:spPr>
              <a:xfrm>
                <a:off x="186741" y="4829205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server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4" name="Rounded Rectangle 36">
                <a:extLst>
                  <a:ext uri="{FF2B5EF4-FFF2-40B4-BE49-F238E27FC236}">
                    <a16:creationId xmlns:a16="http://schemas.microsoft.com/office/drawing/2014/main" id="{986C9C73-7190-C16E-AE17-431740FDFE07}"/>
                  </a:ext>
                </a:extLst>
              </p:cNvPr>
              <p:cNvSpPr/>
              <p:nvPr/>
            </p:nvSpPr>
            <p:spPr>
              <a:xfrm>
                <a:off x="186741" y="5290842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storage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205" name="Rounded Rectangle 37">
                <a:extLst>
                  <a:ext uri="{FF2B5EF4-FFF2-40B4-BE49-F238E27FC236}">
                    <a16:creationId xmlns:a16="http://schemas.microsoft.com/office/drawing/2014/main" id="{1B47F607-5C3E-E925-07B6-F08C8210692E}"/>
                  </a:ext>
                </a:extLst>
              </p:cNvPr>
              <p:cNvSpPr/>
              <p:nvPr/>
            </p:nvSpPr>
            <p:spPr>
              <a:xfrm>
                <a:off x="186741" y="5752475"/>
                <a:ext cx="1877786" cy="387281"/>
              </a:xfrm>
              <a:prstGeom prst="round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network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98E7BEE-2050-6B64-6E22-20B34B7A546A}"/>
                </a:ext>
              </a:extLst>
            </p:cNvPr>
            <p:cNvGrpSpPr/>
            <p:nvPr/>
          </p:nvGrpSpPr>
          <p:grpSpPr>
            <a:xfrm>
              <a:off x="6740624" y="928694"/>
              <a:ext cx="2032907" cy="4712840"/>
              <a:chOff x="6711043" y="1502227"/>
              <a:chExt cx="2032907" cy="4712840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8D88A484-003A-A788-B90A-31CBA2F3A832}"/>
                  </a:ext>
                </a:extLst>
              </p:cNvPr>
              <p:cNvSpPr/>
              <p:nvPr/>
            </p:nvSpPr>
            <p:spPr>
              <a:xfrm>
                <a:off x="6711043" y="1502227"/>
                <a:ext cx="2032907" cy="4712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328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SaaS </a:t>
                </a:r>
                <a:br>
                  <a:rPr lang="en-GB" sz="1328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</a:br>
                <a:r>
                  <a:rPr lang="en-GB" sz="913" b="1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(software)</a:t>
                </a:r>
                <a:endParaRPr lang="en-GB" sz="1050" b="1">
                  <a:solidFill>
                    <a:schemeClr val="tx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87" name="Rounded Rectangle 40">
                <a:extLst>
                  <a:ext uri="{FF2B5EF4-FFF2-40B4-BE49-F238E27FC236}">
                    <a16:creationId xmlns:a16="http://schemas.microsoft.com/office/drawing/2014/main" id="{D0652D0B-6FDE-436F-9D82-4F7DA95D6B52}"/>
                  </a:ext>
                </a:extLst>
              </p:cNvPr>
              <p:cNvSpPr/>
              <p:nvPr/>
            </p:nvSpPr>
            <p:spPr>
              <a:xfrm>
                <a:off x="6784521" y="2059384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 dirty="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Application</a:t>
                </a:r>
                <a:endParaRPr lang="en-GB" sz="1400" dirty="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88" name="Rounded Rectangle 41">
                <a:extLst>
                  <a:ext uri="{FF2B5EF4-FFF2-40B4-BE49-F238E27FC236}">
                    <a16:creationId xmlns:a16="http://schemas.microsoft.com/office/drawing/2014/main" id="{A2E31BAA-1E7A-7097-80C1-7544042D869F}"/>
                  </a:ext>
                </a:extLst>
              </p:cNvPr>
              <p:cNvSpPr/>
              <p:nvPr/>
            </p:nvSpPr>
            <p:spPr>
              <a:xfrm>
                <a:off x="6784521" y="2521020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Data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89" name="Rounded Rectangle 42">
                <a:extLst>
                  <a:ext uri="{FF2B5EF4-FFF2-40B4-BE49-F238E27FC236}">
                    <a16:creationId xmlns:a16="http://schemas.microsoft.com/office/drawing/2014/main" id="{3BCF40D3-D5F6-6D75-F9D9-5D5EF02681F6}"/>
                  </a:ext>
                </a:extLst>
              </p:cNvPr>
              <p:cNvSpPr/>
              <p:nvPr/>
            </p:nvSpPr>
            <p:spPr>
              <a:xfrm>
                <a:off x="6784521" y="2982657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Runtime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0" name="Rounded Rectangle 43">
                <a:extLst>
                  <a:ext uri="{FF2B5EF4-FFF2-40B4-BE49-F238E27FC236}">
                    <a16:creationId xmlns:a16="http://schemas.microsoft.com/office/drawing/2014/main" id="{9B3D47E2-F9A7-8624-5641-A5B6051496AA}"/>
                  </a:ext>
                </a:extLst>
              </p:cNvPr>
              <p:cNvSpPr/>
              <p:nvPr/>
            </p:nvSpPr>
            <p:spPr>
              <a:xfrm>
                <a:off x="6784521" y="3444293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Middleware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1" name="Rounded Rectangle 44">
                <a:extLst>
                  <a:ext uri="{FF2B5EF4-FFF2-40B4-BE49-F238E27FC236}">
                    <a16:creationId xmlns:a16="http://schemas.microsoft.com/office/drawing/2014/main" id="{F616617D-9E80-C38A-B3B6-CD9B9C8921B8}"/>
                  </a:ext>
                </a:extLst>
              </p:cNvPr>
              <p:cNvSpPr/>
              <p:nvPr/>
            </p:nvSpPr>
            <p:spPr>
              <a:xfrm>
                <a:off x="6784521" y="3905930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Operating System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2" name="Rounded Rectangle 45">
                <a:extLst>
                  <a:ext uri="{FF2B5EF4-FFF2-40B4-BE49-F238E27FC236}">
                    <a16:creationId xmlns:a16="http://schemas.microsoft.com/office/drawing/2014/main" id="{EFD77885-8858-711F-91BF-3175F73078F4}"/>
                  </a:ext>
                </a:extLst>
              </p:cNvPr>
              <p:cNvSpPr/>
              <p:nvPr/>
            </p:nvSpPr>
            <p:spPr>
              <a:xfrm>
                <a:off x="6784521" y="4367566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Virtualisation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3" name="Rounded Rectangle 46">
                <a:extLst>
                  <a:ext uri="{FF2B5EF4-FFF2-40B4-BE49-F238E27FC236}">
                    <a16:creationId xmlns:a16="http://schemas.microsoft.com/office/drawing/2014/main" id="{15AAD316-FD84-CA06-0012-AAA8FF72603B}"/>
                  </a:ext>
                </a:extLst>
              </p:cNvPr>
              <p:cNvSpPr/>
              <p:nvPr/>
            </p:nvSpPr>
            <p:spPr>
              <a:xfrm>
                <a:off x="6784521" y="4829203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 dirty="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server</a:t>
                </a:r>
                <a:endParaRPr lang="en-GB" sz="1400" dirty="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4" name="Rounded Rectangle 47">
                <a:extLst>
                  <a:ext uri="{FF2B5EF4-FFF2-40B4-BE49-F238E27FC236}">
                    <a16:creationId xmlns:a16="http://schemas.microsoft.com/office/drawing/2014/main" id="{7191E768-B2EB-8634-633E-A4D5A85A9D33}"/>
                  </a:ext>
                </a:extLst>
              </p:cNvPr>
              <p:cNvSpPr/>
              <p:nvPr/>
            </p:nvSpPr>
            <p:spPr>
              <a:xfrm>
                <a:off x="6784521" y="5290840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storage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  <p:sp>
            <p:nvSpPr>
              <p:cNvPr id="195" name="Rounded Rectangle 48">
                <a:extLst>
                  <a:ext uri="{FF2B5EF4-FFF2-40B4-BE49-F238E27FC236}">
                    <a16:creationId xmlns:a16="http://schemas.microsoft.com/office/drawing/2014/main" id="{DFFDA22E-7FD6-0D4A-A44C-A009F420E793}"/>
                  </a:ext>
                </a:extLst>
              </p:cNvPr>
              <p:cNvSpPr/>
              <p:nvPr/>
            </p:nvSpPr>
            <p:spPr>
              <a:xfrm>
                <a:off x="6784521" y="5752473"/>
                <a:ext cx="1877786" cy="387281"/>
              </a:xfrm>
              <a:prstGeom prst="roundRect">
                <a:avLst/>
              </a:prstGeom>
              <a:solidFill>
                <a:srgbClr val="005B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58952">
                  <a:spcAft>
                    <a:spcPts val="600"/>
                  </a:spcAft>
                </a:pPr>
                <a:r>
                  <a:rPr lang="en-GB" sz="1162" kern="1200">
                    <a:solidFill>
                      <a:schemeClr val="bg1"/>
                    </a:solidFill>
                    <a:latin typeface="Montserrat" pitchFamily="2" charset="77"/>
                    <a:ea typeface="+mn-ea"/>
                    <a:cs typeface="Arial" pitchFamily="34" charset="0"/>
                  </a:rPr>
                  <a:t>Physical network</a:t>
                </a:r>
                <a:endParaRPr lang="en-GB" sz="1400">
                  <a:solidFill>
                    <a:schemeClr val="bg1"/>
                  </a:solidFill>
                  <a:latin typeface="Montserrat" pitchFamily="2" charset="77"/>
                  <a:cs typeface="Arial" pitchFamily="34" charset="0"/>
                </a:endParaRPr>
              </a:p>
            </p:txBody>
          </p:sp>
        </p:grpSp>
        <p:sp>
          <p:nvSpPr>
            <p:cNvPr id="184" name="Rounded Rectangle 53">
              <a:extLst>
                <a:ext uri="{FF2B5EF4-FFF2-40B4-BE49-F238E27FC236}">
                  <a16:creationId xmlns:a16="http://schemas.microsoft.com/office/drawing/2014/main" id="{0A7CB1A4-46BA-32A7-114E-0A3D088C6809}"/>
                </a:ext>
              </a:extLst>
            </p:cNvPr>
            <p:cNvSpPr/>
            <p:nvPr/>
          </p:nvSpPr>
          <p:spPr>
            <a:xfrm>
              <a:off x="1844258" y="5769001"/>
              <a:ext cx="2530754" cy="383188"/>
            </a:xfrm>
            <a:prstGeom prst="round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58952">
                <a:spcAft>
                  <a:spcPts val="600"/>
                </a:spcAft>
              </a:pPr>
              <a:r>
                <a:rPr lang="en-GB" sz="1162" b="1" kern="1200" dirty="0">
                  <a:solidFill>
                    <a:schemeClr val="bg1"/>
                  </a:solidFill>
                  <a:latin typeface="Montserrat" pitchFamily="2" charset="77"/>
                  <a:ea typeface="+mn-ea"/>
                  <a:cs typeface="Arial" pitchFamily="34" charset="0"/>
                </a:rPr>
                <a:t>Managed by customer</a:t>
              </a:r>
              <a:endParaRPr lang="en-GB" sz="1400" b="1" dirty="0">
                <a:solidFill>
                  <a:schemeClr val="bg1"/>
                </a:solidFill>
                <a:latin typeface="Montserrat" pitchFamily="2" charset="77"/>
                <a:cs typeface="Arial" pitchFamily="34" charset="0"/>
              </a:endParaRPr>
            </a:p>
          </p:txBody>
        </p:sp>
        <p:sp>
          <p:nvSpPr>
            <p:cNvPr id="185" name="Rounded Rectangle 54">
              <a:extLst>
                <a:ext uri="{FF2B5EF4-FFF2-40B4-BE49-F238E27FC236}">
                  <a16:creationId xmlns:a16="http://schemas.microsoft.com/office/drawing/2014/main" id="{5BA24F00-0D6C-4A34-3696-22EE551527F4}"/>
                </a:ext>
              </a:extLst>
            </p:cNvPr>
            <p:cNvSpPr/>
            <p:nvPr/>
          </p:nvSpPr>
          <p:spPr>
            <a:xfrm>
              <a:off x="4536281" y="5769001"/>
              <a:ext cx="2530754" cy="383187"/>
            </a:xfrm>
            <a:prstGeom prst="roundRect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58952">
                <a:spcAft>
                  <a:spcPts val="600"/>
                </a:spcAft>
              </a:pPr>
              <a:r>
                <a:rPr lang="en-GB" sz="1162" b="1" kern="1200" dirty="0">
                  <a:solidFill>
                    <a:schemeClr val="bg1"/>
                  </a:solidFill>
                  <a:latin typeface="Montserrat" pitchFamily="2" charset="77"/>
                  <a:ea typeface="+mn-ea"/>
                  <a:cs typeface="Arial" pitchFamily="34" charset="0"/>
                </a:rPr>
                <a:t>Managed by vendor</a:t>
              </a:r>
              <a:endParaRPr lang="en-GB" sz="1400" b="1" dirty="0">
                <a:solidFill>
                  <a:schemeClr val="bg1"/>
                </a:solidFill>
                <a:latin typeface="Montserrat" pitchFamily="2" charset="7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7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BFE2B-EE6D-B7FD-FFCB-8B82770F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0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8B38578-18D9-97EA-406D-D348C0C80F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68479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549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EC986-84AC-428B-A582-22BD3B947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599AB-BCBE-4F73-B3B5-CE53B1A26E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Lab activity  - RDS and DynamoDB</a:t>
            </a:r>
          </a:p>
        </p:txBody>
      </p:sp>
      <p:pic>
        <p:nvPicPr>
          <p:cNvPr id="1026" name="Picture 2" descr="&#10;            Single VPC Scenario&#10;        ">
            <a:extLst>
              <a:ext uri="{FF2B5EF4-FFF2-40B4-BE49-F238E27FC236}">
                <a16:creationId xmlns:a16="http://schemas.microsoft.com/office/drawing/2014/main" id="{3C5E1D80-0838-4ABE-8D82-FF573928D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63" y="1295401"/>
            <a:ext cx="4789424" cy="315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131732-A4BA-49D5-92CD-EF7C564120EE}"/>
              </a:ext>
            </a:extLst>
          </p:cNvPr>
          <p:cNvSpPr txBox="1"/>
          <p:nvPr/>
        </p:nvSpPr>
        <p:spPr>
          <a:xfrm>
            <a:off x="315113" y="1803689"/>
            <a:ext cx="64043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  <a:t>Upon completion of this Lab, you will be able to:</a:t>
            </a:r>
            <a:b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</a:br>
            <a:endParaRPr lang="en-GB" sz="2000" b="1" i="0" dirty="0">
              <a:solidFill>
                <a:srgbClr val="2A3B4F"/>
              </a:solidFill>
              <a:effectLst/>
              <a:latin typeface="Lato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  <a:t>Create RDS or DynamoDB databases</a:t>
            </a:r>
            <a:b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</a:br>
            <a:endParaRPr lang="en-GB" sz="2000" b="1" i="0" dirty="0">
              <a:solidFill>
                <a:srgbClr val="2A3B4F"/>
              </a:solidFill>
              <a:effectLst/>
              <a:latin typeface="Lato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  <a:t>Use the AWS Console to create subnet groups</a:t>
            </a:r>
            <a:b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</a:br>
            <a:endParaRPr lang="en-GB" sz="2000" b="1" i="0" dirty="0">
              <a:solidFill>
                <a:srgbClr val="2A3B4F"/>
              </a:solidFill>
              <a:effectLst/>
              <a:latin typeface="Lato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  <a:t>Manage access by using security group rules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GB" sz="2000" b="1" i="0" dirty="0">
              <a:solidFill>
                <a:srgbClr val="2A3B4F"/>
              </a:solidFill>
              <a:effectLst/>
              <a:latin typeface="Lato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2A3B4F"/>
                </a:solidFill>
                <a:effectLst/>
                <a:latin typeface="Lato"/>
              </a:rPr>
              <a:t>Connect to and use the databases you create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2A3B4F"/>
              </a:solidFill>
              <a:latin typeface="Lato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CB28E5-AB01-FF05-279C-3AC5DF1167AE}"/>
              </a:ext>
            </a:extLst>
          </p:cNvPr>
          <p:cNvGrpSpPr/>
          <p:nvPr/>
        </p:nvGrpSpPr>
        <p:grpSpPr>
          <a:xfrm>
            <a:off x="2179187" y="5281029"/>
            <a:ext cx="9016332" cy="1151214"/>
            <a:chOff x="2179187" y="5281029"/>
            <a:chExt cx="9016332" cy="1151214"/>
          </a:xfrm>
        </p:grpSpPr>
        <p:sp>
          <p:nvSpPr>
            <p:cNvPr id="19" name="Action Button: Go Forward or Next 18">
              <a:hlinkClick r:id="rId4" highlightClick="1"/>
              <a:extLst>
                <a:ext uri="{FF2B5EF4-FFF2-40B4-BE49-F238E27FC236}">
                  <a16:creationId xmlns:a16="http://schemas.microsoft.com/office/drawing/2014/main" id="{303FA232-84DD-02AE-866A-75BECB2D5F4A}"/>
                </a:ext>
              </a:extLst>
            </p:cNvPr>
            <p:cNvSpPr/>
            <p:nvPr/>
          </p:nvSpPr>
          <p:spPr>
            <a:xfrm>
              <a:off x="10724464" y="5281029"/>
              <a:ext cx="471055" cy="415637"/>
            </a:xfrm>
            <a:prstGeom prst="actionButtonForwardNext">
              <a:avLst/>
            </a:prstGeom>
            <a:ln/>
            <a:effectLst>
              <a:softEdge rad="31750"/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ction Button: Go Forward or Next 19">
              <a:hlinkClick r:id="rId5" highlightClick="1"/>
              <a:extLst>
                <a:ext uri="{FF2B5EF4-FFF2-40B4-BE49-F238E27FC236}">
                  <a16:creationId xmlns:a16="http://schemas.microsoft.com/office/drawing/2014/main" id="{C157FEAC-FF4B-6896-78FB-CA2442AA1B8A}"/>
                </a:ext>
              </a:extLst>
            </p:cNvPr>
            <p:cNvSpPr/>
            <p:nvPr/>
          </p:nvSpPr>
          <p:spPr>
            <a:xfrm>
              <a:off x="10724464" y="5999016"/>
              <a:ext cx="471055" cy="415637"/>
            </a:xfrm>
            <a:prstGeom prst="actionButtonForwardNext">
              <a:avLst/>
            </a:prstGeom>
            <a:ln/>
            <a:effectLst>
              <a:softEdge rad="31750"/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80CDE3-36AC-D08E-CA95-80171CDBEA02}"/>
                </a:ext>
              </a:extLst>
            </p:cNvPr>
            <p:cNvSpPr txBox="1"/>
            <p:nvPr/>
          </p:nvSpPr>
          <p:spPr>
            <a:xfrm>
              <a:off x="8343900" y="5345423"/>
              <a:ext cx="2243138" cy="43435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rmAutofit/>
            </a:bodyPr>
            <a:lstStyle/>
            <a:p>
              <a:pPr algn="l"/>
              <a:r>
                <a:rPr lang="en-GB" b="1" dirty="0"/>
                <a:t>RDBMS - RDS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7FCB4E-3515-3C08-6B2D-325E776BBB00}"/>
                </a:ext>
              </a:extLst>
            </p:cNvPr>
            <p:cNvSpPr txBox="1"/>
            <p:nvPr/>
          </p:nvSpPr>
          <p:spPr>
            <a:xfrm>
              <a:off x="8072438" y="5997892"/>
              <a:ext cx="2509837" cy="43435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rmAutofit/>
            </a:bodyPr>
            <a:lstStyle/>
            <a:p>
              <a:pPr algn="l"/>
              <a:r>
                <a:rPr lang="en-GB" b="1" dirty="0"/>
                <a:t>NoSQL - DynamoDB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A8489C-6749-04E2-F51C-1AAE1B45BD31}"/>
                </a:ext>
              </a:extLst>
            </p:cNvPr>
            <p:cNvSpPr txBox="1"/>
            <p:nvPr/>
          </p:nvSpPr>
          <p:spPr>
            <a:xfrm>
              <a:off x="2179187" y="559161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800" b="1" dirty="0">
                  <a:solidFill>
                    <a:srgbClr val="2A3B4F"/>
                  </a:solidFill>
                  <a:latin typeface="Lato"/>
                </a:rPr>
                <a:t>Please take an hour to perform one of these labs</a:t>
              </a:r>
              <a:endParaRPr lang="en-GB" sz="1800" b="1" i="0" dirty="0">
                <a:solidFill>
                  <a:srgbClr val="2A3B4F"/>
                </a:solidFill>
                <a:effectLst/>
                <a:latin typeface="Lato"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B5ABD2A-9748-5C34-6596-6093C16DA09A}"/>
                </a:ext>
              </a:extLst>
            </p:cNvPr>
            <p:cNvSpPr/>
            <p:nvPr/>
          </p:nvSpPr>
          <p:spPr>
            <a:xfrm>
              <a:off x="7362092" y="5568464"/>
              <a:ext cx="471055" cy="41563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25870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Cloud Computing</Template>
  <TotalTime>0</TotalTime>
  <Words>606</Words>
  <Application>Microsoft Office PowerPoint</Application>
  <PresentationFormat>Widescreen</PresentationFormat>
  <Paragraphs>127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Krana Fat B</vt:lpstr>
      <vt:lpstr>Lato</vt:lpstr>
      <vt:lpstr>Montserrat</vt:lpstr>
      <vt:lpstr>Times New Roman</vt:lpstr>
      <vt:lpstr>Wingdings</vt:lpstr>
      <vt:lpstr>Office Theme</vt:lpstr>
      <vt:lpstr>What Is Cloud Computing</vt:lpstr>
      <vt:lpstr>Key Cloud Features</vt:lpstr>
      <vt:lpstr>Why Developers Use the Cloud</vt:lpstr>
      <vt:lpstr>How Cloud Costs Work</vt:lpstr>
      <vt:lpstr>Servers on Demand</vt:lpstr>
      <vt:lpstr>Load Balancing</vt:lpstr>
      <vt:lpstr>Monitoring &amp; Observability</vt:lpstr>
      <vt:lpstr>Deployment Services</vt:lpstr>
      <vt:lpstr>Availability</vt:lpstr>
      <vt:lpstr>Security in the Cloud</vt:lpstr>
      <vt:lpstr>Responsibility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baradaran</dc:creator>
  <cp:lastModifiedBy>mike baradaran</cp:lastModifiedBy>
  <cp:revision>14</cp:revision>
  <dcterms:created xsi:type="dcterms:W3CDTF">2026-04-12T18:01:52Z</dcterms:created>
  <dcterms:modified xsi:type="dcterms:W3CDTF">2026-04-14T10:18:03Z</dcterms:modified>
</cp:coreProperties>
</file>