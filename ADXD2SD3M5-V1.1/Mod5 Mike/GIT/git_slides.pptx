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95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72C271-3118-4537-93E8-C659B7CF375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6A86601-0BE6-4959-90E4-26EEA78D06F8}">
      <dgm:prSet/>
      <dgm:spPr/>
      <dgm:t>
        <a:bodyPr/>
        <a:lstStyle/>
        <a:p>
          <a:pPr>
            <a:defRPr cap="all"/>
          </a:pPr>
          <a:r>
            <a:rPr lang="fr-FR"/>
            <a:t>Tracks changes</a:t>
          </a:r>
          <a:endParaRPr lang="en-US"/>
        </a:p>
      </dgm:t>
    </dgm:pt>
    <dgm:pt modelId="{54400268-E849-4102-998C-0E0E337A90E9}" type="parTrans" cxnId="{75C28475-9B65-4ECF-86EF-EB928010D6FA}">
      <dgm:prSet/>
      <dgm:spPr/>
      <dgm:t>
        <a:bodyPr/>
        <a:lstStyle/>
        <a:p>
          <a:endParaRPr lang="en-US"/>
        </a:p>
      </dgm:t>
    </dgm:pt>
    <dgm:pt modelId="{64B01720-843D-4458-84C9-8F9B3ADE31E2}" type="sibTrans" cxnId="{75C28475-9B65-4ECF-86EF-EB928010D6FA}">
      <dgm:prSet/>
      <dgm:spPr/>
      <dgm:t>
        <a:bodyPr/>
        <a:lstStyle/>
        <a:p>
          <a:endParaRPr lang="en-US"/>
        </a:p>
      </dgm:t>
    </dgm:pt>
    <dgm:pt modelId="{55BA076F-4464-4072-9FAD-28D3E6D4ED1E}">
      <dgm:prSet/>
      <dgm:spPr/>
      <dgm:t>
        <a:bodyPr/>
        <a:lstStyle/>
        <a:p>
          <a:pPr>
            <a:defRPr cap="all"/>
          </a:pPr>
          <a:r>
            <a:rPr lang="fr-FR"/>
            <a:t>Revert versions</a:t>
          </a:r>
          <a:endParaRPr lang="en-US"/>
        </a:p>
      </dgm:t>
    </dgm:pt>
    <dgm:pt modelId="{785DED0A-CD81-433C-B4FC-6E4F5B236E59}" type="parTrans" cxnId="{82BEA300-A249-4D0E-B492-9396807AABC6}">
      <dgm:prSet/>
      <dgm:spPr/>
      <dgm:t>
        <a:bodyPr/>
        <a:lstStyle/>
        <a:p>
          <a:endParaRPr lang="en-US"/>
        </a:p>
      </dgm:t>
    </dgm:pt>
    <dgm:pt modelId="{5E16FDB9-902C-48AF-8B5B-3098EEF65B4C}" type="sibTrans" cxnId="{82BEA300-A249-4D0E-B492-9396807AABC6}">
      <dgm:prSet/>
      <dgm:spPr/>
      <dgm:t>
        <a:bodyPr/>
        <a:lstStyle/>
        <a:p>
          <a:endParaRPr lang="en-US"/>
        </a:p>
      </dgm:t>
    </dgm:pt>
    <dgm:pt modelId="{C0C65277-55A9-4197-AB9E-19AE1DAE360B}">
      <dgm:prSet/>
      <dgm:spPr/>
      <dgm:t>
        <a:bodyPr/>
        <a:lstStyle/>
        <a:p>
          <a:pPr>
            <a:defRPr cap="all"/>
          </a:pPr>
          <a:r>
            <a:rPr lang="fr-FR"/>
            <a:t>Supports collaboration</a:t>
          </a:r>
          <a:endParaRPr lang="en-US"/>
        </a:p>
      </dgm:t>
    </dgm:pt>
    <dgm:pt modelId="{8A119D0B-B878-4DB9-A6DA-B3A5FEC21A46}" type="parTrans" cxnId="{274456C9-5CCA-4BD0-8FA2-422EBFACFC0F}">
      <dgm:prSet/>
      <dgm:spPr/>
      <dgm:t>
        <a:bodyPr/>
        <a:lstStyle/>
        <a:p>
          <a:endParaRPr lang="en-US"/>
        </a:p>
      </dgm:t>
    </dgm:pt>
    <dgm:pt modelId="{2B6ABAFE-5CCC-4026-86C0-36A01667FFBC}" type="sibTrans" cxnId="{274456C9-5CCA-4BD0-8FA2-422EBFACFC0F}">
      <dgm:prSet/>
      <dgm:spPr/>
      <dgm:t>
        <a:bodyPr/>
        <a:lstStyle/>
        <a:p>
          <a:endParaRPr lang="en-US"/>
        </a:p>
      </dgm:t>
    </dgm:pt>
    <dgm:pt modelId="{9832A9EC-6CC3-4E65-8239-DAA8AF76EDEF}" type="pres">
      <dgm:prSet presAssocID="{1972C271-3118-4537-93E8-C659B7CF3756}" presName="root" presStyleCnt="0">
        <dgm:presLayoutVars>
          <dgm:dir/>
          <dgm:resizeHandles val="exact"/>
        </dgm:presLayoutVars>
      </dgm:prSet>
      <dgm:spPr/>
    </dgm:pt>
    <dgm:pt modelId="{E3E2179D-0040-4A6A-B265-BAF80797E006}" type="pres">
      <dgm:prSet presAssocID="{B6A86601-0BE6-4959-90E4-26EEA78D06F8}" presName="compNode" presStyleCnt="0"/>
      <dgm:spPr/>
    </dgm:pt>
    <dgm:pt modelId="{B9479129-4B77-48B8-883C-1E8835FD2E65}" type="pres">
      <dgm:prSet presAssocID="{B6A86601-0BE6-4959-90E4-26EEA78D06F8}" presName="iconBgRect" presStyleLbl="bgShp" presStyleIdx="0" presStyleCnt="3"/>
      <dgm:spPr/>
    </dgm:pt>
    <dgm:pt modelId="{819F2D1D-2E65-4F99-905F-9A83893A7E3D}" type="pres">
      <dgm:prSet presAssocID="{B6A86601-0BE6-4959-90E4-26EEA78D06F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2562A98C-5739-408E-913B-80EFB5B724FA}" type="pres">
      <dgm:prSet presAssocID="{B6A86601-0BE6-4959-90E4-26EEA78D06F8}" presName="spaceRect" presStyleCnt="0"/>
      <dgm:spPr/>
    </dgm:pt>
    <dgm:pt modelId="{69A2E409-1AE0-433B-81D7-D64C67A0C270}" type="pres">
      <dgm:prSet presAssocID="{B6A86601-0BE6-4959-90E4-26EEA78D06F8}" presName="textRect" presStyleLbl="revTx" presStyleIdx="0" presStyleCnt="3">
        <dgm:presLayoutVars>
          <dgm:chMax val="1"/>
          <dgm:chPref val="1"/>
        </dgm:presLayoutVars>
      </dgm:prSet>
      <dgm:spPr/>
    </dgm:pt>
    <dgm:pt modelId="{1EC40E02-971C-4B05-8DBF-113D1F214E70}" type="pres">
      <dgm:prSet presAssocID="{64B01720-843D-4458-84C9-8F9B3ADE31E2}" presName="sibTrans" presStyleCnt="0"/>
      <dgm:spPr/>
    </dgm:pt>
    <dgm:pt modelId="{5F6A8729-8FBF-4417-AF49-566D6ACC9298}" type="pres">
      <dgm:prSet presAssocID="{55BA076F-4464-4072-9FAD-28D3E6D4ED1E}" presName="compNode" presStyleCnt="0"/>
      <dgm:spPr/>
    </dgm:pt>
    <dgm:pt modelId="{00473E8F-E343-440E-AB51-A12FB7105E6C}" type="pres">
      <dgm:prSet presAssocID="{55BA076F-4464-4072-9FAD-28D3E6D4ED1E}" presName="iconBgRect" presStyleLbl="bgShp" presStyleIdx="1" presStyleCnt="3"/>
      <dgm:spPr/>
    </dgm:pt>
    <dgm:pt modelId="{D2D2D093-6532-42B3-99A8-7BE1B2A3228C}" type="pres">
      <dgm:prSet presAssocID="{55BA076F-4464-4072-9FAD-28D3E6D4ED1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06D81DD1-6182-48CC-A2FE-6E7D0B5EA8AF}" type="pres">
      <dgm:prSet presAssocID="{55BA076F-4464-4072-9FAD-28D3E6D4ED1E}" presName="spaceRect" presStyleCnt="0"/>
      <dgm:spPr/>
    </dgm:pt>
    <dgm:pt modelId="{A234CAB6-7057-47E6-AB3B-FCC6E6C925D5}" type="pres">
      <dgm:prSet presAssocID="{55BA076F-4464-4072-9FAD-28D3E6D4ED1E}" presName="textRect" presStyleLbl="revTx" presStyleIdx="1" presStyleCnt="3">
        <dgm:presLayoutVars>
          <dgm:chMax val="1"/>
          <dgm:chPref val="1"/>
        </dgm:presLayoutVars>
      </dgm:prSet>
      <dgm:spPr/>
    </dgm:pt>
    <dgm:pt modelId="{7A733B40-B8DF-41FF-A305-27A5C66CD91A}" type="pres">
      <dgm:prSet presAssocID="{5E16FDB9-902C-48AF-8B5B-3098EEF65B4C}" presName="sibTrans" presStyleCnt="0"/>
      <dgm:spPr/>
    </dgm:pt>
    <dgm:pt modelId="{53F44E18-364D-4CF4-AA8B-9C53047724B1}" type="pres">
      <dgm:prSet presAssocID="{C0C65277-55A9-4197-AB9E-19AE1DAE360B}" presName="compNode" presStyleCnt="0"/>
      <dgm:spPr/>
    </dgm:pt>
    <dgm:pt modelId="{1FDEB263-9D2B-49DD-97E7-318CE1F8186A}" type="pres">
      <dgm:prSet presAssocID="{C0C65277-55A9-4197-AB9E-19AE1DAE360B}" presName="iconBgRect" presStyleLbl="bgShp" presStyleIdx="2" presStyleCnt="3"/>
      <dgm:spPr/>
    </dgm:pt>
    <dgm:pt modelId="{2F5C0405-03B1-43A6-9B63-D269BB27543F}" type="pres">
      <dgm:prSet presAssocID="{C0C65277-55A9-4197-AB9E-19AE1DAE360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B5F4879-70F7-48CA-95A1-78731C11B917}" type="pres">
      <dgm:prSet presAssocID="{C0C65277-55A9-4197-AB9E-19AE1DAE360B}" presName="spaceRect" presStyleCnt="0"/>
      <dgm:spPr/>
    </dgm:pt>
    <dgm:pt modelId="{EE794E79-65A5-413F-A073-9E17F90E6CF1}" type="pres">
      <dgm:prSet presAssocID="{C0C65277-55A9-4197-AB9E-19AE1DAE36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2BEA300-A249-4D0E-B492-9396807AABC6}" srcId="{1972C271-3118-4537-93E8-C659B7CF3756}" destId="{55BA076F-4464-4072-9FAD-28D3E6D4ED1E}" srcOrd="1" destOrd="0" parTransId="{785DED0A-CD81-433C-B4FC-6E4F5B236E59}" sibTransId="{5E16FDB9-902C-48AF-8B5B-3098EEF65B4C}"/>
    <dgm:cxn modelId="{26FDC151-697B-4FE9-AF92-7383D17AB1FC}" type="presOf" srcId="{C0C65277-55A9-4197-AB9E-19AE1DAE360B}" destId="{EE794E79-65A5-413F-A073-9E17F90E6CF1}" srcOrd="0" destOrd="0" presId="urn:microsoft.com/office/officeart/2018/5/layout/IconCircleLabelList"/>
    <dgm:cxn modelId="{75C28475-9B65-4ECF-86EF-EB928010D6FA}" srcId="{1972C271-3118-4537-93E8-C659B7CF3756}" destId="{B6A86601-0BE6-4959-90E4-26EEA78D06F8}" srcOrd="0" destOrd="0" parTransId="{54400268-E849-4102-998C-0E0E337A90E9}" sibTransId="{64B01720-843D-4458-84C9-8F9B3ADE31E2}"/>
    <dgm:cxn modelId="{ABBFEA85-63B0-40C6-A6A1-B31C74F8CFE4}" type="presOf" srcId="{B6A86601-0BE6-4959-90E4-26EEA78D06F8}" destId="{69A2E409-1AE0-433B-81D7-D64C67A0C270}" srcOrd="0" destOrd="0" presId="urn:microsoft.com/office/officeart/2018/5/layout/IconCircleLabelList"/>
    <dgm:cxn modelId="{274456C9-5CCA-4BD0-8FA2-422EBFACFC0F}" srcId="{1972C271-3118-4537-93E8-C659B7CF3756}" destId="{C0C65277-55A9-4197-AB9E-19AE1DAE360B}" srcOrd="2" destOrd="0" parTransId="{8A119D0B-B878-4DB9-A6DA-B3A5FEC21A46}" sibTransId="{2B6ABAFE-5CCC-4026-86C0-36A01667FFBC}"/>
    <dgm:cxn modelId="{86B5B2D6-A364-4B95-848D-D514E8F9CCFC}" type="presOf" srcId="{55BA076F-4464-4072-9FAD-28D3E6D4ED1E}" destId="{A234CAB6-7057-47E6-AB3B-FCC6E6C925D5}" srcOrd="0" destOrd="0" presId="urn:microsoft.com/office/officeart/2018/5/layout/IconCircleLabelList"/>
    <dgm:cxn modelId="{CDA272ED-C787-4C2D-B6D4-E6C438B78C47}" type="presOf" srcId="{1972C271-3118-4537-93E8-C659B7CF3756}" destId="{9832A9EC-6CC3-4E65-8239-DAA8AF76EDEF}" srcOrd="0" destOrd="0" presId="urn:microsoft.com/office/officeart/2018/5/layout/IconCircleLabelList"/>
    <dgm:cxn modelId="{12FC9A28-D046-4E6B-87DF-4E40A2D69E56}" type="presParOf" srcId="{9832A9EC-6CC3-4E65-8239-DAA8AF76EDEF}" destId="{E3E2179D-0040-4A6A-B265-BAF80797E006}" srcOrd="0" destOrd="0" presId="urn:microsoft.com/office/officeart/2018/5/layout/IconCircleLabelList"/>
    <dgm:cxn modelId="{05DF3E15-6881-45B1-BCBE-6AD9B9B1B816}" type="presParOf" srcId="{E3E2179D-0040-4A6A-B265-BAF80797E006}" destId="{B9479129-4B77-48B8-883C-1E8835FD2E65}" srcOrd="0" destOrd="0" presId="urn:microsoft.com/office/officeart/2018/5/layout/IconCircleLabelList"/>
    <dgm:cxn modelId="{6BF921BF-8DFA-460C-BA4C-CE882FBCFED8}" type="presParOf" srcId="{E3E2179D-0040-4A6A-B265-BAF80797E006}" destId="{819F2D1D-2E65-4F99-905F-9A83893A7E3D}" srcOrd="1" destOrd="0" presId="urn:microsoft.com/office/officeart/2018/5/layout/IconCircleLabelList"/>
    <dgm:cxn modelId="{2856A6E8-3DD3-4110-A69D-4BE9D557005F}" type="presParOf" srcId="{E3E2179D-0040-4A6A-B265-BAF80797E006}" destId="{2562A98C-5739-408E-913B-80EFB5B724FA}" srcOrd="2" destOrd="0" presId="urn:microsoft.com/office/officeart/2018/5/layout/IconCircleLabelList"/>
    <dgm:cxn modelId="{DCEE191E-A3CC-4328-8E3D-334D4D5B6C73}" type="presParOf" srcId="{E3E2179D-0040-4A6A-B265-BAF80797E006}" destId="{69A2E409-1AE0-433B-81D7-D64C67A0C270}" srcOrd="3" destOrd="0" presId="urn:microsoft.com/office/officeart/2018/5/layout/IconCircleLabelList"/>
    <dgm:cxn modelId="{07877B03-55EB-4308-B2F2-6F6FA9DF547F}" type="presParOf" srcId="{9832A9EC-6CC3-4E65-8239-DAA8AF76EDEF}" destId="{1EC40E02-971C-4B05-8DBF-113D1F214E70}" srcOrd="1" destOrd="0" presId="urn:microsoft.com/office/officeart/2018/5/layout/IconCircleLabelList"/>
    <dgm:cxn modelId="{C0F4D5D3-2BD7-4E35-AF99-0CDB590FD9B7}" type="presParOf" srcId="{9832A9EC-6CC3-4E65-8239-DAA8AF76EDEF}" destId="{5F6A8729-8FBF-4417-AF49-566D6ACC9298}" srcOrd="2" destOrd="0" presId="urn:microsoft.com/office/officeart/2018/5/layout/IconCircleLabelList"/>
    <dgm:cxn modelId="{0B6C57C1-AFC1-45B3-8216-0DD094CB7C71}" type="presParOf" srcId="{5F6A8729-8FBF-4417-AF49-566D6ACC9298}" destId="{00473E8F-E343-440E-AB51-A12FB7105E6C}" srcOrd="0" destOrd="0" presId="urn:microsoft.com/office/officeart/2018/5/layout/IconCircleLabelList"/>
    <dgm:cxn modelId="{52443B28-4339-4731-947D-D55F2FC9F303}" type="presParOf" srcId="{5F6A8729-8FBF-4417-AF49-566D6ACC9298}" destId="{D2D2D093-6532-42B3-99A8-7BE1B2A3228C}" srcOrd="1" destOrd="0" presId="urn:microsoft.com/office/officeart/2018/5/layout/IconCircleLabelList"/>
    <dgm:cxn modelId="{5B06185D-726C-4010-92DA-C2FA50341829}" type="presParOf" srcId="{5F6A8729-8FBF-4417-AF49-566D6ACC9298}" destId="{06D81DD1-6182-48CC-A2FE-6E7D0B5EA8AF}" srcOrd="2" destOrd="0" presId="urn:microsoft.com/office/officeart/2018/5/layout/IconCircleLabelList"/>
    <dgm:cxn modelId="{98615BE1-A6C3-4B02-BE5E-8E951C117ECC}" type="presParOf" srcId="{5F6A8729-8FBF-4417-AF49-566D6ACC9298}" destId="{A234CAB6-7057-47E6-AB3B-FCC6E6C925D5}" srcOrd="3" destOrd="0" presId="urn:microsoft.com/office/officeart/2018/5/layout/IconCircleLabelList"/>
    <dgm:cxn modelId="{F32367C2-3F06-4790-A08F-9688EBC0B8D6}" type="presParOf" srcId="{9832A9EC-6CC3-4E65-8239-DAA8AF76EDEF}" destId="{7A733B40-B8DF-41FF-A305-27A5C66CD91A}" srcOrd="3" destOrd="0" presId="urn:microsoft.com/office/officeart/2018/5/layout/IconCircleLabelList"/>
    <dgm:cxn modelId="{235D9752-0AB8-4134-9370-AAB2C971581D}" type="presParOf" srcId="{9832A9EC-6CC3-4E65-8239-DAA8AF76EDEF}" destId="{53F44E18-364D-4CF4-AA8B-9C53047724B1}" srcOrd="4" destOrd="0" presId="urn:microsoft.com/office/officeart/2018/5/layout/IconCircleLabelList"/>
    <dgm:cxn modelId="{D0D7C34C-6106-4230-A5C9-C7C7C00309C7}" type="presParOf" srcId="{53F44E18-364D-4CF4-AA8B-9C53047724B1}" destId="{1FDEB263-9D2B-49DD-97E7-318CE1F8186A}" srcOrd="0" destOrd="0" presId="urn:microsoft.com/office/officeart/2018/5/layout/IconCircleLabelList"/>
    <dgm:cxn modelId="{A227D396-212A-4E7C-8733-9BD85747F7BF}" type="presParOf" srcId="{53F44E18-364D-4CF4-AA8B-9C53047724B1}" destId="{2F5C0405-03B1-43A6-9B63-D269BB27543F}" srcOrd="1" destOrd="0" presId="urn:microsoft.com/office/officeart/2018/5/layout/IconCircleLabelList"/>
    <dgm:cxn modelId="{8EF685FE-D22C-4C97-8EA0-05C602C89AAB}" type="presParOf" srcId="{53F44E18-364D-4CF4-AA8B-9C53047724B1}" destId="{EB5F4879-70F7-48CA-95A1-78731C11B917}" srcOrd="2" destOrd="0" presId="urn:microsoft.com/office/officeart/2018/5/layout/IconCircleLabelList"/>
    <dgm:cxn modelId="{0D41C25E-F13D-4187-9FEB-FCEABA94A48B}" type="presParOf" srcId="{53F44E18-364D-4CF4-AA8B-9C53047724B1}" destId="{EE794E79-65A5-413F-A073-9E17F90E6CF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C432A2-4ADF-432D-88A3-2243194CD9B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04185BB-03EF-47E1-BE71-06B2A8341F60}">
      <dgm:prSet custT="1"/>
      <dgm:spPr/>
      <dgm:t>
        <a:bodyPr/>
        <a:lstStyle/>
        <a:p>
          <a:r>
            <a:rPr lang="en-US" sz="2800" dirty="0"/>
            <a:t>Prevents lost work</a:t>
          </a:r>
        </a:p>
      </dgm:t>
    </dgm:pt>
    <dgm:pt modelId="{0FDE4625-3810-4EC7-B254-5BF7A5FEBB64}" type="parTrans" cxnId="{4313163A-8380-489E-8C68-E3FD01D2A18B}">
      <dgm:prSet/>
      <dgm:spPr/>
      <dgm:t>
        <a:bodyPr/>
        <a:lstStyle/>
        <a:p>
          <a:endParaRPr lang="en-US"/>
        </a:p>
      </dgm:t>
    </dgm:pt>
    <dgm:pt modelId="{F10B9046-2B20-46D1-9C0A-B0E8E826E341}" type="sibTrans" cxnId="{4313163A-8380-489E-8C68-E3FD01D2A18B}">
      <dgm:prSet/>
      <dgm:spPr/>
      <dgm:t>
        <a:bodyPr/>
        <a:lstStyle/>
        <a:p>
          <a:endParaRPr lang="en-US"/>
        </a:p>
      </dgm:t>
    </dgm:pt>
    <dgm:pt modelId="{69AA4C31-03D6-4F5B-98C5-4AF3E944B9FC}">
      <dgm:prSet custT="1"/>
      <dgm:spPr/>
      <dgm:t>
        <a:bodyPr/>
        <a:lstStyle/>
        <a:p>
          <a:r>
            <a:rPr lang="en-US" sz="2800" dirty="0"/>
            <a:t>Enables teamwork</a:t>
          </a:r>
        </a:p>
      </dgm:t>
    </dgm:pt>
    <dgm:pt modelId="{30BC2B42-A603-47BB-8576-737764A31CBC}" type="parTrans" cxnId="{F69042E7-FCF7-453F-9B1C-096BFA2E1264}">
      <dgm:prSet/>
      <dgm:spPr/>
      <dgm:t>
        <a:bodyPr/>
        <a:lstStyle/>
        <a:p>
          <a:endParaRPr lang="en-US"/>
        </a:p>
      </dgm:t>
    </dgm:pt>
    <dgm:pt modelId="{EDC7B23C-8C47-42CB-841D-A1E9D66B60F4}" type="sibTrans" cxnId="{F69042E7-FCF7-453F-9B1C-096BFA2E1264}">
      <dgm:prSet/>
      <dgm:spPr/>
      <dgm:t>
        <a:bodyPr/>
        <a:lstStyle/>
        <a:p>
          <a:endParaRPr lang="en-US"/>
        </a:p>
      </dgm:t>
    </dgm:pt>
    <dgm:pt modelId="{ED073966-B367-4CC6-9FFF-EE2D0D2C17F6}">
      <dgm:prSet custT="1"/>
      <dgm:spPr/>
      <dgm:t>
        <a:bodyPr/>
        <a:lstStyle/>
        <a:p>
          <a:r>
            <a:rPr lang="en-US" sz="2800" dirty="0"/>
            <a:t>Tracks changes</a:t>
          </a:r>
        </a:p>
      </dgm:t>
    </dgm:pt>
    <dgm:pt modelId="{CBD234BE-CF6D-4C99-8C56-5AD62FDC39A6}" type="parTrans" cxnId="{3AC66189-12B3-40B4-8614-2214154789FF}">
      <dgm:prSet/>
      <dgm:spPr/>
      <dgm:t>
        <a:bodyPr/>
        <a:lstStyle/>
        <a:p>
          <a:endParaRPr lang="en-US"/>
        </a:p>
      </dgm:t>
    </dgm:pt>
    <dgm:pt modelId="{C09EB569-6E4C-439F-AD5D-88FA51BFC566}" type="sibTrans" cxnId="{3AC66189-12B3-40B4-8614-2214154789FF}">
      <dgm:prSet/>
      <dgm:spPr/>
      <dgm:t>
        <a:bodyPr/>
        <a:lstStyle/>
        <a:p>
          <a:endParaRPr lang="en-US"/>
        </a:p>
      </dgm:t>
    </dgm:pt>
    <dgm:pt modelId="{95B66C51-E1A3-4CE1-AEA0-7A56702FC637}" type="pres">
      <dgm:prSet presAssocID="{00C432A2-4ADF-432D-88A3-2243194CD9B8}" presName="Name0" presStyleCnt="0">
        <dgm:presLayoutVars>
          <dgm:dir/>
          <dgm:animLvl val="lvl"/>
          <dgm:resizeHandles val="exact"/>
        </dgm:presLayoutVars>
      </dgm:prSet>
      <dgm:spPr/>
    </dgm:pt>
    <dgm:pt modelId="{798B7F37-46A9-459B-AE10-0D05FC6F580E}" type="pres">
      <dgm:prSet presAssocID="{104185BB-03EF-47E1-BE71-06B2A8341F60}" presName="linNode" presStyleCnt="0"/>
      <dgm:spPr/>
    </dgm:pt>
    <dgm:pt modelId="{652037E1-20D2-441B-8789-D71A9851BEAC}" type="pres">
      <dgm:prSet presAssocID="{104185BB-03EF-47E1-BE71-06B2A8341F6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67A2B3F0-B4B8-494D-ABE4-742679E52D90}" type="pres">
      <dgm:prSet presAssocID="{F10B9046-2B20-46D1-9C0A-B0E8E826E341}" presName="sp" presStyleCnt="0"/>
      <dgm:spPr/>
    </dgm:pt>
    <dgm:pt modelId="{59F22210-2137-48A2-8F48-0DA501B609A2}" type="pres">
      <dgm:prSet presAssocID="{69AA4C31-03D6-4F5B-98C5-4AF3E944B9FC}" presName="linNode" presStyleCnt="0"/>
      <dgm:spPr/>
    </dgm:pt>
    <dgm:pt modelId="{7D7A4E7D-2399-4520-A807-664C69FF5B0C}" type="pres">
      <dgm:prSet presAssocID="{69AA4C31-03D6-4F5B-98C5-4AF3E944B9F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0013BCD-B411-446F-951D-312230634AD4}" type="pres">
      <dgm:prSet presAssocID="{EDC7B23C-8C47-42CB-841D-A1E9D66B60F4}" presName="sp" presStyleCnt="0"/>
      <dgm:spPr/>
    </dgm:pt>
    <dgm:pt modelId="{3CDDAB83-0A0E-4FD6-95BC-E1FBC909F787}" type="pres">
      <dgm:prSet presAssocID="{ED073966-B367-4CC6-9FFF-EE2D0D2C17F6}" presName="linNode" presStyleCnt="0"/>
      <dgm:spPr/>
    </dgm:pt>
    <dgm:pt modelId="{467CDB96-E7CF-4723-99B8-09DD5C2F4D8F}" type="pres">
      <dgm:prSet presAssocID="{ED073966-B367-4CC6-9FFF-EE2D0D2C17F6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02A48D15-7E07-4AB2-8BAF-53B0555851C9}" type="presOf" srcId="{ED073966-B367-4CC6-9FFF-EE2D0D2C17F6}" destId="{467CDB96-E7CF-4723-99B8-09DD5C2F4D8F}" srcOrd="0" destOrd="0" presId="urn:microsoft.com/office/officeart/2005/8/layout/vList5"/>
    <dgm:cxn modelId="{4313163A-8380-489E-8C68-E3FD01D2A18B}" srcId="{00C432A2-4ADF-432D-88A3-2243194CD9B8}" destId="{104185BB-03EF-47E1-BE71-06B2A8341F60}" srcOrd="0" destOrd="0" parTransId="{0FDE4625-3810-4EC7-B254-5BF7A5FEBB64}" sibTransId="{F10B9046-2B20-46D1-9C0A-B0E8E826E341}"/>
    <dgm:cxn modelId="{3AC66189-12B3-40B4-8614-2214154789FF}" srcId="{00C432A2-4ADF-432D-88A3-2243194CD9B8}" destId="{ED073966-B367-4CC6-9FFF-EE2D0D2C17F6}" srcOrd="2" destOrd="0" parTransId="{CBD234BE-CF6D-4C99-8C56-5AD62FDC39A6}" sibTransId="{C09EB569-6E4C-439F-AD5D-88FA51BFC566}"/>
    <dgm:cxn modelId="{D0FB7F8D-3443-43B1-B02F-EF242BECDF74}" type="presOf" srcId="{00C432A2-4ADF-432D-88A3-2243194CD9B8}" destId="{95B66C51-E1A3-4CE1-AEA0-7A56702FC637}" srcOrd="0" destOrd="0" presId="urn:microsoft.com/office/officeart/2005/8/layout/vList5"/>
    <dgm:cxn modelId="{A1F8C0A8-892A-4DF8-A38B-A4B4775F11B4}" type="presOf" srcId="{69AA4C31-03D6-4F5B-98C5-4AF3E944B9FC}" destId="{7D7A4E7D-2399-4520-A807-664C69FF5B0C}" srcOrd="0" destOrd="0" presId="urn:microsoft.com/office/officeart/2005/8/layout/vList5"/>
    <dgm:cxn modelId="{1A3CFCC6-20E7-4725-9C98-A7718DF1D4CD}" type="presOf" srcId="{104185BB-03EF-47E1-BE71-06B2A8341F60}" destId="{652037E1-20D2-441B-8789-D71A9851BEAC}" srcOrd="0" destOrd="0" presId="urn:microsoft.com/office/officeart/2005/8/layout/vList5"/>
    <dgm:cxn modelId="{F69042E7-FCF7-453F-9B1C-096BFA2E1264}" srcId="{00C432A2-4ADF-432D-88A3-2243194CD9B8}" destId="{69AA4C31-03D6-4F5B-98C5-4AF3E944B9FC}" srcOrd="1" destOrd="0" parTransId="{30BC2B42-A603-47BB-8576-737764A31CBC}" sibTransId="{EDC7B23C-8C47-42CB-841D-A1E9D66B60F4}"/>
    <dgm:cxn modelId="{38F12DA0-22DA-4E7C-985F-E15394B58162}" type="presParOf" srcId="{95B66C51-E1A3-4CE1-AEA0-7A56702FC637}" destId="{798B7F37-46A9-459B-AE10-0D05FC6F580E}" srcOrd="0" destOrd="0" presId="urn:microsoft.com/office/officeart/2005/8/layout/vList5"/>
    <dgm:cxn modelId="{65911C81-879D-478F-9177-43667477886D}" type="presParOf" srcId="{798B7F37-46A9-459B-AE10-0D05FC6F580E}" destId="{652037E1-20D2-441B-8789-D71A9851BEAC}" srcOrd="0" destOrd="0" presId="urn:microsoft.com/office/officeart/2005/8/layout/vList5"/>
    <dgm:cxn modelId="{842CAEBA-51B1-4985-8357-531A9D7544A3}" type="presParOf" srcId="{95B66C51-E1A3-4CE1-AEA0-7A56702FC637}" destId="{67A2B3F0-B4B8-494D-ABE4-742679E52D90}" srcOrd="1" destOrd="0" presId="urn:microsoft.com/office/officeart/2005/8/layout/vList5"/>
    <dgm:cxn modelId="{81E89530-E78D-4503-B663-4F97BAAEA09E}" type="presParOf" srcId="{95B66C51-E1A3-4CE1-AEA0-7A56702FC637}" destId="{59F22210-2137-48A2-8F48-0DA501B609A2}" srcOrd="2" destOrd="0" presId="urn:microsoft.com/office/officeart/2005/8/layout/vList5"/>
    <dgm:cxn modelId="{A01304CC-6968-4A10-992B-7C3076D59068}" type="presParOf" srcId="{59F22210-2137-48A2-8F48-0DA501B609A2}" destId="{7D7A4E7D-2399-4520-A807-664C69FF5B0C}" srcOrd="0" destOrd="0" presId="urn:microsoft.com/office/officeart/2005/8/layout/vList5"/>
    <dgm:cxn modelId="{7A5573A4-B28B-4FF8-B9CB-118FC832C671}" type="presParOf" srcId="{95B66C51-E1A3-4CE1-AEA0-7A56702FC637}" destId="{50013BCD-B411-446F-951D-312230634AD4}" srcOrd="3" destOrd="0" presId="urn:microsoft.com/office/officeart/2005/8/layout/vList5"/>
    <dgm:cxn modelId="{81FFA805-B902-46F7-A25E-60F385210772}" type="presParOf" srcId="{95B66C51-E1A3-4CE1-AEA0-7A56702FC637}" destId="{3CDDAB83-0A0E-4FD6-95BC-E1FBC909F787}" srcOrd="4" destOrd="0" presId="urn:microsoft.com/office/officeart/2005/8/layout/vList5"/>
    <dgm:cxn modelId="{885CB2E4-A507-40E6-9D44-CFC693D20889}" type="presParOf" srcId="{3CDDAB83-0A0E-4FD6-95BC-E1FBC909F787}" destId="{467CDB96-E7CF-4723-99B8-09DD5C2F4D8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063A59-1707-4B0F-8844-104B5F95C18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021E08B-BB04-4F97-B190-BEE7839FF7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Distributed VCS</a:t>
          </a:r>
        </a:p>
      </dgm:t>
    </dgm:pt>
    <dgm:pt modelId="{0B630C04-E15D-4C0E-BFE7-01909DE2C0FD}" type="parTrans" cxnId="{9AD1B019-9D6C-4701-B05B-44CEF2ABDE85}">
      <dgm:prSet/>
      <dgm:spPr/>
      <dgm:t>
        <a:bodyPr/>
        <a:lstStyle/>
        <a:p>
          <a:endParaRPr lang="en-US"/>
        </a:p>
      </dgm:t>
    </dgm:pt>
    <dgm:pt modelId="{7FD33A78-B197-4E14-A995-E6E49AF093B4}" type="sibTrans" cxnId="{9AD1B019-9D6C-4701-B05B-44CEF2ABDE85}">
      <dgm:prSet/>
      <dgm:spPr/>
      <dgm:t>
        <a:bodyPr/>
        <a:lstStyle/>
        <a:p>
          <a:endParaRPr lang="en-US"/>
        </a:p>
      </dgm:t>
    </dgm:pt>
    <dgm:pt modelId="{DCF7B122-348C-4009-9015-9361DB3F07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Local + remote</a:t>
          </a:r>
        </a:p>
      </dgm:t>
    </dgm:pt>
    <dgm:pt modelId="{A118B09B-548B-41CE-AEAE-8F40EE53B578}" type="parTrans" cxnId="{84BD815F-7F98-4595-8275-6BAA224B2EBC}">
      <dgm:prSet/>
      <dgm:spPr/>
      <dgm:t>
        <a:bodyPr/>
        <a:lstStyle/>
        <a:p>
          <a:endParaRPr lang="en-US"/>
        </a:p>
      </dgm:t>
    </dgm:pt>
    <dgm:pt modelId="{A21EC8C3-0710-40C4-8925-B9402780DAC6}" type="sibTrans" cxnId="{84BD815F-7F98-4595-8275-6BAA224B2EBC}">
      <dgm:prSet/>
      <dgm:spPr/>
      <dgm:t>
        <a:bodyPr/>
        <a:lstStyle/>
        <a:p>
          <a:endParaRPr lang="en-US"/>
        </a:p>
      </dgm:t>
    </dgm:pt>
    <dgm:pt modelId="{A2D2C69F-D5CD-490D-8C7C-DAF0BCC35714}" type="pres">
      <dgm:prSet presAssocID="{22063A59-1707-4B0F-8844-104B5F95C181}" presName="root" presStyleCnt="0">
        <dgm:presLayoutVars>
          <dgm:dir/>
          <dgm:resizeHandles val="exact"/>
        </dgm:presLayoutVars>
      </dgm:prSet>
      <dgm:spPr/>
    </dgm:pt>
    <dgm:pt modelId="{6357BC39-4556-4CDC-8443-E5E7BEA19C0D}" type="pres">
      <dgm:prSet presAssocID="{D021E08B-BB04-4F97-B190-BEE7839FF72C}" presName="compNode" presStyleCnt="0"/>
      <dgm:spPr/>
    </dgm:pt>
    <dgm:pt modelId="{2448424E-00DD-4559-A9FC-4BCCD4D497FB}" type="pres">
      <dgm:prSet presAssocID="{D021E08B-BB04-4F97-B190-BEE7839FF72C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0979944-414A-4764-8B92-3E264B7492F9}" type="pres">
      <dgm:prSet presAssocID="{D021E08B-BB04-4F97-B190-BEE7839FF72C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: Africa and Europe with solid fill"/>
        </a:ext>
      </dgm:extLst>
    </dgm:pt>
    <dgm:pt modelId="{75AE758B-D9BF-4DD1-BA53-878E04899F76}" type="pres">
      <dgm:prSet presAssocID="{D021E08B-BB04-4F97-B190-BEE7839FF72C}" presName="spaceRect" presStyleCnt="0"/>
      <dgm:spPr/>
    </dgm:pt>
    <dgm:pt modelId="{04BA2229-0C2A-4D59-B4A9-8D3A43C7FD6D}" type="pres">
      <dgm:prSet presAssocID="{D021E08B-BB04-4F97-B190-BEE7839FF72C}" presName="textRect" presStyleLbl="revTx" presStyleIdx="0" presStyleCnt="2">
        <dgm:presLayoutVars>
          <dgm:chMax val="1"/>
          <dgm:chPref val="1"/>
        </dgm:presLayoutVars>
      </dgm:prSet>
      <dgm:spPr/>
    </dgm:pt>
    <dgm:pt modelId="{F9E0800C-E8AC-43AA-A748-C2A86EC29B6E}" type="pres">
      <dgm:prSet presAssocID="{7FD33A78-B197-4E14-A995-E6E49AF093B4}" presName="sibTrans" presStyleCnt="0"/>
      <dgm:spPr/>
    </dgm:pt>
    <dgm:pt modelId="{D2F7DA53-EA5F-40A2-9553-00EAC485BE62}" type="pres">
      <dgm:prSet presAssocID="{DCF7B122-348C-4009-9015-9361DB3F0711}" presName="compNode" presStyleCnt="0"/>
      <dgm:spPr/>
    </dgm:pt>
    <dgm:pt modelId="{E25FB6B8-7766-4F4E-8FCD-F52462F44645}" type="pres">
      <dgm:prSet presAssocID="{DCF7B122-348C-4009-9015-9361DB3F0711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8E4846E3-4EDE-400C-85C2-44C16D5E8A5B}" type="pres">
      <dgm:prSet presAssocID="{DCF7B122-348C-4009-9015-9361DB3F071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A6C5D03-D3F1-4075-969F-7A4C3EB79992}" type="pres">
      <dgm:prSet presAssocID="{DCF7B122-348C-4009-9015-9361DB3F0711}" presName="spaceRect" presStyleCnt="0"/>
      <dgm:spPr/>
    </dgm:pt>
    <dgm:pt modelId="{87B1A3C5-4EB8-4480-ABEF-7A7C97E38CA8}" type="pres">
      <dgm:prSet presAssocID="{DCF7B122-348C-4009-9015-9361DB3F071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AD1B019-9D6C-4701-B05B-44CEF2ABDE85}" srcId="{22063A59-1707-4B0F-8844-104B5F95C181}" destId="{D021E08B-BB04-4F97-B190-BEE7839FF72C}" srcOrd="0" destOrd="0" parTransId="{0B630C04-E15D-4C0E-BFE7-01909DE2C0FD}" sibTransId="{7FD33A78-B197-4E14-A995-E6E49AF093B4}"/>
    <dgm:cxn modelId="{84BD815F-7F98-4595-8275-6BAA224B2EBC}" srcId="{22063A59-1707-4B0F-8844-104B5F95C181}" destId="{DCF7B122-348C-4009-9015-9361DB3F0711}" srcOrd="1" destOrd="0" parTransId="{A118B09B-548B-41CE-AEAE-8F40EE53B578}" sibTransId="{A21EC8C3-0710-40C4-8925-B9402780DAC6}"/>
    <dgm:cxn modelId="{2D11CF69-0AB1-4935-98EC-0F3C3A6DA15E}" type="presOf" srcId="{D021E08B-BB04-4F97-B190-BEE7839FF72C}" destId="{04BA2229-0C2A-4D59-B4A9-8D3A43C7FD6D}" srcOrd="0" destOrd="0" presId="urn:microsoft.com/office/officeart/2018/5/layout/IconLeafLabelList"/>
    <dgm:cxn modelId="{8FAEF5AB-0B5A-4D58-82AA-D8B67F99B0EB}" type="presOf" srcId="{DCF7B122-348C-4009-9015-9361DB3F0711}" destId="{87B1A3C5-4EB8-4480-ABEF-7A7C97E38CA8}" srcOrd="0" destOrd="0" presId="urn:microsoft.com/office/officeart/2018/5/layout/IconLeafLabelList"/>
    <dgm:cxn modelId="{68B655C9-C9A8-40AE-B88A-A150386035ED}" type="presOf" srcId="{22063A59-1707-4B0F-8844-104B5F95C181}" destId="{A2D2C69F-D5CD-490D-8C7C-DAF0BCC35714}" srcOrd="0" destOrd="0" presId="urn:microsoft.com/office/officeart/2018/5/layout/IconLeafLabelList"/>
    <dgm:cxn modelId="{5EE728C1-4689-4986-9A9D-12B76733D801}" type="presParOf" srcId="{A2D2C69F-D5CD-490D-8C7C-DAF0BCC35714}" destId="{6357BC39-4556-4CDC-8443-E5E7BEA19C0D}" srcOrd="0" destOrd="0" presId="urn:microsoft.com/office/officeart/2018/5/layout/IconLeafLabelList"/>
    <dgm:cxn modelId="{A8DD0E99-4695-4F65-A14F-F3EDC561448B}" type="presParOf" srcId="{6357BC39-4556-4CDC-8443-E5E7BEA19C0D}" destId="{2448424E-00DD-4559-A9FC-4BCCD4D497FB}" srcOrd="0" destOrd="0" presId="urn:microsoft.com/office/officeart/2018/5/layout/IconLeafLabelList"/>
    <dgm:cxn modelId="{CB2C2239-D60E-4214-BDAB-DDB4F3CA3302}" type="presParOf" srcId="{6357BC39-4556-4CDC-8443-E5E7BEA19C0D}" destId="{30979944-414A-4764-8B92-3E264B7492F9}" srcOrd="1" destOrd="0" presId="urn:microsoft.com/office/officeart/2018/5/layout/IconLeafLabelList"/>
    <dgm:cxn modelId="{857C2CDC-9E65-4BBA-BA2B-C56679D42B2B}" type="presParOf" srcId="{6357BC39-4556-4CDC-8443-E5E7BEA19C0D}" destId="{75AE758B-D9BF-4DD1-BA53-878E04899F76}" srcOrd="2" destOrd="0" presId="urn:microsoft.com/office/officeart/2018/5/layout/IconLeafLabelList"/>
    <dgm:cxn modelId="{CB93A331-9AE9-457D-A974-608EC0B8F322}" type="presParOf" srcId="{6357BC39-4556-4CDC-8443-E5E7BEA19C0D}" destId="{04BA2229-0C2A-4D59-B4A9-8D3A43C7FD6D}" srcOrd="3" destOrd="0" presId="urn:microsoft.com/office/officeart/2018/5/layout/IconLeafLabelList"/>
    <dgm:cxn modelId="{BEF3E3D0-45A9-4143-A843-22B432258271}" type="presParOf" srcId="{A2D2C69F-D5CD-490D-8C7C-DAF0BCC35714}" destId="{F9E0800C-E8AC-43AA-A748-C2A86EC29B6E}" srcOrd="1" destOrd="0" presId="urn:microsoft.com/office/officeart/2018/5/layout/IconLeafLabelList"/>
    <dgm:cxn modelId="{8E5AE523-E978-4DE8-B8B7-F8CBD135798D}" type="presParOf" srcId="{A2D2C69F-D5CD-490D-8C7C-DAF0BCC35714}" destId="{D2F7DA53-EA5F-40A2-9553-00EAC485BE62}" srcOrd="2" destOrd="0" presId="urn:microsoft.com/office/officeart/2018/5/layout/IconLeafLabelList"/>
    <dgm:cxn modelId="{8541C1CF-7C1D-499D-92AA-FE2FA185D64E}" type="presParOf" srcId="{D2F7DA53-EA5F-40A2-9553-00EAC485BE62}" destId="{E25FB6B8-7766-4F4E-8FCD-F52462F44645}" srcOrd="0" destOrd="0" presId="urn:microsoft.com/office/officeart/2018/5/layout/IconLeafLabelList"/>
    <dgm:cxn modelId="{4AFD86D5-C856-41F0-8A25-7E704209DFB1}" type="presParOf" srcId="{D2F7DA53-EA5F-40A2-9553-00EAC485BE62}" destId="{8E4846E3-4EDE-400C-85C2-44C16D5E8A5B}" srcOrd="1" destOrd="0" presId="urn:microsoft.com/office/officeart/2018/5/layout/IconLeafLabelList"/>
    <dgm:cxn modelId="{4DC0072A-3E5F-4DD3-BBD3-E956BB4CC2B2}" type="presParOf" srcId="{D2F7DA53-EA5F-40A2-9553-00EAC485BE62}" destId="{7A6C5D03-D3F1-4075-969F-7A4C3EB79992}" srcOrd="2" destOrd="0" presId="urn:microsoft.com/office/officeart/2018/5/layout/IconLeafLabelList"/>
    <dgm:cxn modelId="{FFAAD6DA-77DB-4CB2-A031-34FC653EDE5D}" type="presParOf" srcId="{D2F7DA53-EA5F-40A2-9553-00EAC485BE62}" destId="{87B1A3C5-4EB8-4480-ABEF-7A7C97E38CA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559475-10A8-4401-9081-1D96889EE20B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BEEE075-471B-4006-B923-1CE06E2F7F6E}">
      <dgm:prSet custT="1"/>
      <dgm:spPr/>
      <dgm:t>
        <a:bodyPr/>
        <a:lstStyle/>
        <a:p>
          <a:r>
            <a:rPr lang="en-US" sz="4000"/>
            <a:t>Git = tool</a:t>
          </a:r>
          <a:endParaRPr lang="en-US" sz="4000" dirty="0"/>
        </a:p>
      </dgm:t>
    </dgm:pt>
    <dgm:pt modelId="{C30FFF9F-1731-4D77-AACE-37E065502C3C}" type="parTrans" cxnId="{F42864E3-B72E-4200-8DD1-435EB930AAA8}">
      <dgm:prSet/>
      <dgm:spPr/>
      <dgm:t>
        <a:bodyPr/>
        <a:lstStyle/>
        <a:p>
          <a:endParaRPr lang="en-US"/>
        </a:p>
      </dgm:t>
    </dgm:pt>
    <dgm:pt modelId="{39045EA1-1D6D-45B0-835F-597022890221}" type="sibTrans" cxnId="{F42864E3-B72E-4200-8DD1-435EB930AAA8}">
      <dgm:prSet/>
      <dgm:spPr/>
      <dgm:t>
        <a:bodyPr/>
        <a:lstStyle/>
        <a:p>
          <a:endParaRPr lang="en-US"/>
        </a:p>
      </dgm:t>
    </dgm:pt>
    <dgm:pt modelId="{FDD9AD12-D7EE-4DA4-8232-069E5A5B402B}">
      <dgm:prSet custT="1"/>
      <dgm:spPr/>
      <dgm:t>
        <a:bodyPr/>
        <a:lstStyle/>
        <a:p>
          <a:r>
            <a:rPr lang="en-US" sz="3600"/>
            <a:t>GitHub = hosting</a:t>
          </a:r>
          <a:endParaRPr lang="en-US" sz="3600" dirty="0"/>
        </a:p>
      </dgm:t>
    </dgm:pt>
    <dgm:pt modelId="{29D80B57-C5E9-459C-9416-EF5E1FC5F32E}" type="parTrans" cxnId="{06AA0D1C-38F9-4486-8187-767C8C58E97F}">
      <dgm:prSet/>
      <dgm:spPr/>
      <dgm:t>
        <a:bodyPr/>
        <a:lstStyle/>
        <a:p>
          <a:endParaRPr lang="en-US"/>
        </a:p>
      </dgm:t>
    </dgm:pt>
    <dgm:pt modelId="{6A66E2AA-915A-4BB4-800F-5CD75F9EBBEB}" type="sibTrans" cxnId="{06AA0D1C-38F9-4486-8187-767C8C58E97F}">
      <dgm:prSet/>
      <dgm:spPr/>
      <dgm:t>
        <a:bodyPr/>
        <a:lstStyle/>
        <a:p>
          <a:endParaRPr lang="en-US"/>
        </a:p>
      </dgm:t>
    </dgm:pt>
    <dgm:pt modelId="{258EF0E2-C945-4491-A290-64120EC454F5}" type="pres">
      <dgm:prSet presAssocID="{8F559475-10A8-4401-9081-1D96889EE20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74606F2-D027-4922-868E-C2CB916DC8DF}" type="pres">
      <dgm:prSet presAssocID="{BBEEE075-471B-4006-B923-1CE06E2F7F6E}" presName="root" presStyleCnt="0"/>
      <dgm:spPr/>
    </dgm:pt>
    <dgm:pt modelId="{8136B767-B5C9-48AC-B774-0BB5CDBF4563}" type="pres">
      <dgm:prSet presAssocID="{BBEEE075-471B-4006-B923-1CE06E2F7F6E}" presName="rootComposite" presStyleCnt="0"/>
      <dgm:spPr/>
    </dgm:pt>
    <dgm:pt modelId="{72470F48-BAE9-4746-9AB7-4E138AEA43DA}" type="pres">
      <dgm:prSet presAssocID="{BBEEE075-471B-4006-B923-1CE06E2F7F6E}" presName="rootText" presStyleLbl="node1" presStyleIdx="0" presStyleCnt="2"/>
      <dgm:spPr/>
    </dgm:pt>
    <dgm:pt modelId="{C5D37A5C-E28D-45A9-999F-668A33E2339E}" type="pres">
      <dgm:prSet presAssocID="{BBEEE075-471B-4006-B923-1CE06E2F7F6E}" presName="rootConnector" presStyleLbl="node1" presStyleIdx="0" presStyleCnt="2"/>
      <dgm:spPr/>
    </dgm:pt>
    <dgm:pt modelId="{B76B56B8-3164-4A10-86A8-9FAF337708C6}" type="pres">
      <dgm:prSet presAssocID="{BBEEE075-471B-4006-B923-1CE06E2F7F6E}" presName="childShape" presStyleCnt="0"/>
      <dgm:spPr/>
    </dgm:pt>
    <dgm:pt modelId="{BF80CFBE-EE8A-49E6-B7CF-22F1FF6DFB71}" type="pres">
      <dgm:prSet presAssocID="{FDD9AD12-D7EE-4DA4-8232-069E5A5B402B}" presName="root" presStyleCnt="0"/>
      <dgm:spPr/>
    </dgm:pt>
    <dgm:pt modelId="{A8BC0883-BDE7-4F9A-A04E-AD46194241F6}" type="pres">
      <dgm:prSet presAssocID="{FDD9AD12-D7EE-4DA4-8232-069E5A5B402B}" presName="rootComposite" presStyleCnt="0"/>
      <dgm:spPr/>
    </dgm:pt>
    <dgm:pt modelId="{847BF94B-547B-47DF-A3C6-05841C434834}" type="pres">
      <dgm:prSet presAssocID="{FDD9AD12-D7EE-4DA4-8232-069E5A5B402B}" presName="rootText" presStyleLbl="node1" presStyleIdx="1" presStyleCnt="2"/>
      <dgm:spPr/>
    </dgm:pt>
    <dgm:pt modelId="{50D57F87-EAC6-4BF5-AE71-8D37F543C06D}" type="pres">
      <dgm:prSet presAssocID="{FDD9AD12-D7EE-4DA4-8232-069E5A5B402B}" presName="rootConnector" presStyleLbl="node1" presStyleIdx="1" presStyleCnt="2"/>
      <dgm:spPr/>
    </dgm:pt>
    <dgm:pt modelId="{3084CA77-DD05-403B-A183-031584B352C8}" type="pres">
      <dgm:prSet presAssocID="{FDD9AD12-D7EE-4DA4-8232-069E5A5B402B}" presName="childShape" presStyleCnt="0"/>
      <dgm:spPr/>
    </dgm:pt>
  </dgm:ptLst>
  <dgm:cxnLst>
    <dgm:cxn modelId="{06AA0D1C-38F9-4486-8187-767C8C58E97F}" srcId="{8F559475-10A8-4401-9081-1D96889EE20B}" destId="{FDD9AD12-D7EE-4DA4-8232-069E5A5B402B}" srcOrd="1" destOrd="0" parTransId="{29D80B57-C5E9-459C-9416-EF5E1FC5F32E}" sibTransId="{6A66E2AA-915A-4BB4-800F-5CD75F9EBBEB}"/>
    <dgm:cxn modelId="{FEF13F35-9124-4FFA-940D-15375717D3DF}" type="presOf" srcId="{FDD9AD12-D7EE-4DA4-8232-069E5A5B402B}" destId="{847BF94B-547B-47DF-A3C6-05841C434834}" srcOrd="0" destOrd="0" presId="urn:microsoft.com/office/officeart/2005/8/layout/hierarchy3"/>
    <dgm:cxn modelId="{A5E1BA68-E9EC-4A0E-9D40-A6B393BAA55A}" type="presOf" srcId="{BBEEE075-471B-4006-B923-1CE06E2F7F6E}" destId="{72470F48-BAE9-4746-9AB7-4E138AEA43DA}" srcOrd="0" destOrd="0" presId="urn:microsoft.com/office/officeart/2005/8/layout/hierarchy3"/>
    <dgm:cxn modelId="{45101A4D-CC93-4BAF-8C04-DA2977A4FC81}" type="presOf" srcId="{8F559475-10A8-4401-9081-1D96889EE20B}" destId="{258EF0E2-C945-4491-A290-64120EC454F5}" srcOrd="0" destOrd="0" presId="urn:microsoft.com/office/officeart/2005/8/layout/hierarchy3"/>
    <dgm:cxn modelId="{AA3FBE7B-43AC-4891-B7E0-C78A6638F84A}" type="presOf" srcId="{FDD9AD12-D7EE-4DA4-8232-069E5A5B402B}" destId="{50D57F87-EAC6-4BF5-AE71-8D37F543C06D}" srcOrd="1" destOrd="0" presId="urn:microsoft.com/office/officeart/2005/8/layout/hierarchy3"/>
    <dgm:cxn modelId="{8002ABC6-82D3-47F0-88E5-436DAC7C7CFB}" type="presOf" srcId="{BBEEE075-471B-4006-B923-1CE06E2F7F6E}" destId="{C5D37A5C-E28D-45A9-999F-668A33E2339E}" srcOrd="1" destOrd="0" presId="urn:microsoft.com/office/officeart/2005/8/layout/hierarchy3"/>
    <dgm:cxn modelId="{F42864E3-B72E-4200-8DD1-435EB930AAA8}" srcId="{8F559475-10A8-4401-9081-1D96889EE20B}" destId="{BBEEE075-471B-4006-B923-1CE06E2F7F6E}" srcOrd="0" destOrd="0" parTransId="{C30FFF9F-1731-4D77-AACE-37E065502C3C}" sibTransId="{39045EA1-1D6D-45B0-835F-597022890221}"/>
    <dgm:cxn modelId="{FB103936-80A3-41B2-B5A0-5A258EE2F6A3}" type="presParOf" srcId="{258EF0E2-C945-4491-A290-64120EC454F5}" destId="{D74606F2-D027-4922-868E-C2CB916DC8DF}" srcOrd="0" destOrd="0" presId="urn:microsoft.com/office/officeart/2005/8/layout/hierarchy3"/>
    <dgm:cxn modelId="{6616993B-F4FA-4EA8-839B-B3D6F583943C}" type="presParOf" srcId="{D74606F2-D027-4922-868E-C2CB916DC8DF}" destId="{8136B767-B5C9-48AC-B774-0BB5CDBF4563}" srcOrd="0" destOrd="0" presId="urn:microsoft.com/office/officeart/2005/8/layout/hierarchy3"/>
    <dgm:cxn modelId="{2A9CAA6E-D07D-4383-B875-438C2C87BE68}" type="presParOf" srcId="{8136B767-B5C9-48AC-B774-0BB5CDBF4563}" destId="{72470F48-BAE9-4746-9AB7-4E138AEA43DA}" srcOrd="0" destOrd="0" presId="urn:microsoft.com/office/officeart/2005/8/layout/hierarchy3"/>
    <dgm:cxn modelId="{366E3E4C-6DFB-4E7A-9F46-849FE011C219}" type="presParOf" srcId="{8136B767-B5C9-48AC-B774-0BB5CDBF4563}" destId="{C5D37A5C-E28D-45A9-999F-668A33E2339E}" srcOrd="1" destOrd="0" presId="urn:microsoft.com/office/officeart/2005/8/layout/hierarchy3"/>
    <dgm:cxn modelId="{FFAFB000-114A-43DA-B93B-28E827172782}" type="presParOf" srcId="{D74606F2-D027-4922-868E-C2CB916DC8DF}" destId="{B76B56B8-3164-4A10-86A8-9FAF337708C6}" srcOrd="1" destOrd="0" presId="urn:microsoft.com/office/officeart/2005/8/layout/hierarchy3"/>
    <dgm:cxn modelId="{505A6DD0-C46A-4EB3-BCEC-633734FA0078}" type="presParOf" srcId="{258EF0E2-C945-4491-A290-64120EC454F5}" destId="{BF80CFBE-EE8A-49E6-B7CF-22F1FF6DFB71}" srcOrd="1" destOrd="0" presId="urn:microsoft.com/office/officeart/2005/8/layout/hierarchy3"/>
    <dgm:cxn modelId="{EADAEAF7-9DCE-4514-BB6C-1E4207F1D6D1}" type="presParOf" srcId="{BF80CFBE-EE8A-49E6-B7CF-22F1FF6DFB71}" destId="{A8BC0883-BDE7-4F9A-A04E-AD46194241F6}" srcOrd="0" destOrd="0" presId="urn:microsoft.com/office/officeart/2005/8/layout/hierarchy3"/>
    <dgm:cxn modelId="{0610088A-986F-4FF1-91B8-059048F1C4C5}" type="presParOf" srcId="{A8BC0883-BDE7-4F9A-A04E-AD46194241F6}" destId="{847BF94B-547B-47DF-A3C6-05841C434834}" srcOrd="0" destOrd="0" presId="urn:microsoft.com/office/officeart/2005/8/layout/hierarchy3"/>
    <dgm:cxn modelId="{3435CBEC-D414-4933-8B34-C3B6DD564FA4}" type="presParOf" srcId="{A8BC0883-BDE7-4F9A-A04E-AD46194241F6}" destId="{50D57F87-EAC6-4BF5-AE71-8D37F543C06D}" srcOrd="1" destOrd="0" presId="urn:microsoft.com/office/officeart/2005/8/layout/hierarchy3"/>
    <dgm:cxn modelId="{7EA15FDB-5209-4262-B34D-50D696FED9BF}" type="presParOf" srcId="{BF80CFBE-EE8A-49E6-B7CF-22F1FF6DFB71}" destId="{3084CA77-DD05-403B-A183-031584B352C8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804DE44-8EF3-4FEF-880E-59F932FF00B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CA2439E-8BD5-4ED9-870A-31BBFDE9C6B4}">
      <dgm:prSet/>
      <dgm:spPr/>
      <dgm:t>
        <a:bodyPr/>
        <a:lstStyle/>
        <a:p>
          <a:r>
            <a:rPr lang="en-US"/>
            <a:t>git init</a:t>
          </a:r>
        </a:p>
      </dgm:t>
    </dgm:pt>
    <dgm:pt modelId="{5CF3B9DB-2F09-4F52-ABAB-10DB2085E668}" type="parTrans" cxnId="{131EDDD6-F8ED-4A7C-B3EE-E9D5E62AD9ED}">
      <dgm:prSet/>
      <dgm:spPr/>
      <dgm:t>
        <a:bodyPr/>
        <a:lstStyle/>
        <a:p>
          <a:endParaRPr lang="en-US"/>
        </a:p>
      </dgm:t>
    </dgm:pt>
    <dgm:pt modelId="{D1DC1383-5A11-4663-A14A-13C07D26FC96}" type="sibTrans" cxnId="{131EDDD6-F8ED-4A7C-B3EE-E9D5E62AD9ED}">
      <dgm:prSet/>
      <dgm:spPr/>
      <dgm:t>
        <a:bodyPr/>
        <a:lstStyle/>
        <a:p>
          <a:endParaRPr lang="en-US"/>
        </a:p>
      </dgm:t>
    </dgm:pt>
    <dgm:pt modelId="{8AF31706-92D6-465F-90A9-ED93196D317F}">
      <dgm:prSet/>
      <dgm:spPr/>
      <dgm:t>
        <a:bodyPr/>
        <a:lstStyle/>
        <a:p>
          <a:r>
            <a:rPr lang="en-US"/>
            <a:t>Creates repository</a:t>
          </a:r>
        </a:p>
      </dgm:t>
    </dgm:pt>
    <dgm:pt modelId="{7EA6D956-1F5A-48C3-A861-98C80F99C81D}" type="parTrans" cxnId="{950AB2FD-9C0B-4DCD-ABF0-9F05990D7A79}">
      <dgm:prSet/>
      <dgm:spPr/>
      <dgm:t>
        <a:bodyPr/>
        <a:lstStyle/>
        <a:p>
          <a:endParaRPr lang="en-US"/>
        </a:p>
      </dgm:t>
    </dgm:pt>
    <dgm:pt modelId="{72A5D168-BBE1-4C93-8F0F-9D407ADC9855}" type="sibTrans" cxnId="{950AB2FD-9C0B-4DCD-ABF0-9F05990D7A79}">
      <dgm:prSet/>
      <dgm:spPr/>
      <dgm:t>
        <a:bodyPr/>
        <a:lstStyle/>
        <a:p>
          <a:endParaRPr lang="en-US"/>
        </a:p>
      </dgm:t>
    </dgm:pt>
    <dgm:pt modelId="{529D46DF-EBBA-446D-871E-519FD0ED2DE7}" type="pres">
      <dgm:prSet presAssocID="{B804DE44-8EF3-4FEF-880E-59F932FF00BA}" presName="root" presStyleCnt="0">
        <dgm:presLayoutVars>
          <dgm:dir/>
          <dgm:resizeHandles val="exact"/>
        </dgm:presLayoutVars>
      </dgm:prSet>
      <dgm:spPr/>
    </dgm:pt>
    <dgm:pt modelId="{C69120D6-FF84-45CC-BA13-105CE74D3D0B}" type="pres">
      <dgm:prSet presAssocID="{2CA2439E-8BD5-4ED9-870A-31BBFDE9C6B4}" presName="compNode" presStyleCnt="0"/>
      <dgm:spPr/>
    </dgm:pt>
    <dgm:pt modelId="{4FA5F037-0F16-4F23-88A5-6240E6626D65}" type="pres">
      <dgm:prSet presAssocID="{2CA2439E-8BD5-4ED9-870A-31BBFDE9C6B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47365D3B-94ED-4929-8C5B-56CA4482B813}" type="pres">
      <dgm:prSet presAssocID="{2CA2439E-8BD5-4ED9-870A-31BBFDE9C6B4}" presName="spaceRect" presStyleCnt="0"/>
      <dgm:spPr/>
    </dgm:pt>
    <dgm:pt modelId="{CC2FD7A2-F5BE-4226-9A32-F56D42718918}" type="pres">
      <dgm:prSet presAssocID="{2CA2439E-8BD5-4ED9-870A-31BBFDE9C6B4}" presName="textRect" presStyleLbl="revTx" presStyleIdx="0" presStyleCnt="2">
        <dgm:presLayoutVars>
          <dgm:chMax val="1"/>
          <dgm:chPref val="1"/>
        </dgm:presLayoutVars>
      </dgm:prSet>
      <dgm:spPr/>
    </dgm:pt>
    <dgm:pt modelId="{462F75A4-FAE3-440B-8181-404F37D57FD7}" type="pres">
      <dgm:prSet presAssocID="{D1DC1383-5A11-4663-A14A-13C07D26FC96}" presName="sibTrans" presStyleCnt="0"/>
      <dgm:spPr/>
    </dgm:pt>
    <dgm:pt modelId="{7653D912-5FB5-43C7-91C6-167EEB42BE7F}" type="pres">
      <dgm:prSet presAssocID="{8AF31706-92D6-465F-90A9-ED93196D317F}" presName="compNode" presStyleCnt="0"/>
      <dgm:spPr/>
    </dgm:pt>
    <dgm:pt modelId="{5210B3F8-5B2A-4A3B-9C65-5A2E207F8D03}" type="pres">
      <dgm:prSet presAssocID="{8AF31706-92D6-465F-90A9-ED93196D317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C32DCF5-2693-4E87-9655-0946FCA9AB9D}" type="pres">
      <dgm:prSet presAssocID="{8AF31706-92D6-465F-90A9-ED93196D317F}" presName="spaceRect" presStyleCnt="0"/>
      <dgm:spPr/>
    </dgm:pt>
    <dgm:pt modelId="{CEC57FD6-ABF6-4838-BF9F-75B77B1614A4}" type="pres">
      <dgm:prSet presAssocID="{8AF31706-92D6-465F-90A9-ED93196D317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DA93321-5CB0-4043-9C49-C89E4706371A}" type="presOf" srcId="{2CA2439E-8BD5-4ED9-870A-31BBFDE9C6B4}" destId="{CC2FD7A2-F5BE-4226-9A32-F56D42718918}" srcOrd="0" destOrd="0" presId="urn:microsoft.com/office/officeart/2018/2/layout/IconLabelList"/>
    <dgm:cxn modelId="{3628803F-E476-4458-A6BD-CA56FBD6A53A}" type="presOf" srcId="{8AF31706-92D6-465F-90A9-ED93196D317F}" destId="{CEC57FD6-ABF6-4838-BF9F-75B77B1614A4}" srcOrd="0" destOrd="0" presId="urn:microsoft.com/office/officeart/2018/2/layout/IconLabelList"/>
    <dgm:cxn modelId="{56E09755-2E1E-4A0C-9508-8C77D8D68FB0}" type="presOf" srcId="{B804DE44-8EF3-4FEF-880E-59F932FF00BA}" destId="{529D46DF-EBBA-446D-871E-519FD0ED2DE7}" srcOrd="0" destOrd="0" presId="urn:microsoft.com/office/officeart/2018/2/layout/IconLabelList"/>
    <dgm:cxn modelId="{131EDDD6-F8ED-4A7C-B3EE-E9D5E62AD9ED}" srcId="{B804DE44-8EF3-4FEF-880E-59F932FF00BA}" destId="{2CA2439E-8BD5-4ED9-870A-31BBFDE9C6B4}" srcOrd="0" destOrd="0" parTransId="{5CF3B9DB-2F09-4F52-ABAB-10DB2085E668}" sibTransId="{D1DC1383-5A11-4663-A14A-13C07D26FC96}"/>
    <dgm:cxn modelId="{950AB2FD-9C0B-4DCD-ABF0-9F05990D7A79}" srcId="{B804DE44-8EF3-4FEF-880E-59F932FF00BA}" destId="{8AF31706-92D6-465F-90A9-ED93196D317F}" srcOrd="1" destOrd="0" parTransId="{7EA6D956-1F5A-48C3-A861-98C80F99C81D}" sibTransId="{72A5D168-BBE1-4C93-8F0F-9D407ADC9855}"/>
    <dgm:cxn modelId="{B0EED77F-F32A-495F-A432-98CAFFF17556}" type="presParOf" srcId="{529D46DF-EBBA-446D-871E-519FD0ED2DE7}" destId="{C69120D6-FF84-45CC-BA13-105CE74D3D0B}" srcOrd="0" destOrd="0" presId="urn:microsoft.com/office/officeart/2018/2/layout/IconLabelList"/>
    <dgm:cxn modelId="{0B410027-CCB3-4919-8E70-0918C82EF106}" type="presParOf" srcId="{C69120D6-FF84-45CC-BA13-105CE74D3D0B}" destId="{4FA5F037-0F16-4F23-88A5-6240E6626D65}" srcOrd="0" destOrd="0" presId="urn:microsoft.com/office/officeart/2018/2/layout/IconLabelList"/>
    <dgm:cxn modelId="{352E4F45-8115-4710-BCD6-51BF560FE936}" type="presParOf" srcId="{C69120D6-FF84-45CC-BA13-105CE74D3D0B}" destId="{47365D3B-94ED-4929-8C5B-56CA4482B813}" srcOrd="1" destOrd="0" presId="urn:microsoft.com/office/officeart/2018/2/layout/IconLabelList"/>
    <dgm:cxn modelId="{A3FA5F23-4DCD-4A4C-A877-5968BADF6812}" type="presParOf" srcId="{C69120D6-FF84-45CC-BA13-105CE74D3D0B}" destId="{CC2FD7A2-F5BE-4226-9A32-F56D42718918}" srcOrd="2" destOrd="0" presId="urn:microsoft.com/office/officeart/2018/2/layout/IconLabelList"/>
    <dgm:cxn modelId="{FC14DB41-0229-4F18-B9F5-E21165ED0AFF}" type="presParOf" srcId="{529D46DF-EBBA-446D-871E-519FD0ED2DE7}" destId="{462F75A4-FAE3-440B-8181-404F37D57FD7}" srcOrd="1" destOrd="0" presId="urn:microsoft.com/office/officeart/2018/2/layout/IconLabelList"/>
    <dgm:cxn modelId="{7C8508F2-0549-4EB1-B3B5-0295DA29A009}" type="presParOf" srcId="{529D46DF-EBBA-446D-871E-519FD0ED2DE7}" destId="{7653D912-5FB5-43C7-91C6-167EEB42BE7F}" srcOrd="2" destOrd="0" presId="urn:microsoft.com/office/officeart/2018/2/layout/IconLabelList"/>
    <dgm:cxn modelId="{3EE508B0-68EB-4BEF-9FFA-1F2EB39962FA}" type="presParOf" srcId="{7653D912-5FB5-43C7-91C6-167EEB42BE7F}" destId="{5210B3F8-5B2A-4A3B-9C65-5A2E207F8D03}" srcOrd="0" destOrd="0" presId="urn:microsoft.com/office/officeart/2018/2/layout/IconLabelList"/>
    <dgm:cxn modelId="{8C3280FF-AD63-4680-95FD-BE2584AB1F57}" type="presParOf" srcId="{7653D912-5FB5-43C7-91C6-167EEB42BE7F}" destId="{1C32DCF5-2693-4E87-9655-0946FCA9AB9D}" srcOrd="1" destOrd="0" presId="urn:microsoft.com/office/officeart/2018/2/layout/IconLabelList"/>
    <dgm:cxn modelId="{DEB881F9-F79D-4967-9A66-3D6A4F8EA9AD}" type="presParOf" srcId="{7653D912-5FB5-43C7-91C6-167EEB42BE7F}" destId="{CEC57FD6-ABF6-4838-BF9F-75B77B1614A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E45F15-8193-4A05-A88B-9B3D3C3EEB40}" type="doc">
      <dgm:prSet loTypeId="urn:microsoft.com/office/officeart/2018/2/layout/IconVerticalSolid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34F121-7B67-4D2D-BA54-662BD05F02B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/>
            <a:t>git clone &lt;</a:t>
          </a:r>
          <a:r>
            <a:rPr lang="en-US" sz="2400" b="1" dirty="0" err="1"/>
            <a:t>url</a:t>
          </a:r>
          <a:r>
            <a:rPr lang="en-US" sz="2400" b="1" dirty="0"/>
            <a:t>&gt;</a:t>
          </a:r>
          <a:br>
            <a:rPr lang="en-US" sz="2200" dirty="0"/>
          </a:br>
          <a:r>
            <a:rPr lang="en-US" sz="2200" dirty="0"/>
            <a:t>Example: </a:t>
          </a:r>
          <a:br>
            <a:rPr lang="en-US" sz="2200" dirty="0"/>
          </a:br>
          <a:r>
            <a:rPr lang="en-US" sz="2200" dirty="0"/>
            <a:t>	</a:t>
          </a:r>
          <a:r>
            <a:rPr lang="en-GB" sz="2200" dirty="0"/>
            <a:t>git clone https://github.com/mikeb/mod5-UML.git</a:t>
          </a:r>
          <a:endParaRPr lang="en-US" sz="2200" dirty="0"/>
        </a:p>
      </dgm:t>
    </dgm:pt>
    <dgm:pt modelId="{8D5C9519-8786-4214-AAF0-7014E4890745}" type="parTrans" cxnId="{4AF932B7-855D-462D-932F-A3E4E7962CF1}">
      <dgm:prSet/>
      <dgm:spPr/>
      <dgm:t>
        <a:bodyPr/>
        <a:lstStyle/>
        <a:p>
          <a:endParaRPr lang="en-US"/>
        </a:p>
      </dgm:t>
    </dgm:pt>
    <dgm:pt modelId="{4071BE4C-10BE-4794-865C-D794010B2D97}" type="sibTrans" cxnId="{4AF932B7-855D-462D-932F-A3E4E7962CF1}">
      <dgm:prSet/>
      <dgm:spPr/>
      <dgm:t>
        <a:bodyPr/>
        <a:lstStyle/>
        <a:p>
          <a:endParaRPr lang="en-US"/>
        </a:p>
      </dgm:t>
    </dgm:pt>
    <dgm:pt modelId="{DFFB29FD-1363-48A5-AD96-CBBFB15E66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Copies project</a:t>
          </a:r>
        </a:p>
      </dgm:t>
    </dgm:pt>
    <dgm:pt modelId="{24C967C9-04CB-48A8-8A10-C68FC1B4C030}" type="parTrans" cxnId="{54AD3C8C-36F4-48BB-96DC-F2DA6D5837F5}">
      <dgm:prSet/>
      <dgm:spPr/>
      <dgm:t>
        <a:bodyPr/>
        <a:lstStyle/>
        <a:p>
          <a:endParaRPr lang="en-US"/>
        </a:p>
      </dgm:t>
    </dgm:pt>
    <dgm:pt modelId="{C2070F55-B048-4DC1-9233-A081A4A455DA}" type="sibTrans" cxnId="{54AD3C8C-36F4-48BB-96DC-F2DA6D5837F5}">
      <dgm:prSet/>
      <dgm:spPr/>
      <dgm:t>
        <a:bodyPr/>
        <a:lstStyle/>
        <a:p>
          <a:endParaRPr lang="en-US"/>
        </a:p>
      </dgm:t>
    </dgm:pt>
    <dgm:pt modelId="{3A0235F0-AA91-4FF9-8AF6-98C24720F5A6}" type="pres">
      <dgm:prSet presAssocID="{4EE45F15-8193-4A05-A88B-9B3D3C3EEB40}" presName="root" presStyleCnt="0">
        <dgm:presLayoutVars>
          <dgm:dir/>
          <dgm:resizeHandles val="exact"/>
        </dgm:presLayoutVars>
      </dgm:prSet>
      <dgm:spPr/>
    </dgm:pt>
    <dgm:pt modelId="{186D4691-C902-4A9C-A8AB-89D0EC46800E}" type="pres">
      <dgm:prSet presAssocID="{EA34F121-7B67-4D2D-BA54-662BD05F02B1}" presName="compNode" presStyleCnt="0"/>
      <dgm:spPr/>
    </dgm:pt>
    <dgm:pt modelId="{CEEA526C-24A1-4912-9791-ABE4D05C9D35}" type="pres">
      <dgm:prSet presAssocID="{EA34F121-7B67-4D2D-BA54-662BD05F02B1}" presName="bgRect" presStyleLbl="bgShp" presStyleIdx="0" presStyleCnt="2"/>
      <dgm:spPr/>
    </dgm:pt>
    <dgm:pt modelId="{7FA0BC00-A660-4544-AF1C-FC17DFA555BA}" type="pres">
      <dgm:prSet presAssocID="{EA34F121-7B67-4D2D-BA54-662BD05F02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2115516-BDC9-488B-B125-A986F5270D8D}" type="pres">
      <dgm:prSet presAssocID="{EA34F121-7B67-4D2D-BA54-662BD05F02B1}" presName="spaceRect" presStyleCnt="0"/>
      <dgm:spPr/>
    </dgm:pt>
    <dgm:pt modelId="{549F8BFD-55B3-43A1-82DB-0F03932A1FA9}" type="pres">
      <dgm:prSet presAssocID="{EA34F121-7B67-4D2D-BA54-662BD05F02B1}" presName="parTx" presStyleLbl="revTx" presStyleIdx="0" presStyleCnt="2">
        <dgm:presLayoutVars>
          <dgm:chMax val="0"/>
          <dgm:chPref val="0"/>
        </dgm:presLayoutVars>
      </dgm:prSet>
      <dgm:spPr/>
    </dgm:pt>
    <dgm:pt modelId="{99557BB7-5DEB-4736-B0AC-665529A96D6E}" type="pres">
      <dgm:prSet presAssocID="{4071BE4C-10BE-4794-865C-D794010B2D97}" presName="sibTrans" presStyleCnt="0"/>
      <dgm:spPr/>
    </dgm:pt>
    <dgm:pt modelId="{2DA4E49C-B59A-45DB-99E1-E2CAD621A5CF}" type="pres">
      <dgm:prSet presAssocID="{DFFB29FD-1363-48A5-AD96-CBBFB15E6665}" presName="compNode" presStyleCnt="0"/>
      <dgm:spPr/>
    </dgm:pt>
    <dgm:pt modelId="{A319BDEE-1CD4-4F3F-9FD9-45FF28C2CF6F}" type="pres">
      <dgm:prSet presAssocID="{DFFB29FD-1363-48A5-AD96-CBBFB15E6665}" presName="bgRect" presStyleLbl="bgShp" presStyleIdx="1" presStyleCnt="2"/>
      <dgm:spPr/>
    </dgm:pt>
    <dgm:pt modelId="{85D80A82-1B44-4D8E-9EBE-E5F1DF4A78AB}" type="pres">
      <dgm:prSet presAssocID="{DFFB29FD-1363-48A5-AD96-CBBFB15E666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DD6E155-24FA-48DF-AA17-B6E842FEFB83}" type="pres">
      <dgm:prSet presAssocID="{DFFB29FD-1363-48A5-AD96-CBBFB15E6665}" presName="spaceRect" presStyleCnt="0"/>
      <dgm:spPr/>
    </dgm:pt>
    <dgm:pt modelId="{FE360F0D-9E0D-4435-ADF6-6D9FDF4706B5}" type="pres">
      <dgm:prSet presAssocID="{DFFB29FD-1363-48A5-AD96-CBBFB15E666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FD37E22-718B-436A-BAA9-B8F71B839FCC}" type="presOf" srcId="{EA34F121-7B67-4D2D-BA54-662BD05F02B1}" destId="{549F8BFD-55B3-43A1-82DB-0F03932A1FA9}" srcOrd="0" destOrd="0" presId="urn:microsoft.com/office/officeart/2018/2/layout/IconVerticalSolidList"/>
    <dgm:cxn modelId="{54AD3C8C-36F4-48BB-96DC-F2DA6D5837F5}" srcId="{4EE45F15-8193-4A05-A88B-9B3D3C3EEB40}" destId="{DFFB29FD-1363-48A5-AD96-CBBFB15E6665}" srcOrd="1" destOrd="0" parTransId="{24C967C9-04CB-48A8-8A10-C68FC1B4C030}" sibTransId="{C2070F55-B048-4DC1-9233-A081A4A455DA}"/>
    <dgm:cxn modelId="{6D0D5990-3C43-4A34-B436-DE291F762E82}" type="presOf" srcId="{DFFB29FD-1363-48A5-AD96-CBBFB15E6665}" destId="{FE360F0D-9E0D-4435-ADF6-6D9FDF4706B5}" srcOrd="0" destOrd="0" presId="urn:microsoft.com/office/officeart/2018/2/layout/IconVerticalSolidList"/>
    <dgm:cxn modelId="{4AF932B7-855D-462D-932F-A3E4E7962CF1}" srcId="{4EE45F15-8193-4A05-A88B-9B3D3C3EEB40}" destId="{EA34F121-7B67-4D2D-BA54-662BD05F02B1}" srcOrd="0" destOrd="0" parTransId="{8D5C9519-8786-4214-AAF0-7014E4890745}" sibTransId="{4071BE4C-10BE-4794-865C-D794010B2D97}"/>
    <dgm:cxn modelId="{E51C3EFC-2647-44CA-A676-6685247AC77C}" type="presOf" srcId="{4EE45F15-8193-4A05-A88B-9B3D3C3EEB40}" destId="{3A0235F0-AA91-4FF9-8AF6-98C24720F5A6}" srcOrd="0" destOrd="0" presId="urn:microsoft.com/office/officeart/2018/2/layout/IconVerticalSolidList"/>
    <dgm:cxn modelId="{7F57AC73-A2D8-42A8-B3A8-D0BE0C999D6D}" type="presParOf" srcId="{3A0235F0-AA91-4FF9-8AF6-98C24720F5A6}" destId="{186D4691-C902-4A9C-A8AB-89D0EC46800E}" srcOrd="0" destOrd="0" presId="urn:microsoft.com/office/officeart/2018/2/layout/IconVerticalSolidList"/>
    <dgm:cxn modelId="{6A05013D-C50E-4077-B3B9-B088ADB52BE7}" type="presParOf" srcId="{186D4691-C902-4A9C-A8AB-89D0EC46800E}" destId="{CEEA526C-24A1-4912-9791-ABE4D05C9D35}" srcOrd="0" destOrd="0" presId="urn:microsoft.com/office/officeart/2018/2/layout/IconVerticalSolidList"/>
    <dgm:cxn modelId="{285DFD09-366E-4CEE-B55B-628C404CC209}" type="presParOf" srcId="{186D4691-C902-4A9C-A8AB-89D0EC46800E}" destId="{7FA0BC00-A660-4544-AF1C-FC17DFA555BA}" srcOrd="1" destOrd="0" presId="urn:microsoft.com/office/officeart/2018/2/layout/IconVerticalSolidList"/>
    <dgm:cxn modelId="{2CD80A78-71F3-405C-9ACB-CE482C7F3144}" type="presParOf" srcId="{186D4691-C902-4A9C-A8AB-89D0EC46800E}" destId="{02115516-BDC9-488B-B125-A986F5270D8D}" srcOrd="2" destOrd="0" presId="urn:microsoft.com/office/officeart/2018/2/layout/IconVerticalSolidList"/>
    <dgm:cxn modelId="{78F28B3D-E78A-4F53-A2A6-0C4A6D29081C}" type="presParOf" srcId="{186D4691-C902-4A9C-A8AB-89D0EC46800E}" destId="{549F8BFD-55B3-43A1-82DB-0F03932A1FA9}" srcOrd="3" destOrd="0" presId="urn:microsoft.com/office/officeart/2018/2/layout/IconVerticalSolidList"/>
    <dgm:cxn modelId="{E67207C1-969D-4120-91D1-99B85903E942}" type="presParOf" srcId="{3A0235F0-AA91-4FF9-8AF6-98C24720F5A6}" destId="{99557BB7-5DEB-4736-B0AC-665529A96D6E}" srcOrd="1" destOrd="0" presId="urn:microsoft.com/office/officeart/2018/2/layout/IconVerticalSolidList"/>
    <dgm:cxn modelId="{A2995523-7914-401B-92E0-69DE83AB7F50}" type="presParOf" srcId="{3A0235F0-AA91-4FF9-8AF6-98C24720F5A6}" destId="{2DA4E49C-B59A-45DB-99E1-E2CAD621A5CF}" srcOrd="2" destOrd="0" presId="urn:microsoft.com/office/officeart/2018/2/layout/IconVerticalSolidList"/>
    <dgm:cxn modelId="{C4EA93EC-F98C-46A9-8F32-CB53DD01DB61}" type="presParOf" srcId="{2DA4E49C-B59A-45DB-99E1-E2CAD621A5CF}" destId="{A319BDEE-1CD4-4F3F-9FD9-45FF28C2CF6F}" srcOrd="0" destOrd="0" presId="urn:microsoft.com/office/officeart/2018/2/layout/IconVerticalSolidList"/>
    <dgm:cxn modelId="{CC6B4EB1-EB2A-4FDA-98B5-947CA0CDC2B5}" type="presParOf" srcId="{2DA4E49C-B59A-45DB-99E1-E2CAD621A5CF}" destId="{85D80A82-1B44-4D8E-9EBE-E5F1DF4A78AB}" srcOrd="1" destOrd="0" presId="urn:microsoft.com/office/officeart/2018/2/layout/IconVerticalSolidList"/>
    <dgm:cxn modelId="{8FB271F4-343F-4031-8778-64FE6FABE4D5}" type="presParOf" srcId="{2DA4E49C-B59A-45DB-99E1-E2CAD621A5CF}" destId="{FDD6E155-24FA-48DF-AA17-B6E842FEFB83}" srcOrd="2" destOrd="0" presId="urn:microsoft.com/office/officeart/2018/2/layout/IconVerticalSolidList"/>
    <dgm:cxn modelId="{23AEB789-0A8C-4DCD-91BF-ECF9C2EAE074}" type="presParOf" srcId="{2DA4E49C-B59A-45DB-99E1-E2CAD621A5CF}" destId="{FE360F0D-9E0D-4435-ADF6-6D9FDF4706B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1FE413E-8507-41A7-A8B0-3B56BF78F78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48F25A1-E9E4-40E0-871C-3B6111BE23C6}">
      <dgm:prSet/>
      <dgm:spPr/>
      <dgm:t>
        <a:bodyPr/>
        <a:lstStyle/>
        <a:p>
          <a:r>
            <a:rPr lang="en-GB"/>
            <a:t>git add file</a:t>
          </a:r>
          <a:endParaRPr lang="en-US"/>
        </a:p>
      </dgm:t>
    </dgm:pt>
    <dgm:pt modelId="{8565EEC6-EE9D-46A1-B1FB-DAD981F24E1F}" type="parTrans" cxnId="{CA9421BC-03AD-4174-8556-E69FA0E32E17}">
      <dgm:prSet/>
      <dgm:spPr/>
      <dgm:t>
        <a:bodyPr/>
        <a:lstStyle/>
        <a:p>
          <a:endParaRPr lang="en-US"/>
        </a:p>
      </dgm:t>
    </dgm:pt>
    <dgm:pt modelId="{3A823B71-AE22-413F-970A-4E8D5917F787}" type="sibTrans" cxnId="{CA9421BC-03AD-4174-8556-E69FA0E32E17}">
      <dgm:prSet/>
      <dgm:spPr/>
      <dgm:t>
        <a:bodyPr/>
        <a:lstStyle/>
        <a:p>
          <a:endParaRPr lang="en-US"/>
        </a:p>
      </dgm:t>
    </dgm:pt>
    <dgm:pt modelId="{170F8B6C-E28F-4596-925C-4CFC31DCAC79}">
      <dgm:prSet/>
      <dgm:spPr/>
      <dgm:t>
        <a:bodyPr/>
        <a:lstStyle/>
        <a:p>
          <a:r>
            <a:rPr lang="en-GB"/>
            <a:t>git add .</a:t>
          </a:r>
          <a:endParaRPr lang="en-US"/>
        </a:p>
      </dgm:t>
    </dgm:pt>
    <dgm:pt modelId="{2F3BD390-F7F3-42F3-B83D-061080F6AE4A}" type="parTrans" cxnId="{E8F0A01A-46E5-4AAE-9388-E0C91AEAE53B}">
      <dgm:prSet/>
      <dgm:spPr/>
      <dgm:t>
        <a:bodyPr/>
        <a:lstStyle/>
        <a:p>
          <a:endParaRPr lang="en-US"/>
        </a:p>
      </dgm:t>
    </dgm:pt>
    <dgm:pt modelId="{BFE32D35-706D-4B53-8648-CC3CAC7E8870}" type="sibTrans" cxnId="{E8F0A01A-46E5-4AAE-9388-E0C91AEAE53B}">
      <dgm:prSet/>
      <dgm:spPr/>
      <dgm:t>
        <a:bodyPr/>
        <a:lstStyle/>
        <a:p>
          <a:endParaRPr lang="en-US"/>
        </a:p>
      </dgm:t>
    </dgm:pt>
    <dgm:pt modelId="{11B757AF-AAB4-423F-9DDF-2BC1991F0CF6}" type="pres">
      <dgm:prSet presAssocID="{51FE413E-8507-41A7-A8B0-3B56BF78F787}" presName="root" presStyleCnt="0">
        <dgm:presLayoutVars>
          <dgm:dir/>
          <dgm:resizeHandles val="exact"/>
        </dgm:presLayoutVars>
      </dgm:prSet>
      <dgm:spPr/>
    </dgm:pt>
    <dgm:pt modelId="{465D8A87-DDAE-4F38-BF84-06B30D95EEC8}" type="pres">
      <dgm:prSet presAssocID="{948F25A1-E9E4-40E0-871C-3B6111BE23C6}" presName="compNode" presStyleCnt="0"/>
      <dgm:spPr/>
    </dgm:pt>
    <dgm:pt modelId="{21264694-2D6D-456C-BF4B-9EE2F2047A98}" type="pres">
      <dgm:prSet presAssocID="{948F25A1-E9E4-40E0-871C-3B6111BE23C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67F6269A-4FF1-404C-ACD8-6FE82D4F2D85}" type="pres">
      <dgm:prSet presAssocID="{948F25A1-E9E4-40E0-871C-3B6111BE23C6}" presName="spaceRect" presStyleCnt="0"/>
      <dgm:spPr/>
    </dgm:pt>
    <dgm:pt modelId="{93BF071F-C59D-44D4-BCAD-262F34F9B98B}" type="pres">
      <dgm:prSet presAssocID="{948F25A1-E9E4-40E0-871C-3B6111BE23C6}" presName="textRect" presStyleLbl="revTx" presStyleIdx="0" presStyleCnt="2">
        <dgm:presLayoutVars>
          <dgm:chMax val="1"/>
          <dgm:chPref val="1"/>
        </dgm:presLayoutVars>
      </dgm:prSet>
      <dgm:spPr/>
    </dgm:pt>
    <dgm:pt modelId="{42146007-A8F3-4DA8-8C57-E5936677B825}" type="pres">
      <dgm:prSet presAssocID="{3A823B71-AE22-413F-970A-4E8D5917F787}" presName="sibTrans" presStyleCnt="0"/>
      <dgm:spPr/>
    </dgm:pt>
    <dgm:pt modelId="{1448C9E9-791E-4403-9E06-405F6E385B99}" type="pres">
      <dgm:prSet presAssocID="{170F8B6C-E28F-4596-925C-4CFC31DCAC79}" presName="compNode" presStyleCnt="0"/>
      <dgm:spPr/>
    </dgm:pt>
    <dgm:pt modelId="{A30DA203-8174-4928-8512-2315796F7D51}" type="pres">
      <dgm:prSet presAssocID="{170F8B6C-E28F-4596-925C-4CFC31DCAC7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EA5D2AEC-3D2A-4FDE-AE05-9654D92F3EA2}" type="pres">
      <dgm:prSet presAssocID="{170F8B6C-E28F-4596-925C-4CFC31DCAC79}" presName="spaceRect" presStyleCnt="0"/>
      <dgm:spPr/>
    </dgm:pt>
    <dgm:pt modelId="{8BA21DC6-3D13-4E09-93F5-5CCB6B6FC715}" type="pres">
      <dgm:prSet presAssocID="{170F8B6C-E28F-4596-925C-4CFC31DCAC7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8F0A01A-46E5-4AAE-9388-E0C91AEAE53B}" srcId="{51FE413E-8507-41A7-A8B0-3B56BF78F787}" destId="{170F8B6C-E28F-4596-925C-4CFC31DCAC79}" srcOrd="1" destOrd="0" parTransId="{2F3BD390-F7F3-42F3-B83D-061080F6AE4A}" sibTransId="{BFE32D35-706D-4B53-8648-CC3CAC7E8870}"/>
    <dgm:cxn modelId="{A3E24D97-B795-417B-9887-2B76ADDEEE46}" type="presOf" srcId="{170F8B6C-E28F-4596-925C-4CFC31DCAC79}" destId="{8BA21DC6-3D13-4E09-93F5-5CCB6B6FC715}" srcOrd="0" destOrd="0" presId="urn:microsoft.com/office/officeart/2018/2/layout/IconLabelList"/>
    <dgm:cxn modelId="{CA9421BC-03AD-4174-8556-E69FA0E32E17}" srcId="{51FE413E-8507-41A7-A8B0-3B56BF78F787}" destId="{948F25A1-E9E4-40E0-871C-3B6111BE23C6}" srcOrd="0" destOrd="0" parTransId="{8565EEC6-EE9D-46A1-B1FB-DAD981F24E1F}" sibTransId="{3A823B71-AE22-413F-970A-4E8D5917F787}"/>
    <dgm:cxn modelId="{59B47BE0-0193-40BB-91B8-52526C237CFB}" type="presOf" srcId="{51FE413E-8507-41A7-A8B0-3B56BF78F787}" destId="{11B757AF-AAB4-423F-9DDF-2BC1991F0CF6}" srcOrd="0" destOrd="0" presId="urn:microsoft.com/office/officeart/2018/2/layout/IconLabelList"/>
    <dgm:cxn modelId="{46B929EB-C4AF-4C97-A6E4-86F82032D28E}" type="presOf" srcId="{948F25A1-E9E4-40E0-871C-3B6111BE23C6}" destId="{93BF071F-C59D-44D4-BCAD-262F34F9B98B}" srcOrd="0" destOrd="0" presId="urn:microsoft.com/office/officeart/2018/2/layout/IconLabelList"/>
    <dgm:cxn modelId="{363B2E82-15AD-424C-A437-A99C0941F072}" type="presParOf" srcId="{11B757AF-AAB4-423F-9DDF-2BC1991F0CF6}" destId="{465D8A87-DDAE-4F38-BF84-06B30D95EEC8}" srcOrd="0" destOrd="0" presId="urn:microsoft.com/office/officeart/2018/2/layout/IconLabelList"/>
    <dgm:cxn modelId="{347F5363-00A9-45F9-9A90-8BD403621943}" type="presParOf" srcId="{465D8A87-DDAE-4F38-BF84-06B30D95EEC8}" destId="{21264694-2D6D-456C-BF4B-9EE2F2047A98}" srcOrd="0" destOrd="0" presId="urn:microsoft.com/office/officeart/2018/2/layout/IconLabelList"/>
    <dgm:cxn modelId="{6DEFA3B0-BE2B-4694-9DD8-4BBAD5AE70F9}" type="presParOf" srcId="{465D8A87-DDAE-4F38-BF84-06B30D95EEC8}" destId="{67F6269A-4FF1-404C-ACD8-6FE82D4F2D85}" srcOrd="1" destOrd="0" presId="urn:microsoft.com/office/officeart/2018/2/layout/IconLabelList"/>
    <dgm:cxn modelId="{F4265F91-077C-40E8-93FE-EC17BDB43A65}" type="presParOf" srcId="{465D8A87-DDAE-4F38-BF84-06B30D95EEC8}" destId="{93BF071F-C59D-44D4-BCAD-262F34F9B98B}" srcOrd="2" destOrd="0" presId="urn:microsoft.com/office/officeart/2018/2/layout/IconLabelList"/>
    <dgm:cxn modelId="{9205EDC3-9FC9-4784-969A-4BF144F9238C}" type="presParOf" srcId="{11B757AF-AAB4-423F-9DDF-2BC1991F0CF6}" destId="{42146007-A8F3-4DA8-8C57-E5936677B825}" srcOrd="1" destOrd="0" presId="urn:microsoft.com/office/officeart/2018/2/layout/IconLabelList"/>
    <dgm:cxn modelId="{F07F2C15-35E3-4DCE-9295-16D458A533D0}" type="presParOf" srcId="{11B757AF-AAB4-423F-9DDF-2BC1991F0CF6}" destId="{1448C9E9-791E-4403-9E06-405F6E385B99}" srcOrd="2" destOrd="0" presId="urn:microsoft.com/office/officeart/2018/2/layout/IconLabelList"/>
    <dgm:cxn modelId="{16A2A246-B84B-43D5-8E8F-4CBFC45FFEA1}" type="presParOf" srcId="{1448C9E9-791E-4403-9E06-405F6E385B99}" destId="{A30DA203-8174-4928-8512-2315796F7D51}" srcOrd="0" destOrd="0" presId="urn:microsoft.com/office/officeart/2018/2/layout/IconLabelList"/>
    <dgm:cxn modelId="{7CCAAEE0-2370-40C6-AA38-2846316FAEBE}" type="presParOf" srcId="{1448C9E9-791E-4403-9E06-405F6E385B99}" destId="{EA5D2AEC-3D2A-4FDE-AE05-9654D92F3EA2}" srcOrd="1" destOrd="0" presId="urn:microsoft.com/office/officeart/2018/2/layout/IconLabelList"/>
    <dgm:cxn modelId="{ADCB5755-D12A-40EA-B757-F0F63636CCFC}" type="presParOf" srcId="{1448C9E9-791E-4403-9E06-405F6E385B99}" destId="{8BA21DC6-3D13-4E09-93F5-5CCB6B6FC7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389A6AF-E71A-43E3-B251-AB155B92BE1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B058F7A-5BFC-4FB8-937B-36A058D33129}">
      <dgm:prSet custT="1"/>
      <dgm:spPr/>
      <dgm:t>
        <a:bodyPr/>
        <a:lstStyle/>
        <a:p>
          <a:r>
            <a:rPr lang="en-US" sz="3600" dirty="0"/>
            <a:t>git push</a:t>
          </a:r>
        </a:p>
      </dgm:t>
    </dgm:pt>
    <dgm:pt modelId="{33E68FD0-1B38-434C-83D4-7F86F7CA1A14}" type="parTrans" cxnId="{88D25A46-32AE-470C-9C12-9B0CB6E7DA12}">
      <dgm:prSet/>
      <dgm:spPr/>
      <dgm:t>
        <a:bodyPr/>
        <a:lstStyle/>
        <a:p>
          <a:endParaRPr lang="en-US"/>
        </a:p>
      </dgm:t>
    </dgm:pt>
    <dgm:pt modelId="{B4EAFB7E-2AEC-4288-AE17-FD7253A6CE3C}" type="sibTrans" cxnId="{88D25A46-32AE-470C-9C12-9B0CB6E7DA12}">
      <dgm:prSet/>
      <dgm:spPr/>
      <dgm:t>
        <a:bodyPr/>
        <a:lstStyle/>
        <a:p>
          <a:endParaRPr lang="en-US"/>
        </a:p>
      </dgm:t>
    </dgm:pt>
    <dgm:pt modelId="{91DEF41F-1F8B-4C1C-92CD-13E6EFC94244}" type="pres">
      <dgm:prSet presAssocID="{2389A6AF-E71A-43E3-B251-AB155B92BE1B}" presName="linear" presStyleCnt="0">
        <dgm:presLayoutVars>
          <dgm:animLvl val="lvl"/>
          <dgm:resizeHandles val="exact"/>
        </dgm:presLayoutVars>
      </dgm:prSet>
      <dgm:spPr/>
    </dgm:pt>
    <dgm:pt modelId="{2BAFCF0F-2A23-4321-8CC9-62FA095EB0D2}" type="pres">
      <dgm:prSet presAssocID="{6B058F7A-5BFC-4FB8-937B-36A058D3312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016E121-49BA-459B-B7C7-33C8C51623B5}" type="presOf" srcId="{6B058F7A-5BFC-4FB8-937B-36A058D33129}" destId="{2BAFCF0F-2A23-4321-8CC9-62FA095EB0D2}" srcOrd="0" destOrd="0" presId="urn:microsoft.com/office/officeart/2005/8/layout/vList2"/>
    <dgm:cxn modelId="{88D25A46-32AE-470C-9C12-9B0CB6E7DA12}" srcId="{2389A6AF-E71A-43E3-B251-AB155B92BE1B}" destId="{6B058F7A-5BFC-4FB8-937B-36A058D33129}" srcOrd="0" destOrd="0" parTransId="{33E68FD0-1B38-434C-83D4-7F86F7CA1A14}" sibTransId="{B4EAFB7E-2AEC-4288-AE17-FD7253A6CE3C}"/>
    <dgm:cxn modelId="{89BEACA0-E66A-4AD0-838B-4474C4E32D5A}" type="presOf" srcId="{2389A6AF-E71A-43E3-B251-AB155B92BE1B}" destId="{91DEF41F-1F8B-4C1C-92CD-13E6EFC94244}" srcOrd="0" destOrd="0" presId="urn:microsoft.com/office/officeart/2005/8/layout/vList2"/>
    <dgm:cxn modelId="{B8A75E4B-6799-40D1-84D3-5575C39C5AAE}" type="presParOf" srcId="{91DEF41F-1F8B-4C1C-92CD-13E6EFC94244}" destId="{2BAFCF0F-2A23-4321-8CC9-62FA095EB0D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BBA962F-5A47-4423-A17C-D09749DF05C5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D7859F8-4E80-4399-B2AA-3F200249F089}">
      <dgm:prSet custT="1"/>
      <dgm:spPr/>
      <dgm:t>
        <a:bodyPr/>
        <a:lstStyle/>
        <a:p>
          <a:r>
            <a:rPr lang="en-US" sz="3600" dirty="0"/>
            <a:t>Small branches</a:t>
          </a:r>
        </a:p>
      </dgm:t>
    </dgm:pt>
    <dgm:pt modelId="{C55B3039-BF1B-4614-877E-51E88A213560}" type="parTrans" cxnId="{F7637DB0-0BF2-4B98-BD2C-FB9C84661DBE}">
      <dgm:prSet/>
      <dgm:spPr/>
      <dgm:t>
        <a:bodyPr/>
        <a:lstStyle/>
        <a:p>
          <a:endParaRPr lang="en-US"/>
        </a:p>
      </dgm:t>
    </dgm:pt>
    <dgm:pt modelId="{5B841B27-43A4-4868-BBCC-9E12E98C6264}" type="sibTrans" cxnId="{F7637DB0-0BF2-4B98-BD2C-FB9C84661DBE}">
      <dgm:prSet/>
      <dgm:spPr/>
      <dgm:t>
        <a:bodyPr/>
        <a:lstStyle/>
        <a:p>
          <a:endParaRPr lang="en-US"/>
        </a:p>
      </dgm:t>
    </dgm:pt>
    <dgm:pt modelId="{6EF93361-8A67-42DB-B90A-54A93733CB01}">
      <dgm:prSet custT="1"/>
      <dgm:spPr/>
      <dgm:t>
        <a:bodyPr/>
        <a:lstStyle/>
        <a:p>
          <a:r>
            <a:rPr lang="en-US" sz="3600" dirty="0"/>
            <a:t>Merge often</a:t>
          </a:r>
        </a:p>
      </dgm:t>
    </dgm:pt>
    <dgm:pt modelId="{C47051B1-C8A6-475B-AF13-EAD4DD49C89B}" type="parTrans" cxnId="{6124D94C-F3E6-461C-9F96-1AEB81F50866}">
      <dgm:prSet/>
      <dgm:spPr/>
      <dgm:t>
        <a:bodyPr/>
        <a:lstStyle/>
        <a:p>
          <a:endParaRPr lang="en-US"/>
        </a:p>
      </dgm:t>
    </dgm:pt>
    <dgm:pt modelId="{C81D566D-3636-41F0-A621-50175354F286}" type="sibTrans" cxnId="{6124D94C-F3E6-461C-9F96-1AEB81F50866}">
      <dgm:prSet/>
      <dgm:spPr/>
      <dgm:t>
        <a:bodyPr/>
        <a:lstStyle/>
        <a:p>
          <a:endParaRPr lang="en-US"/>
        </a:p>
      </dgm:t>
    </dgm:pt>
    <dgm:pt modelId="{52AFEB97-C38A-4A89-B3E3-FA599B5C9BDA}" type="pres">
      <dgm:prSet presAssocID="{4BBA962F-5A47-4423-A17C-D09749DF05C5}" presName="diagram" presStyleCnt="0">
        <dgm:presLayoutVars>
          <dgm:dir/>
          <dgm:resizeHandles val="exact"/>
        </dgm:presLayoutVars>
      </dgm:prSet>
      <dgm:spPr/>
    </dgm:pt>
    <dgm:pt modelId="{5A21739A-F339-471E-8BD0-B4AB8BE126C5}" type="pres">
      <dgm:prSet presAssocID="{2D7859F8-4E80-4399-B2AA-3F200249F089}" presName="node" presStyleLbl="node1" presStyleIdx="0" presStyleCnt="2">
        <dgm:presLayoutVars>
          <dgm:bulletEnabled val="1"/>
        </dgm:presLayoutVars>
      </dgm:prSet>
      <dgm:spPr/>
    </dgm:pt>
    <dgm:pt modelId="{D0690764-33F4-47EC-B4BE-00A7BCD0379C}" type="pres">
      <dgm:prSet presAssocID="{5B841B27-43A4-4868-BBCC-9E12E98C6264}" presName="sibTrans" presStyleCnt="0"/>
      <dgm:spPr/>
    </dgm:pt>
    <dgm:pt modelId="{0C56040F-8F61-4A94-A0B8-F50BD512DD5C}" type="pres">
      <dgm:prSet presAssocID="{6EF93361-8A67-42DB-B90A-54A93733CB01}" presName="node" presStyleLbl="node1" presStyleIdx="1" presStyleCnt="2">
        <dgm:presLayoutVars>
          <dgm:bulletEnabled val="1"/>
        </dgm:presLayoutVars>
      </dgm:prSet>
      <dgm:spPr/>
    </dgm:pt>
  </dgm:ptLst>
  <dgm:cxnLst>
    <dgm:cxn modelId="{6124D94C-F3E6-461C-9F96-1AEB81F50866}" srcId="{4BBA962F-5A47-4423-A17C-D09749DF05C5}" destId="{6EF93361-8A67-42DB-B90A-54A93733CB01}" srcOrd="1" destOrd="0" parTransId="{C47051B1-C8A6-475B-AF13-EAD4DD49C89B}" sibTransId="{C81D566D-3636-41F0-A621-50175354F286}"/>
    <dgm:cxn modelId="{7C111479-705F-4447-BAFC-67CB48796A64}" type="presOf" srcId="{2D7859F8-4E80-4399-B2AA-3F200249F089}" destId="{5A21739A-F339-471E-8BD0-B4AB8BE126C5}" srcOrd="0" destOrd="0" presId="urn:microsoft.com/office/officeart/2005/8/layout/default"/>
    <dgm:cxn modelId="{951F8E80-FE84-42E5-91B0-5E00EEDAED2A}" type="presOf" srcId="{6EF93361-8A67-42DB-B90A-54A93733CB01}" destId="{0C56040F-8F61-4A94-A0B8-F50BD512DD5C}" srcOrd="0" destOrd="0" presId="urn:microsoft.com/office/officeart/2005/8/layout/default"/>
    <dgm:cxn modelId="{F7637DB0-0BF2-4B98-BD2C-FB9C84661DBE}" srcId="{4BBA962F-5A47-4423-A17C-D09749DF05C5}" destId="{2D7859F8-4E80-4399-B2AA-3F200249F089}" srcOrd="0" destOrd="0" parTransId="{C55B3039-BF1B-4614-877E-51E88A213560}" sibTransId="{5B841B27-43A4-4868-BBCC-9E12E98C6264}"/>
    <dgm:cxn modelId="{DA4840E8-768E-40AF-8373-55E8EACE96A2}" type="presOf" srcId="{4BBA962F-5A47-4423-A17C-D09749DF05C5}" destId="{52AFEB97-C38A-4A89-B3E3-FA599B5C9BDA}" srcOrd="0" destOrd="0" presId="urn:microsoft.com/office/officeart/2005/8/layout/default"/>
    <dgm:cxn modelId="{11A048BD-C174-4E2A-B167-9562532D96E0}" type="presParOf" srcId="{52AFEB97-C38A-4A89-B3E3-FA599B5C9BDA}" destId="{5A21739A-F339-471E-8BD0-B4AB8BE126C5}" srcOrd="0" destOrd="0" presId="urn:microsoft.com/office/officeart/2005/8/layout/default"/>
    <dgm:cxn modelId="{617E213E-B588-4394-BA6A-CEA3A983D8DD}" type="presParOf" srcId="{52AFEB97-C38A-4A89-B3E3-FA599B5C9BDA}" destId="{D0690764-33F4-47EC-B4BE-00A7BCD0379C}" srcOrd="1" destOrd="0" presId="urn:microsoft.com/office/officeart/2005/8/layout/default"/>
    <dgm:cxn modelId="{1B16B0F9-6CAF-4D2F-A30D-09FCFA102473}" type="presParOf" srcId="{52AFEB97-C38A-4A89-B3E3-FA599B5C9BDA}" destId="{0C56040F-8F61-4A94-A0B8-F50BD512DD5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06190B-783B-4821-BB7E-601BC1ECC93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C6E7A9A-0BB3-48AD-885A-BE1255C29FD1}">
      <dgm:prSet custT="1"/>
      <dgm:spPr/>
      <dgm:t>
        <a:bodyPr/>
        <a:lstStyle/>
        <a:p>
          <a:r>
            <a:rPr lang="en-US" sz="3600" dirty="0"/>
            <a:t>Create repo</a:t>
          </a:r>
        </a:p>
      </dgm:t>
    </dgm:pt>
    <dgm:pt modelId="{B5E6129A-2EEE-4DEC-9A8A-CFA935EE2290}" type="parTrans" cxnId="{AE1F6EBC-7B3D-4E95-BF95-E67AF16F4E19}">
      <dgm:prSet/>
      <dgm:spPr/>
      <dgm:t>
        <a:bodyPr/>
        <a:lstStyle/>
        <a:p>
          <a:endParaRPr lang="en-US"/>
        </a:p>
      </dgm:t>
    </dgm:pt>
    <dgm:pt modelId="{E5CACB09-EF8B-4871-9237-A1364119E3EF}" type="sibTrans" cxnId="{AE1F6EBC-7B3D-4E95-BF95-E67AF16F4E19}">
      <dgm:prSet/>
      <dgm:spPr/>
      <dgm:t>
        <a:bodyPr/>
        <a:lstStyle/>
        <a:p>
          <a:endParaRPr lang="en-US"/>
        </a:p>
      </dgm:t>
    </dgm:pt>
    <dgm:pt modelId="{3D7556F2-7CC4-49BE-A9BD-22BDC7C3B6DE}">
      <dgm:prSet custT="1"/>
      <dgm:spPr/>
      <dgm:t>
        <a:bodyPr/>
        <a:lstStyle/>
        <a:p>
          <a:r>
            <a:rPr lang="en-US" sz="4400" dirty="0"/>
            <a:t>Branch</a:t>
          </a:r>
        </a:p>
      </dgm:t>
    </dgm:pt>
    <dgm:pt modelId="{47E36614-2626-4617-B6CD-CC13193F955E}" type="parTrans" cxnId="{1FFA6FA6-DFCD-4DD5-A55E-1FE64A7018B5}">
      <dgm:prSet/>
      <dgm:spPr/>
      <dgm:t>
        <a:bodyPr/>
        <a:lstStyle/>
        <a:p>
          <a:endParaRPr lang="en-US"/>
        </a:p>
      </dgm:t>
    </dgm:pt>
    <dgm:pt modelId="{3A0BA269-C500-4801-88E3-0A3069043741}" type="sibTrans" cxnId="{1FFA6FA6-DFCD-4DD5-A55E-1FE64A7018B5}">
      <dgm:prSet/>
      <dgm:spPr/>
      <dgm:t>
        <a:bodyPr/>
        <a:lstStyle/>
        <a:p>
          <a:endParaRPr lang="en-US"/>
        </a:p>
      </dgm:t>
    </dgm:pt>
    <dgm:pt modelId="{0322518E-1F7E-4140-B37E-2D35B1BCEE89}">
      <dgm:prSet custT="1"/>
      <dgm:spPr/>
      <dgm:t>
        <a:bodyPr/>
        <a:lstStyle/>
        <a:p>
          <a:r>
            <a:rPr lang="en-US" sz="3200" dirty="0"/>
            <a:t>Merge</a:t>
          </a:r>
        </a:p>
      </dgm:t>
    </dgm:pt>
    <dgm:pt modelId="{68571861-0BB4-4794-9CB4-069580EEF5BB}" type="parTrans" cxnId="{7B7A6731-FA15-42CD-9B70-1F03B74444DD}">
      <dgm:prSet/>
      <dgm:spPr/>
      <dgm:t>
        <a:bodyPr/>
        <a:lstStyle/>
        <a:p>
          <a:endParaRPr lang="en-US"/>
        </a:p>
      </dgm:t>
    </dgm:pt>
    <dgm:pt modelId="{8E7D5BDD-3FB9-4A21-BEB9-3937D8D5E9A9}" type="sibTrans" cxnId="{7B7A6731-FA15-42CD-9B70-1F03B74444DD}">
      <dgm:prSet/>
      <dgm:spPr/>
      <dgm:t>
        <a:bodyPr/>
        <a:lstStyle/>
        <a:p>
          <a:endParaRPr lang="en-US"/>
        </a:p>
      </dgm:t>
    </dgm:pt>
    <dgm:pt modelId="{DA2CAA13-FD5C-446C-B2C4-C48B2AA5ABCF}" type="pres">
      <dgm:prSet presAssocID="{F506190B-783B-4821-BB7E-601BC1ECC93C}" presName="linear" presStyleCnt="0">
        <dgm:presLayoutVars>
          <dgm:animLvl val="lvl"/>
          <dgm:resizeHandles val="exact"/>
        </dgm:presLayoutVars>
      </dgm:prSet>
      <dgm:spPr/>
    </dgm:pt>
    <dgm:pt modelId="{46F31955-1BAB-4619-A359-AAB95ACE2BE1}" type="pres">
      <dgm:prSet presAssocID="{BC6E7A9A-0BB3-48AD-885A-BE1255C29F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3F5A5F-2144-4C03-B979-8159616190CD}" type="pres">
      <dgm:prSet presAssocID="{E5CACB09-EF8B-4871-9237-A1364119E3EF}" presName="spacer" presStyleCnt="0"/>
      <dgm:spPr/>
    </dgm:pt>
    <dgm:pt modelId="{C1F499B6-25F2-4081-98AB-0D79920CE7D3}" type="pres">
      <dgm:prSet presAssocID="{3D7556F2-7CC4-49BE-A9BD-22BDC7C3B6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7937D76-49DD-4C51-AD6C-ADDF78725998}" type="pres">
      <dgm:prSet presAssocID="{3A0BA269-C500-4801-88E3-0A3069043741}" presName="spacer" presStyleCnt="0"/>
      <dgm:spPr/>
    </dgm:pt>
    <dgm:pt modelId="{09583A6A-BE5B-4C0A-9AC7-73DA7485B9AF}" type="pres">
      <dgm:prSet presAssocID="{0322518E-1F7E-4140-B37E-2D35B1BCEE8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8AAC202-F0A6-4ABA-BD52-ACCEC81B4555}" type="presOf" srcId="{3D7556F2-7CC4-49BE-A9BD-22BDC7C3B6DE}" destId="{C1F499B6-25F2-4081-98AB-0D79920CE7D3}" srcOrd="0" destOrd="0" presId="urn:microsoft.com/office/officeart/2005/8/layout/vList2"/>
    <dgm:cxn modelId="{A94BEC10-52E9-4D84-A86A-3E4398CA6932}" type="presOf" srcId="{BC6E7A9A-0BB3-48AD-885A-BE1255C29FD1}" destId="{46F31955-1BAB-4619-A359-AAB95ACE2BE1}" srcOrd="0" destOrd="0" presId="urn:microsoft.com/office/officeart/2005/8/layout/vList2"/>
    <dgm:cxn modelId="{7B7A6731-FA15-42CD-9B70-1F03B74444DD}" srcId="{F506190B-783B-4821-BB7E-601BC1ECC93C}" destId="{0322518E-1F7E-4140-B37E-2D35B1BCEE89}" srcOrd="2" destOrd="0" parTransId="{68571861-0BB4-4794-9CB4-069580EEF5BB}" sibTransId="{8E7D5BDD-3FB9-4A21-BEB9-3937D8D5E9A9}"/>
    <dgm:cxn modelId="{5B6EE245-592B-4BFE-BD45-E98F906B41DA}" type="presOf" srcId="{0322518E-1F7E-4140-B37E-2D35B1BCEE89}" destId="{09583A6A-BE5B-4C0A-9AC7-73DA7485B9AF}" srcOrd="0" destOrd="0" presId="urn:microsoft.com/office/officeart/2005/8/layout/vList2"/>
    <dgm:cxn modelId="{1FFA6FA6-DFCD-4DD5-A55E-1FE64A7018B5}" srcId="{F506190B-783B-4821-BB7E-601BC1ECC93C}" destId="{3D7556F2-7CC4-49BE-A9BD-22BDC7C3B6DE}" srcOrd="1" destOrd="0" parTransId="{47E36614-2626-4617-B6CD-CC13193F955E}" sibTransId="{3A0BA269-C500-4801-88E3-0A3069043741}"/>
    <dgm:cxn modelId="{AE1F6EBC-7B3D-4E95-BF95-E67AF16F4E19}" srcId="{F506190B-783B-4821-BB7E-601BC1ECC93C}" destId="{BC6E7A9A-0BB3-48AD-885A-BE1255C29FD1}" srcOrd="0" destOrd="0" parTransId="{B5E6129A-2EEE-4DEC-9A8A-CFA935EE2290}" sibTransId="{E5CACB09-EF8B-4871-9237-A1364119E3EF}"/>
    <dgm:cxn modelId="{D88173EA-A5DD-41A0-B4E9-E489122999C9}" type="presOf" srcId="{F506190B-783B-4821-BB7E-601BC1ECC93C}" destId="{DA2CAA13-FD5C-446C-B2C4-C48B2AA5ABCF}" srcOrd="0" destOrd="0" presId="urn:microsoft.com/office/officeart/2005/8/layout/vList2"/>
    <dgm:cxn modelId="{6455C6B5-4812-4A97-BFD4-B3F1FC4AD8DC}" type="presParOf" srcId="{DA2CAA13-FD5C-446C-B2C4-C48B2AA5ABCF}" destId="{46F31955-1BAB-4619-A359-AAB95ACE2BE1}" srcOrd="0" destOrd="0" presId="urn:microsoft.com/office/officeart/2005/8/layout/vList2"/>
    <dgm:cxn modelId="{720FF5BE-B76E-44F7-9854-319D8803C09F}" type="presParOf" srcId="{DA2CAA13-FD5C-446C-B2C4-C48B2AA5ABCF}" destId="{F83F5A5F-2144-4C03-B979-8159616190CD}" srcOrd="1" destOrd="0" presId="urn:microsoft.com/office/officeart/2005/8/layout/vList2"/>
    <dgm:cxn modelId="{6414346A-E25D-4481-8507-6B301B25394D}" type="presParOf" srcId="{DA2CAA13-FD5C-446C-B2C4-C48B2AA5ABCF}" destId="{C1F499B6-25F2-4081-98AB-0D79920CE7D3}" srcOrd="2" destOrd="0" presId="urn:microsoft.com/office/officeart/2005/8/layout/vList2"/>
    <dgm:cxn modelId="{C9384B8A-2A93-43C6-9819-779F13B2C033}" type="presParOf" srcId="{DA2CAA13-FD5C-446C-B2C4-C48B2AA5ABCF}" destId="{27937D76-49DD-4C51-AD6C-ADDF78725998}" srcOrd="3" destOrd="0" presId="urn:microsoft.com/office/officeart/2005/8/layout/vList2"/>
    <dgm:cxn modelId="{32615818-7E5A-4CC7-A548-C30CE2757117}" type="presParOf" srcId="{DA2CAA13-FD5C-446C-B2C4-C48B2AA5ABCF}" destId="{09583A6A-BE5B-4C0A-9AC7-73DA7485B9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1309FFF-04AC-4891-AB68-B9252221DE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1E6ADB53-60FA-4318-8184-B6A5C085ED81}">
      <dgm:prSet/>
      <dgm:spPr/>
      <dgm:t>
        <a:bodyPr/>
        <a:lstStyle/>
        <a:p>
          <a:pPr>
            <a:defRPr cap="all"/>
          </a:pPr>
          <a:r>
            <a:rPr lang="en-US"/>
            <a:t>Git tracks</a:t>
          </a:r>
        </a:p>
      </dgm:t>
    </dgm:pt>
    <dgm:pt modelId="{520E6A05-87D3-4253-80A6-BE9D370FF749}" type="parTrans" cxnId="{27AF5DEB-3312-48FD-8AED-5EF6FB526F9C}">
      <dgm:prSet/>
      <dgm:spPr/>
      <dgm:t>
        <a:bodyPr/>
        <a:lstStyle/>
        <a:p>
          <a:endParaRPr lang="en-US"/>
        </a:p>
      </dgm:t>
    </dgm:pt>
    <dgm:pt modelId="{6FE49A90-B0A0-49C7-8526-0BC8CE74A2D4}" type="sibTrans" cxnId="{27AF5DEB-3312-48FD-8AED-5EF6FB526F9C}">
      <dgm:prSet/>
      <dgm:spPr/>
      <dgm:t>
        <a:bodyPr/>
        <a:lstStyle/>
        <a:p>
          <a:endParaRPr lang="en-US"/>
        </a:p>
      </dgm:t>
    </dgm:pt>
    <dgm:pt modelId="{72D112AB-9E16-4EC0-BDC2-7D73D46AC1D1}">
      <dgm:prSet/>
      <dgm:spPr/>
      <dgm:t>
        <a:bodyPr/>
        <a:lstStyle/>
        <a:p>
          <a:pPr>
            <a:defRPr cap="all"/>
          </a:pPr>
          <a:r>
            <a:rPr lang="en-US"/>
            <a:t>Branches isolate</a:t>
          </a:r>
        </a:p>
      </dgm:t>
    </dgm:pt>
    <dgm:pt modelId="{E37235ED-0741-4313-9DE3-ABA7FE279D25}" type="parTrans" cxnId="{950F1E6B-2A0C-4CB9-B148-3371A05B958E}">
      <dgm:prSet/>
      <dgm:spPr/>
      <dgm:t>
        <a:bodyPr/>
        <a:lstStyle/>
        <a:p>
          <a:endParaRPr lang="en-US"/>
        </a:p>
      </dgm:t>
    </dgm:pt>
    <dgm:pt modelId="{6911FF66-4BEA-46EF-B504-5F0A6E173611}" type="sibTrans" cxnId="{950F1E6B-2A0C-4CB9-B148-3371A05B958E}">
      <dgm:prSet/>
      <dgm:spPr/>
      <dgm:t>
        <a:bodyPr/>
        <a:lstStyle/>
        <a:p>
          <a:endParaRPr lang="en-US"/>
        </a:p>
      </dgm:t>
    </dgm:pt>
    <dgm:pt modelId="{182E7BA6-3D82-4FA2-8CCC-7B19C7F14D34}">
      <dgm:prSet/>
      <dgm:spPr/>
      <dgm:t>
        <a:bodyPr/>
        <a:lstStyle/>
        <a:p>
          <a:pPr>
            <a:defRPr cap="all"/>
          </a:pPr>
          <a:r>
            <a:rPr lang="en-US" dirty="0"/>
            <a:t>collaborate</a:t>
          </a:r>
        </a:p>
      </dgm:t>
    </dgm:pt>
    <dgm:pt modelId="{4854DF42-BED8-4114-B4D4-826BA43FE012}" type="parTrans" cxnId="{095E2D20-FC18-4E4C-A114-87FA1212A262}">
      <dgm:prSet/>
      <dgm:spPr/>
      <dgm:t>
        <a:bodyPr/>
        <a:lstStyle/>
        <a:p>
          <a:endParaRPr lang="en-US"/>
        </a:p>
      </dgm:t>
    </dgm:pt>
    <dgm:pt modelId="{347669A1-169F-4BE0-889D-A42B167676DE}" type="sibTrans" cxnId="{095E2D20-FC18-4E4C-A114-87FA1212A262}">
      <dgm:prSet/>
      <dgm:spPr/>
      <dgm:t>
        <a:bodyPr/>
        <a:lstStyle/>
        <a:p>
          <a:endParaRPr lang="en-US"/>
        </a:p>
      </dgm:t>
    </dgm:pt>
    <dgm:pt modelId="{E00E0943-99FD-45A3-A884-356885B020F6}" type="pres">
      <dgm:prSet presAssocID="{11309FFF-04AC-4891-AB68-B9252221DE82}" presName="root" presStyleCnt="0">
        <dgm:presLayoutVars>
          <dgm:dir/>
          <dgm:resizeHandles val="exact"/>
        </dgm:presLayoutVars>
      </dgm:prSet>
      <dgm:spPr/>
    </dgm:pt>
    <dgm:pt modelId="{18CAF85C-C5D6-458F-AFD0-C176082E1345}" type="pres">
      <dgm:prSet presAssocID="{1E6ADB53-60FA-4318-8184-B6A5C085ED81}" presName="compNode" presStyleCnt="0"/>
      <dgm:spPr/>
    </dgm:pt>
    <dgm:pt modelId="{87114538-A1E4-4710-93D8-2CAEB030365E}" type="pres">
      <dgm:prSet presAssocID="{1E6ADB53-60FA-4318-8184-B6A5C085ED81}" presName="iconBgRect" presStyleLbl="bgShp" presStyleIdx="0" presStyleCnt="3"/>
      <dgm:spPr/>
    </dgm:pt>
    <dgm:pt modelId="{F08219F2-B7B7-4291-9580-B62C13DCCBB7}" type="pres">
      <dgm:prSet presAssocID="{1E6ADB53-60FA-4318-8184-B6A5C085ED8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9011221-FCB2-4DA1-AF05-8078C67769EB}" type="pres">
      <dgm:prSet presAssocID="{1E6ADB53-60FA-4318-8184-B6A5C085ED81}" presName="spaceRect" presStyleCnt="0"/>
      <dgm:spPr/>
    </dgm:pt>
    <dgm:pt modelId="{F80CD454-A6B1-462B-BEE6-96E67FD1DCDE}" type="pres">
      <dgm:prSet presAssocID="{1E6ADB53-60FA-4318-8184-B6A5C085ED81}" presName="textRect" presStyleLbl="revTx" presStyleIdx="0" presStyleCnt="3">
        <dgm:presLayoutVars>
          <dgm:chMax val="1"/>
          <dgm:chPref val="1"/>
        </dgm:presLayoutVars>
      </dgm:prSet>
      <dgm:spPr/>
    </dgm:pt>
    <dgm:pt modelId="{8221D859-F447-4416-8AB6-8195DA0E7CD6}" type="pres">
      <dgm:prSet presAssocID="{6FE49A90-B0A0-49C7-8526-0BC8CE74A2D4}" presName="sibTrans" presStyleCnt="0"/>
      <dgm:spPr/>
    </dgm:pt>
    <dgm:pt modelId="{738D721C-D785-48D4-B8A9-3C4932A163C8}" type="pres">
      <dgm:prSet presAssocID="{72D112AB-9E16-4EC0-BDC2-7D73D46AC1D1}" presName="compNode" presStyleCnt="0"/>
      <dgm:spPr/>
    </dgm:pt>
    <dgm:pt modelId="{E17770DD-F653-48FD-9A68-9FE630D7E08A}" type="pres">
      <dgm:prSet presAssocID="{72D112AB-9E16-4EC0-BDC2-7D73D46AC1D1}" presName="iconBgRect" presStyleLbl="bgShp" presStyleIdx="1" presStyleCnt="3"/>
      <dgm:spPr/>
    </dgm:pt>
    <dgm:pt modelId="{D6CF1468-82E6-4E12-9671-4185E6EEB9C5}" type="pres">
      <dgm:prSet presAssocID="{72D112AB-9E16-4EC0-BDC2-7D73D46AC1D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6C23238F-96BB-4091-9D8D-7823F20ACC98}" type="pres">
      <dgm:prSet presAssocID="{72D112AB-9E16-4EC0-BDC2-7D73D46AC1D1}" presName="spaceRect" presStyleCnt="0"/>
      <dgm:spPr/>
    </dgm:pt>
    <dgm:pt modelId="{E8937F6E-9352-4AE3-9960-BEB97EFB11AD}" type="pres">
      <dgm:prSet presAssocID="{72D112AB-9E16-4EC0-BDC2-7D73D46AC1D1}" presName="textRect" presStyleLbl="revTx" presStyleIdx="1" presStyleCnt="3">
        <dgm:presLayoutVars>
          <dgm:chMax val="1"/>
          <dgm:chPref val="1"/>
        </dgm:presLayoutVars>
      </dgm:prSet>
      <dgm:spPr/>
    </dgm:pt>
    <dgm:pt modelId="{9D7002A6-6AD4-4BAF-8108-567622E36332}" type="pres">
      <dgm:prSet presAssocID="{6911FF66-4BEA-46EF-B504-5F0A6E173611}" presName="sibTrans" presStyleCnt="0"/>
      <dgm:spPr/>
    </dgm:pt>
    <dgm:pt modelId="{2CDA4B1D-C2B0-4C87-9750-246880F99269}" type="pres">
      <dgm:prSet presAssocID="{182E7BA6-3D82-4FA2-8CCC-7B19C7F14D34}" presName="compNode" presStyleCnt="0"/>
      <dgm:spPr/>
    </dgm:pt>
    <dgm:pt modelId="{ABE6FC8F-BFFF-414E-B633-51548917F565}" type="pres">
      <dgm:prSet presAssocID="{182E7BA6-3D82-4FA2-8CCC-7B19C7F14D34}" presName="iconBgRect" presStyleLbl="bgShp" presStyleIdx="2" presStyleCnt="3"/>
      <dgm:spPr/>
    </dgm:pt>
    <dgm:pt modelId="{F4687ECB-E00D-4C46-8F99-FE83D50046F3}" type="pres">
      <dgm:prSet presAssocID="{182E7BA6-3D82-4FA2-8CCC-7B19C7F14D3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F961A39-478C-4B1B-B0B3-D691EF484C74}" type="pres">
      <dgm:prSet presAssocID="{182E7BA6-3D82-4FA2-8CCC-7B19C7F14D34}" presName="spaceRect" presStyleCnt="0"/>
      <dgm:spPr/>
    </dgm:pt>
    <dgm:pt modelId="{B498F870-D201-42A2-AB38-4A688D4E9FE9}" type="pres">
      <dgm:prSet presAssocID="{182E7BA6-3D82-4FA2-8CCC-7B19C7F14D3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95E2D20-FC18-4E4C-A114-87FA1212A262}" srcId="{11309FFF-04AC-4891-AB68-B9252221DE82}" destId="{182E7BA6-3D82-4FA2-8CCC-7B19C7F14D34}" srcOrd="2" destOrd="0" parTransId="{4854DF42-BED8-4114-B4D4-826BA43FE012}" sibTransId="{347669A1-169F-4BE0-889D-A42B167676DE}"/>
    <dgm:cxn modelId="{802AD637-7ABE-4821-A7B1-98926A07F942}" type="presOf" srcId="{11309FFF-04AC-4891-AB68-B9252221DE82}" destId="{E00E0943-99FD-45A3-A884-356885B020F6}" srcOrd="0" destOrd="0" presId="urn:microsoft.com/office/officeart/2018/5/layout/IconCircleLabelList"/>
    <dgm:cxn modelId="{950F1E6B-2A0C-4CB9-B148-3371A05B958E}" srcId="{11309FFF-04AC-4891-AB68-B9252221DE82}" destId="{72D112AB-9E16-4EC0-BDC2-7D73D46AC1D1}" srcOrd="1" destOrd="0" parTransId="{E37235ED-0741-4313-9DE3-ABA7FE279D25}" sibTransId="{6911FF66-4BEA-46EF-B504-5F0A6E173611}"/>
    <dgm:cxn modelId="{73FC8597-7352-4A92-A4FE-09CA4987A40B}" type="presOf" srcId="{72D112AB-9E16-4EC0-BDC2-7D73D46AC1D1}" destId="{E8937F6E-9352-4AE3-9960-BEB97EFB11AD}" srcOrd="0" destOrd="0" presId="urn:microsoft.com/office/officeart/2018/5/layout/IconCircleLabelList"/>
    <dgm:cxn modelId="{27AF5DEB-3312-48FD-8AED-5EF6FB526F9C}" srcId="{11309FFF-04AC-4891-AB68-B9252221DE82}" destId="{1E6ADB53-60FA-4318-8184-B6A5C085ED81}" srcOrd="0" destOrd="0" parTransId="{520E6A05-87D3-4253-80A6-BE9D370FF749}" sibTransId="{6FE49A90-B0A0-49C7-8526-0BC8CE74A2D4}"/>
    <dgm:cxn modelId="{1226C5EF-AFA6-470B-9B88-830D3E92B780}" type="presOf" srcId="{182E7BA6-3D82-4FA2-8CCC-7B19C7F14D34}" destId="{B498F870-D201-42A2-AB38-4A688D4E9FE9}" srcOrd="0" destOrd="0" presId="urn:microsoft.com/office/officeart/2018/5/layout/IconCircleLabelList"/>
    <dgm:cxn modelId="{F559A2F5-8E52-4F34-94BD-51AB0C43DB10}" type="presOf" srcId="{1E6ADB53-60FA-4318-8184-B6A5C085ED81}" destId="{F80CD454-A6B1-462B-BEE6-96E67FD1DCDE}" srcOrd="0" destOrd="0" presId="urn:microsoft.com/office/officeart/2018/5/layout/IconCircleLabelList"/>
    <dgm:cxn modelId="{07603B84-F8E8-4D37-8D32-6FADF6DCBFCE}" type="presParOf" srcId="{E00E0943-99FD-45A3-A884-356885B020F6}" destId="{18CAF85C-C5D6-458F-AFD0-C176082E1345}" srcOrd="0" destOrd="0" presId="urn:microsoft.com/office/officeart/2018/5/layout/IconCircleLabelList"/>
    <dgm:cxn modelId="{130C48B4-09DF-4D0D-A8A6-75765C3CEEEF}" type="presParOf" srcId="{18CAF85C-C5D6-458F-AFD0-C176082E1345}" destId="{87114538-A1E4-4710-93D8-2CAEB030365E}" srcOrd="0" destOrd="0" presId="urn:microsoft.com/office/officeart/2018/5/layout/IconCircleLabelList"/>
    <dgm:cxn modelId="{B689CD0C-E5D2-490F-BB1E-153D36A4EBBC}" type="presParOf" srcId="{18CAF85C-C5D6-458F-AFD0-C176082E1345}" destId="{F08219F2-B7B7-4291-9580-B62C13DCCBB7}" srcOrd="1" destOrd="0" presId="urn:microsoft.com/office/officeart/2018/5/layout/IconCircleLabelList"/>
    <dgm:cxn modelId="{4B87C525-26B2-455C-8B5A-14420CB240A9}" type="presParOf" srcId="{18CAF85C-C5D6-458F-AFD0-C176082E1345}" destId="{A9011221-FCB2-4DA1-AF05-8078C67769EB}" srcOrd="2" destOrd="0" presId="urn:microsoft.com/office/officeart/2018/5/layout/IconCircleLabelList"/>
    <dgm:cxn modelId="{D24948A8-23D2-41B8-BB80-19D6DBA4AC16}" type="presParOf" srcId="{18CAF85C-C5D6-458F-AFD0-C176082E1345}" destId="{F80CD454-A6B1-462B-BEE6-96E67FD1DCDE}" srcOrd="3" destOrd="0" presId="urn:microsoft.com/office/officeart/2018/5/layout/IconCircleLabelList"/>
    <dgm:cxn modelId="{18C01711-E197-4FE6-B07A-86609F4A3C8B}" type="presParOf" srcId="{E00E0943-99FD-45A3-A884-356885B020F6}" destId="{8221D859-F447-4416-8AB6-8195DA0E7CD6}" srcOrd="1" destOrd="0" presId="urn:microsoft.com/office/officeart/2018/5/layout/IconCircleLabelList"/>
    <dgm:cxn modelId="{BA5FC967-D526-4CFB-B653-644DDBF478EF}" type="presParOf" srcId="{E00E0943-99FD-45A3-A884-356885B020F6}" destId="{738D721C-D785-48D4-B8A9-3C4932A163C8}" srcOrd="2" destOrd="0" presId="urn:microsoft.com/office/officeart/2018/5/layout/IconCircleLabelList"/>
    <dgm:cxn modelId="{8DCD653C-DA12-440F-9BCA-AEEE3FCE2099}" type="presParOf" srcId="{738D721C-D785-48D4-B8A9-3C4932A163C8}" destId="{E17770DD-F653-48FD-9A68-9FE630D7E08A}" srcOrd="0" destOrd="0" presId="urn:microsoft.com/office/officeart/2018/5/layout/IconCircleLabelList"/>
    <dgm:cxn modelId="{BD1C953A-3076-4924-B41F-7BE1D1557F47}" type="presParOf" srcId="{738D721C-D785-48D4-B8A9-3C4932A163C8}" destId="{D6CF1468-82E6-4E12-9671-4185E6EEB9C5}" srcOrd="1" destOrd="0" presId="urn:microsoft.com/office/officeart/2018/5/layout/IconCircleLabelList"/>
    <dgm:cxn modelId="{7EBFD923-A2EA-45B2-A092-72D5E44CA726}" type="presParOf" srcId="{738D721C-D785-48D4-B8A9-3C4932A163C8}" destId="{6C23238F-96BB-4091-9D8D-7823F20ACC98}" srcOrd="2" destOrd="0" presId="urn:microsoft.com/office/officeart/2018/5/layout/IconCircleLabelList"/>
    <dgm:cxn modelId="{7E48E9C1-897E-4179-B008-0B6D79676665}" type="presParOf" srcId="{738D721C-D785-48D4-B8A9-3C4932A163C8}" destId="{E8937F6E-9352-4AE3-9960-BEB97EFB11AD}" srcOrd="3" destOrd="0" presId="urn:microsoft.com/office/officeart/2018/5/layout/IconCircleLabelList"/>
    <dgm:cxn modelId="{32548603-91B3-4B17-BFF6-8068C1A38131}" type="presParOf" srcId="{E00E0943-99FD-45A3-A884-356885B020F6}" destId="{9D7002A6-6AD4-4BAF-8108-567622E36332}" srcOrd="3" destOrd="0" presId="urn:microsoft.com/office/officeart/2018/5/layout/IconCircleLabelList"/>
    <dgm:cxn modelId="{2E0A8EC9-29E1-4D57-AD7D-6E81925DA1E5}" type="presParOf" srcId="{E00E0943-99FD-45A3-A884-356885B020F6}" destId="{2CDA4B1D-C2B0-4C87-9750-246880F99269}" srcOrd="4" destOrd="0" presId="urn:microsoft.com/office/officeart/2018/5/layout/IconCircleLabelList"/>
    <dgm:cxn modelId="{D976A21C-CDFC-41AF-96A5-AB3BF06F0455}" type="presParOf" srcId="{2CDA4B1D-C2B0-4C87-9750-246880F99269}" destId="{ABE6FC8F-BFFF-414E-B633-51548917F565}" srcOrd="0" destOrd="0" presId="urn:microsoft.com/office/officeart/2018/5/layout/IconCircleLabelList"/>
    <dgm:cxn modelId="{1D30CA63-1C57-4931-A50E-F2944F89B345}" type="presParOf" srcId="{2CDA4B1D-C2B0-4C87-9750-246880F99269}" destId="{F4687ECB-E00D-4C46-8F99-FE83D50046F3}" srcOrd="1" destOrd="0" presId="urn:microsoft.com/office/officeart/2018/5/layout/IconCircleLabelList"/>
    <dgm:cxn modelId="{881B47F2-F885-4B5E-B60D-64D7E4712E85}" type="presParOf" srcId="{2CDA4B1D-C2B0-4C87-9750-246880F99269}" destId="{1F961A39-478C-4B1B-B0B3-D691EF484C74}" srcOrd="2" destOrd="0" presId="urn:microsoft.com/office/officeart/2018/5/layout/IconCircleLabelList"/>
    <dgm:cxn modelId="{25EEF239-279F-4431-B474-C73EB220D9F5}" type="presParOf" srcId="{2CDA4B1D-C2B0-4C87-9750-246880F99269}" destId="{B498F870-D201-42A2-AB38-4A688D4E9FE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79129-4B77-48B8-883C-1E8835FD2E65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F2D1D-2E65-4F99-905F-9A83893A7E3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2E409-1AE0-433B-81D7-D64C67A0C270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500" kern="1200"/>
            <a:t>Tracks changes</a:t>
          </a:r>
          <a:endParaRPr lang="en-US" sz="2500" kern="1200"/>
        </a:p>
      </dsp:txBody>
      <dsp:txXfrm>
        <a:off x="46529" y="2703902"/>
        <a:ext cx="2418750" cy="720000"/>
      </dsp:txXfrm>
    </dsp:sp>
    <dsp:sp modelId="{00473E8F-E343-440E-AB51-A12FB7105E6C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D2D093-6532-42B3-99A8-7BE1B2A3228C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4CAB6-7057-47E6-AB3B-FCC6E6C925D5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500" kern="1200"/>
            <a:t>Revert versions</a:t>
          </a:r>
          <a:endParaRPr lang="en-US" sz="2500" kern="1200"/>
        </a:p>
      </dsp:txBody>
      <dsp:txXfrm>
        <a:off x="2888560" y="2703902"/>
        <a:ext cx="2418750" cy="720000"/>
      </dsp:txXfrm>
    </dsp:sp>
    <dsp:sp modelId="{1FDEB263-9D2B-49DD-97E7-318CE1F8186A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C0405-03B1-43A6-9B63-D269BB27543F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94E79-65A5-413F-A073-9E17F90E6CF1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fr-FR" sz="2500" kern="1200"/>
            <a:t>Supports collaboration</a:t>
          </a:r>
          <a:endParaRPr lang="en-US" sz="2500" kern="1200"/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2037E1-20D2-441B-8789-D71A9851BEAC}">
      <dsp:nvSpPr>
        <dsp:cNvPr id="0" name=""/>
        <dsp:cNvSpPr/>
      </dsp:nvSpPr>
      <dsp:spPr>
        <a:xfrm>
          <a:off x="2715235" y="1801"/>
          <a:ext cx="3054640" cy="118896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Prevents lost work</a:t>
          </a:r>
        </a:p>
      </dsp:txBody>
      <dsp:txXfrm>
        <a:off x="2773276" y="59842"/>
        <a:ext cx="2938558" cy="1072886"/>
      </dsp:txXfrm>
    </dsp:sp>
    <dsp:sp modelId="{7D7A4E7D-2399-4520-A807-664C69FF5B0C}">
      <dsp:nvSpPr>
        <dsp:cNvPr id="0" name=""/>
        <dsp:cNvSpPr/>
      </dsp:nvSpPr>
      <dsp:spPr>
        <a:xfrm>
          <a:off x="2715235" y="1250218"/>
          <a:ext cx="3054640" cy="118896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Enables teamwork</a:t>
          </a:r>
        </a:p>
      </dsp:txBody>
      <dsp:txXfrm>
        <a:off x="2773276" y="1308259"/>
        <a:ext cx="2938558" cy="1072886"/>
      </dsp:txXfrm>
    </dsp:sp>
    <dsp:sp modelId="{467CDB96-E7CF-4723-99B8-09DD5C2F4D8F}">
      <dsp:nvSpPr>
        <dsp:cNvPr id="0" name=""/>
        <dsp:cNvSpPr/>
      </dsp:nvSpPr>
      <dsp:spPr>
        <a:xfrm>
          <a:off x="2715235" y="2498635"/>
          <a:ext cx="3054640" cy="118896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Tracks changes</a:t>
          </a:r>
        </a:p>
      </dsp:txBody>
      <dsp:txXfrm>
        <a:off x="2773276" y="2556676"/>
        <a:ext cx="2938558" cy="1072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8424E-00DD-4559-A9FC-4BCCD4D497FB}">
      <dsp:nvSpPr>
        <dsp:cNvPr id="0" name=""/>
        <dsp:cNvSpPr/>
      </dsp:nvSpPr>
      <dsp:spPr>
        <a:xfrm>
          <a:off x="730349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79944-414A-4764-8B92-3E264B7492F9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BA2229-0C2A-4D59-B4A9-8D3A43C7FD6D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900" kern="1200"/>
            <a:t>Distributed VCS</a:t>
          </a:r>
        </a:p>
      </dsp:txBody>
      <dsp:txXfrm>
        <a:off x="28349" y="3255669"/>
        <a:ext cx="3600000" cy="720000"/>
      </dsp:txXfrm>
    </dsp:sp>
    <dsp:sp modelId="{E25FB6B8-7766-4F4E-8FCD-F52462F44645}">
      <dsp:nvSpPr>
        <dsp:cNvPr id="0" name=""/>
        <dsp:cNvSpPr/>
      </dsp:nvSpPr>
      <dsp:spPr>
        <a:xfrm>
          <a:off x="4960350" y="375668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4846E3-4EDE-400C-85C2-44C16D5E8A5B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1A3C5-4EB8-4480-ABEF-7A7C97E38CA8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733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900" kern="1200"/>
            <a:t>Local + remote</a:t>
          </a:r>
        </a:p>
      </dsp:txBody>
      <dsp:txXfrm>
        <a:off x="4258350" y="3255669"/>
        <a:ext cx="36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70F48-BAE9-4746-9AB7-4E138AEA43DA}">
      <dsp:nvSpPr>
        <dsp:cNvPr id="0" name=""/>
        <dsp:cNvSpPr/>
      </dsp:nvSpPr>
      <dsp:spPr>
        <a:xfrm>
          <a:off x="962" y="1098351"/>
          <a:ext cx="3504344" cy="175217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50800" rIns="762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Git = tool</a:t>
          </a:r>
          <a:endParaRPr lang="en-US" sz="4000" kern="1200" dirty="0"/>
        </a:p>
      </dsp:txBody>
      <dsp:txXfrm>
        <a:off x="52281" y="1149670"/>
        <a:ext cx="3401706" cy="1649534"/>
      </dsp:txXfrm>
    </dsp:sp>
    <dsp:sp modelId="{847BF94B-547B-47DF-A3C6-05841C434834}">
      <dsp:nvSpPr>
        <dsp:cNvPr id="0" name=""/>
        <dsp:cNvSpPr/>
      </dsp:nvSpPr>
      <dsp:spPr>
        <a:xfrm>
          <a:off x="4381393" y="1098351"/>
          <a:ext cx="3504344" cy="1752172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GitHub = hosting</a:t>
          </a:r>
          <a:endParaRPr lang="en-US" sz="3600" kern="1200" dirty="0"/>
        </a:p>
      </dsp:txBody>
      <dsp:txXfrm>
        <a:off x="4432712" y="1149670"/>
        <a:ext cx="3401706" cy="16495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5F037-0F16-4F23-88A5-6240E6626D65}">
      <dsp:nvSpPr>
        <dsp:cNvPr id="0" name=""/>
        <dsp:cNvSpPr/>
      </dsp:nvSpPr>
      <dsp:spPr>
        <a:xfrm>
          <a:off x="1009209" y="594937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FD7A2-F5BE-4226-9A32-F56D42718918}">
      <dsp:nvSpPr>
        <dsp:cNvPr id="0" name=""/>
        <dsp:cNvSpPr/>
      </dsp:nvSpPr>
      <dsp:spPr>
        <a:xfrm>
          <a:off x="16115" y="263393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git init</a:t>
          </a:r>
        </a:p>
      </dsp:txBody>
      <dsp:txXfrm>
        <a:off x="16115" y="2633938"/>
        <a:ext cx="3611250" cy="720000"/>
      </dsp:txXfrm>
    </dsp:sp>
    <dsp:sp modelId="{5210B3F8-5B2A-4A3B-9C65-5A2E207F8D03}">
      <dsp:nvSpPr>
        <dsp:cNvPr id="0" name=""/>
        <dsp:cNvSpPr/>
      </dsp:nvSpPr>
      <dsp:spPr>
        <a:xfrm>
          <a:off x="5252428" y="594937"/>
          <a:ext cx="1625062" cy="1625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57FD6-ABF6-4838-BF9F-75B77B1614A4}">
      <dsp:nvSpPr>
        <dsp:cNvPr id="0" name=""/>
        <dsp:cNvSpPr/>
      </dsp:nvSpPr>
      <dsp:spPr>
        <a:xfrm>
          <a:off x="4259334" y="2633938"/>
          <a:ext cx="361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Creates repository</a:t>
          </a:r>
        </a:p>
      </dsp:txBody>
      <dsp:txXfrm>
        <a:off x="4259334" y="2633938"/>
        <a:ext cx="361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A526C-24A1-4912-9791-ABE4D05C9D35}">
      <dsp:nvSpPr>
        <dsp:cNvPr id="0" name=""/>
        <dsp:cNvSpPr/>
      </dsp:nvSpPr>
      <dsp:spPr>
        <a:xfrm>
          <a:off x="0" y="666298"/>
          <a:ext cx="8745414" cy="13461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A0BC00-A660-4544-AF1C-FC17DFA555BA}">
      <dsp:nvSpPr>
        <dsp:cNvPr id="0" name=""/>
        <dsp:cNvSpPr/>
      </dsp:nvSpPr>
      <dsp:spPr>
        <a:xfrm>
          <a:off x="407224" y="969192"/>
          <a:ext cx="740407" cy="7404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9F8BFD-55B3-43A1-82DB-0F03932A1FA9}">
      <dsp:nvSpPr>
        <dsp:cNvPr id="0" name=""/>
        <dsp:cNvSpPr/>
      </dsp:nvSpPr>
      <dsp:spPr>
        <a:xfrm>
          <a:off x="1554855" y="666298"/>
          <a:ext cx="7190558" cy="13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72" tIns="142472" rIns="142472" bIns="142472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git clone &lt;</a:t>
          </a:r>
          <a:r>
            <a:rPr lang="en-US" sz="2400" b="1" kern="1200" dirty="0" err="1"/>
            <a:t>url</a:t>
          </a:r>
          <a:r>
            <a:rPr lang="en-US" sz="2400" b="1" kern="1200" dirty="0"/>
            <a:t>&gt;</a:t>
          </a:r>
          <a:br>
            <a:rPr lang="en-US" sz="2200" kern="1200" dirty="0"/>
          </a:br>
          <a:r>
            <a:rPr lang="en-US" sz="2200" kern="1200" dirty="0"/>
            <a:t>Example: </a:t>
          </a:r>
          <a:br>
            <a:rPr lang="en-US" sz="2200" kern="1200" dirty="0"/>
          </a:br>
          <a:r>
            <a:rPr lang="en-US" sz="2200" kern="1200" dirty="0"/>
            <a:t>	</a:t>
          </a:r>
          <a:r>
            <a:rPr lang="en-GB" sz="2200" kern="1200" dirty="0"/>
            <a:t>git clone https://github.com/mikeb/mod5-UML.git</a:t>
          </a:r>
          <a:endParaRPr lang="en-US" sz="2200" kern="1200" dirty="0"/>
        </a:p>
      </dsp:txBody>
      <dsp:txXfrm>
        <a:off x="1554855" y="666298"/>
        <a:ext cx="7190558" cy="1346195"/>
      </dsp:txXfrm>
    </dsp:sp>
    <dsp:sp modelId="{A319BDEE-1CD4-4F3F-9FD9-45FF28C2CF6F}">
      <dsp:nvSpPr>
        <dsp:cNvPr id="0" name=""/>
        <dsp:cNvSpPr/>
      </dsp:nvSpPr>
      <dsp:spPr>
        <a:xfrm>
          <a:off x="0" y="2338844"/>
          <a:ext cx="8745414" cy="134619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D80A82-1B44-4D8E-9EBE-E5F1DF4A78AB}">
      <dsp:nvSpPr>
        <dsp:cNvPr id="0" name=""/>
        <dsp:cNvSpPr/>
      </dsp:nvSpPr>
      <dsp:spPr>
        <a:xfrm>
          <a:off x="407224" y="2641738"/>
          <a:ext cx="740407" cy="7404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E360F0D-9E0D-4435-ADF6-6D9FDF4706B5}">
      <dsp:nvSpPr>
        <dsp:cNvPr id="0" name=""/>
        <dsp:cNvSpPr/>
      </dsp:nvSpPr>
      <dsp:spPr>
        <a:xfrm>
          <a:off x="1554855" y="2338844"/>
          <a:ext cx="7190558" cy="134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72" tIns="142472" rIns="142472" bIns="14247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Copies project</a:t>
          </a:r>
        </a:p>
      </dsp:txBody>
      <dsp:txXfrm>
        <a:off x="1554855" y="2338844"/>
        <a:ext cx="7190558" cy="13461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64694-2D6D-456C-BF4B-9EE2F2047A98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F071F-C59D-44D4-BCAD-262F34F9B98B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kern="1200"/>
            <a:t>git add file</a:t>
          </a:r>
          <a:endParaRPr lang="en-US" sz="5000" kern="1200"/>
        </a:p>
      </dsp:txBody>
      <dsp:txXfrm>
        <a:off x="85060" y="2776702"/>
        <a:ext cx="3690000" cy="720000"/>
      </dsp:txXfrm>
    </dsp:sp>
    <dsp:sp modelId="{A30DA203-8174-4928-8512-2315796F7D51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21DC6-3D13-4E09-93F5-5CCB6B6FC715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0" kern="1200"/>
            <a:t>git add .</a:t>
          </a:r>
          <a:endParaRPr lang="en-US" sz="5000" kern="1200"/>
        </a:p>
      </dsp:txBody>
      <dsp:txXfrm>
        <a:off x="4420810" y="2776702"/>
        <a:ext cx="369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FCF0F-2A23-4321-8CC9-62FA095EB0D2}">
      <dsp:nvSpPr>
        <dsp:cNvPr id="0" name=""/>
        <dsp:cNvSpPr/>
      </dsp:nvSpPr>
      <dsp:spPr>
        <a:xfrm>
          <a:off x="0" y="2118559"/>
          <a:ext cx="5000124" cy="1216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git push</a:t>
          </a:r>
        </a:p>
      </dsp:txBody>
      <dsp:txXfrm>
        <a:off x="59399" y="2177958"/>
        <a:ext cx="4881326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21739A-F339-471E-8BD0-B4AB8BE126C5}">
      <dsp:nvSpPr>
        <dsp:cNvPr id="0" name=""/>
        <dsp:cNvSpPr/>
      </dsp:nvSpPr>
      <dsp:spPr>
        <a:xfrm>
          <a:off x="962" y="1049272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Small branches</a:t>
          </a:r>
        </a:p>
      </dsp:txBody>
      <dsp:txXfrm>
        <a:off x="962" y="1049272"/>
        <a:ext cx="3754654" cy="2252792"/>
      </dsp:txXfrm>
    </dsp:sp>
    <dsp:sp modelId="{0C56040F-8F61-4A94-A0B8-F50BD512DD5C}">
      <dsp:nvSpPr>
        <dsp:cNvPr id="0" name=""/>
        <dsp:cNvSpPr/>
      </dsp:nvSpPr>
      <dsp:spPr>
        <a:xfrm>
          <a:off x="4131082" y="1049272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Merge often</a:t>
          </a:r>
        </a:p>
      </dsp:txBody>
      <dsp:txXfrm>
        <a:off x="4131082" y="1049272"/>
        <a:ext cx="3754654" cy="225279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F31955-1BAB-4619-A359-AAB95ACE2BE1}">
      <dsp:nvSpPr>
        <dsp:cNvPr id="0" name=""/>
        <dsp:cNvSpPr/>
      </dsp:nvSpPr>
      <dsp:spPr>
        <a:xfrm>
          <a:off x="0" y="714559"/>
          <a:ext cx="5000124" cy="1216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Create repo</a:t>
          </a:r>
        </a:p>
      </dsp:txBody>
      <dsp:txXfrm>
        <a:off x="59399" y="773958"/>
        <a:ext cx="4881326" cy="1098002"/>
      </dsp:txXfrm>
    </dsp:sp>
    <dsp:sp modelId="{C1F499B6-25F2-4081-98AB-0D79920CE7D3}">
      <dsp:nvSpPr>
        <dsp:cNvPr id="0" name=""/>
        <dsp:cNvSpPr/>
      </dsp:nvSpPr>
      <dsp:spPr>
        <a:xfrm>
          <a:off x="0" y="2118560"/>
          <a:ext cx="5000124" cy="121680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Branch</a:t>
          </a:r>
        </a:p>
      </dsp:txBody>
      <dsp:txXfrm>
        <a:off x="59399" y="2177959"/>
        <a:ext cx="4881326" cy="1098002"/>
      </dsp:txXfrm>
    </dsp:sp>
    <dsp:sp modelId="{09583A6A-BE5B-4C0A-9AC7-73DA7485B9AF}">
      <dsp:nvSpPr>
        <dsp:cNvPr id="0" name=""/>
        <dsp:cNvSpPr/>
      </dsp:nvSpPr>
      <dsp:spPr>
        <a:xfrm>
          <a:off x="0" y="3522560"/>
          <a:ext cx="5000124" cy="121680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Merge</a:t>
          </a:r>
        </a:p>
      </dsp:txBody>
      <dsp:txXfrm>
        <a:off x="59399" y="3581959"/>
        <a:ext cx="4881326" cy="1098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14538-A1E4-4710-93D8-2CAEB030365E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219F2-B7B7-4291-9580-B62C13DCCBB7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CD454-A6B1-462B-BEE6-96E67FD1DCD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Git tracks</a:t>
          </a:r>
        </a:p>
      </dsp:txBody>
      <dsp:txXfrm>
        <a:off x="46529" y="2703902"/>
        <a:ext cx="2418750" cy="720000"/>
      </dsp:txXfrm>
    </dsp:sp>
    <dsp:sp modelId="{E17770DD-F653-48FD-9A68-9FE630D7E08A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CF1468-82E6-4E12-9671-4185E6EEB9C5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37F6E-9352-4AE3-9960-BEB97EFB11AD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Branches isolate</a:t>
          </a:r>
        </a:p>
      </dsp:txBody>
      <dsp:txXfrm>
        <a:off x="2888560" y="2703902"/>
        <a:ext cx="2418750" cy="720000"/>
      </dsp:txXfrm>
    </dsp:sp>
    <dsp:sp modelId="{ABE6FC8F-BFFF-414E-B633-51548917F565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87ECB-E00D-4C46-8F99-FE83D50046F3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8F870-D201-42A2-AB38-4A688D4E9FE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collaborate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Version Control with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From Basics 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to 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Intermediate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What is Version Control?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217DE235-23CD-AEDD-1FB8-3C15A37638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410865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Why Use Git?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813060-C197-C115-EDB4-36D4ABBED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037834"/>
              </p:ext>
            </p:extLst>
          </p:nvPr>
        </p:nvGraphicFramePr>
        <p:xfrm>
          <a:off x="483042" y="2615979"/>
          <a:ext cx="8485112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GB" sz="4500"/>
              <a:t>What is Git?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FA9DA-A0F9-A5CB-1BAB-B04807D87F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2909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Git vs GitHub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32EC13E-64CA-868F-F495-657237917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06938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1014574"/>
            <a:ext cx="7294297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1" y="3640633"/>
            <a:ext cx="7294297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Modify → Stage → Commit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Setting Up a Repo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5E88735-BD47-934E-AB56-97A5F4448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24022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FFCA8E-72C6-2F46-267D-2F264E0F247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18787" b="-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Cloning a Repo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4DE625-AB3E-F3F8-31EA-08B07E41F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251072"/>
              </p:ext>
            </p:extLst>
          </p:nvPr>
        </p:nvGraphicFramePr>
        <p:xfrm>
          <a:off x="257909" y="1825625"/>
          <a:ext cx="874541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Staging Changes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614B1DF-2000-4C5A-CF47-AFF66C19D2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462096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1014574"/>
            <a:ext cx="7294297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1" y="3640633"/>
            <a:ext cx="7294297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git commit -m 'message'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9141714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1014574"/>
            <a:ext cx="7294297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1" y="3640633"/>
            <a:ext cx="7294297" cy="24872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git status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57880-5DBF-C9F5-2E98-52947D0C80DB}"/>
              </a:ext>
            </a:extLst>
          </p:cNvPr>
          <p:cNvSpPr txBox="1"/>
          <p:nvPr/>
        </p:nvSpPr>
        <p:spPr>
          <a:xfrm>
            <a:off x="4105071" y="5244655"/>
            <a:ext cx="4572000" cy="120032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dirty="0"/>
              <a:t>On branch main</a:t>
            </a:r>
          </a:p>
          <a:p>
            <a:r>
              <a:rPr lang="en-GB" dirty="0"/>
              <a:t>Your branch is up to date with 'origin/main'.</a:t>
            </a:r>
          </a:p>
          <a:p>
            <a:endParaRPr lang="en-GB" dirty="0"/>
          </a:p>
          <a:p>
            <a:r>
              <a:rPr lang="en-GB" dirty="0"/>
              <a:t>nothing to commit, working tree clean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 sz="4700"/>
              <a:t>History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fontScale="62500" lnSpcReduction="20000"/>
          </a:bodyPr>
          <a:lstStyle/>
          <a:p>
            <a:r>
              <a:rPr lang="en-GB" sz="3400" b="1" dirty="0"/>
              <a:t>git log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b="1" dirty="0"/>
              <a:t>git log --</a:t>
            </a:r>
            <a:r>
              <a:rPr lang="en-GB" b="1" dirty="0" err="1"/>
              <a:t>oneline</a:t>
            </a:r>
            <a:endParaRPr lang="en-GB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770D3-16DB-B74C-CA6F-5E85CC3203F2}"/>
              </a:ext>
            </a:extLst>
          </p:cNvPr>
          <p:cNvSpPr txBox="1"/>
          <p:nvPr/>
        </p:nvSpPr>
        <p:spPr>
          <a:xfrm>
            <a:off x="1548501" y="2239175"/>
            <a:ext cx="7280031" cy="28007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commit 27245945d19899becd21b1719da87ea29581cf53 (HEAD -&gt; main, origin/main)</a:t>
            </a:r>
          </a:p>
          <a:p>
            <a:r>
              <a:rPr lang="en-GB" sz="1600" dirty="0"/>
              <a:t>Author: mikeb &lt;mikeb@qa.com&gt;</a:t>
            </a:r>
          </a:p>
          <a:p>
            <a:r>
              <a:rPr lang="en-GB" sz="1600" dirty="0"/>
              <a:t>Date:   Sat Apr 11 17:51:55 2026 +0100</a:t>
            </a:r>
          </a:p>
          <a:p>
            <a:endParaRPr lang="en-GB" sz="1600" dirty="0"/>
          </a:p>
          <a:p>
            <a:r>
              <a:rPr lang="en-GB" sz="1600" dirty="0"/>
              <a:t>    bug fixes completed</a:t>
            </a:r>
          </a:p>
          <a:p>
            <a:endParaRPr lang="en-GB" sz="1600" dirty="0"/>
          </a:p>
          <a:p>
            <a:r>
              <a:rPr lang="en-GB" sz="1600" dirty="0"/>
              <a:t>commit 48ef6b41636cba34cc22e1fac324d3d0d61b8d74</a:t>
            </a:r>
          </a:p>
          <a:p>
            <a:r>
              <a:rPr lang="en-GB" sz="1600" dirty="0"/>
              <a:t>Author: mikeb &lt;mikeb@qa.com&gt;</a:t>
            </a:r>
          </a:p>
          <a:p>
            <a:r>
              <a:rPr lang="en-GB" sz="1600" dirty="0"/>
              <a:t>Date:   Sat Apr 11 11:35:07 2026 +0100</a:t>
            </a:r>
          </a:p>
          <a:p>
            <a:endParaRPr lang="en-GB" sz="1600" dirty="0"/>
          </a:p>
          <a:p>
            <a:r>
              <a:rPr lang="en-GB" sz="1600" dirty="0"/>
              <a:t>    added User services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A7504-8FD9-5594-C822-A94D742D4ACD}"/>
              </a:ext>
            </a:extLst>
          </p:cNvPr>
          <p:cNvSpPr txBox="1"/>
          <p:nvPr/>
        </p:nvSpPr>
        <p:spPr>
          <a:xfrm>
            <a:off x="3094893" y="5475492"/>
            <a:ext cx="4881196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GB" dirty="0"/>
              <a:t>2724594 (HEAD -&gt; main, origin/main) added GHA</a:t>
            </a:r>
          </a:p>
          <a:p>
            <a:r>
              <a:rPr lang="en-GB" dirty="0"/>
              <a:t>48ef6b4 added unit test code added</a:t>
            </a:r>
          </a:p>
          <a:p>
            <a:r>
              <a:rPr lang="en-GB" dirty="0"/>
              <a:t>faee340 first commit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600" dirty="0">
                <a:solidFill>
                  <a:srgbClr val="FFFFFF"/>
                </a:solidFill>
              </a:rPr>
              <a:t>Remotes</a:t>
            </a:r>
            <a:br>
              <a:rPr lang="en-GB" sz="3500" dirty="0">
                <a:solidFill>
                  <a:srgbClr val="FFFFFF"/>
                </a:solidFill>
              </a:rPr>
            </a:br>
            <a:br>
              <a:rPr lang="en-GB" sz="3500" dirty="0">
                <a:solidFill>
                  <a:srgbClr val="FFFFFF"/>
                </a:solidFill>
              </a:rPr>
            </a:br>
            <a:r>
              <a:rPr lang="en-GB" sz="3500" dirty="0">
                <a:solidFill>
                  <a:srgbClr val="FFFFFF"/>
                </a:solidFill>
              </a:rPr>
              <a:t>Backup and share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FC6BB2-857B-7FBF-2C89-D857EFE7A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9935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Pulling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pull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1C5D0-59B2-02E7-3397-E701FE62DCE0}"/>
              </a:ext>
            </a:extLst>
          </p:cNvPr>
          <p:cNvSpPr txBox="1"/>
          <p:nvPr/>
        </p:nvSpPr>
        <p:spPr>
          <a:xfrm>
            <a:off x="3323829" y="4937941"/>
            <a:ext cx="5327802" cy="70788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/>
              <a:t>Gets the latest changes from a remote repository and apply them to your local project</a:t>
            </a:r>
            <a:endParaRPr lang="en-GB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22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281" y="841664"/>
            <a:ext cx="3655995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1015" y="841664"/>
            <a:ext cx="3650704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36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Isolate work</a:t>
            </a:r>
          </a:p>
        </p:txBody>
      </p:sp>
      <p:pic>
        <p:nvPicPr>
          <p:cNvPr id="5" name="Graphic 4" descr="Branching diagram with solid fill">
            <a:extLst>
              <a:ext uri="{FF2B5EF4-FFF2-40B4-BE49-F238E27FC236}">
                <a16:creationId xmlns:a16="http://schemas.microsoft.com/office/drawing/2014/main" id="{66BD1880-78FE-B99C-159C-1E6AE9A3D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3051" y="4047392"/>
            <a:ext cx="1587227" cy="1587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Create Branch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checkout -b feature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Switch Branch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checkout 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Merge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 merge feature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Conflicts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 resolution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E40972-2C0C-BC0C-C531-DABB577C35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GB"/>
              <a:t>Best Practice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81A9AC-B892-E6DE-07AE-BCC2FD29E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263905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Pull Requests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 to merge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1451C-46E4-6400-A774-E9F5922090A6}"/>
              </a:ext>
            </a:extLst>
          </p:cNvPr>
          <p:cNvSpPr txBox="1"/>
          <p:nvPr/>
        </p:nvSpPr>
        <p:spPr>
          <a:xfrm>
            <a:off x="1825617" y="5315741"/>
            <a:ext cx="5653706" cy="707886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1" dirty="0"/>
              <a:t>Let's you propose changes to a codebase and ask for them to be reviewed before they are added</a:t>
            </a:r>
            <a:r>
              <a:rPr lang="en-GB"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1"/>
            <a:ext cx="9143993" cy="37425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68" y="637763"/>
            <a:ext cx="7417348" cy="28744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.gitignore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3742597"/>
            <a:ext cx="9143993" cy="3115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8" y="4307684"/>
            <a:ext cx="7158115" cy="19068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Ignore unnecessary files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32F003-FCA6-4CFB-A2EA-308F3AA25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885" y="4101097"/>
            <a:ext cx="3429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E96DB9-710C-BC20-DE0E-D23362D2041E}"/>
              </a:ext>
            </a:extLst>
          </p:cNvPr>
          <p:cNvSpPr txBox="1"/>
          <p:nvPr/>
        </p:nvSpPr>
        <p:spPr>
          <a:xfrm>
            <a:off x="6507460" y="2673129"/>
            <a:ext cx="2414954" cy="40318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dirty="0"/>
              <a:t># Build output</a:t>
            </a:r>
            <a:br>
              <a:rPr lang="en-GB" sz="1600" dirty="0"/>
            </a:br>
            <a:r>
              <a:rPr lang="en-GB" sz="1600" dirty="0"/>
              <a:t>bin/</a:t>
            </a:r>
            <a:br>
              <a:rPr lang="en-GB" sz="1600" dirty="0"/>
            </a:br>
            <a:r>
              <a:rPr lang="en-GB" sz="1600" dirty="0" err="1"/>
              <a:t>obj</a:t>
            </a:r>
            <a:r>
              <a:rPr lang="en-GB" sz="1600" dirty="0"/>
              <a:t>/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# Dependencies</a:t>
            </a:r>
            <a:br>
              <a:rPr lang="en-GB" sz="1600" dirty="0"/>
            </a:br>
            <a:r>
              <a:rPr lang="en-GB" sz="1600" dirty="0" err="1"/>
              <a:t>node_modules</a:t>
            </a:r>
            <a:r>
              <a:rPr lang="en-GB" sz="1600" dirty="0"/>
              <a:t>/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# Logs</a:t>
            </a:r>
            <a:br>
              <a:rPr lang="en-GB" sz="1600" dirty="0"/>
            </a:br>
            <a:r>
              <a:rPr lang="en-GB" sz="1600" dirty="0"/>
              <a:t>*.log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# IDE files</a:t>
            </a:r>
            <a:br>
              <a:rPr lang="en-GB" sz="1600" dirty="0"/>
            </a:br>
            <a:r>
              <a:rPr lang="en-GB" sz="1600" dirty="0"/>
              <a:t>.</a:t>
            </a:r>
            <a:r>
              <a:rPr lang="en-GB" sz="1600" dirty="0" err="1"/>
              <a:t>vscode</a:t>
            </a:r>
            <a:r>
              <a:rPr lang="en-GB" sz="1600" dirty="0"/>
              <a:t>/</a:t>
            </a:r>
            <a:br>
              <a:rPr lang="en-GB" sz="1600" dirty="0"/>
            </a:br>
            <a:br>
              <a:rPr lang="en-GB" sz="1600" dirty="0"/>
            </a:br>
            <a:r>
              <a:rPr lang="en-GB" sz="1600" dirty="0"/>
              <a:t># OS files</a:t>
            </a:r>
            <a:br>
              <a:rPr lang="en-GB" sz="1600" dirty="0"/>
            </a:br>
            <a:r>
              <a:rPr lang="en-GB" sz="1600" dirty="0"/>
              <a:t>.</a:t>
            </a:r>
            <a:r>
              <a:rPr lang="en-GB" sz="1600" dirty="0" err="1"/>
              <a:t>DS_Store</a:t>
            </a:r>
            <a:br>
              <a:rPr lang="en-GB" sz="1600" dirty="0"/>
            </a:br>
            <a:r>
              <a:rPr lang="en-GB" sz="1600" dirty="0" err="1"/>
              <a:t>Thumbs.db</a:t>
            </a:r>
            <a:endParaRPr lang="en-GB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GB" sz="4200">
                <a:solidFill>
                  <a:schemeClr val="bg1"/>
                </a:solidFill>
              </a:rPr>
              <a:t>Undo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4274958" cy="5340097"/>
          </a:xfrm>
        </p:spPr>
        <p:txBody>
          <a:bodyPr anchor="ctr">
            <a:normAutofit/>
          </a:bodyPr>
          <a:lstStyle/>
          <a:p>
            <a:pPr>
              <a:lnSpc>
                <a:spcPct val="200000"/>
              </a:lnSpc>
            </a:pPr>
            <a:r>
              <a:rPr lang="en-GB" sz="2800" dirty="0">
                <a:solidFill>
                  <a:schemeClr val="tx2"/>
                </a:solidFill>
              </a:rPr>
              <a:t>git restore</a:t>
            </a:r>
          </a:p>
          <a:p>
            <a:pPr lvl="1">
              <a:lnSpc>
                <a:spcPct val="200000"/>
              </a:lnSpc>
            </a:pPr>
            <a:r>
              <a:rPr lang="en-GB" sz="2400" dirty="0" err="1">
                <a:solidFill>
                  <a:schemeClr val="tx2"/>
                </a:solidFill>
              </a:rPr>
              <a:t>Unstaged</a:t>
            </a:r>
            <a:r>
              <a:rPr lang="en-GB" sz="2400" dirty="0">
                <a:solidFill>
                  <a:schemeClr val="tx2"/>
                </a:solidFill>
              </a:rPr>
              <a:t> files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solidFill>
                  <a:schemeClr val="tx2"/>
                </a:solidFill>
              </a:rPr>
              <a:t>git revert HEAD~1</a:t>
            </a:r>
          </a:p>
          <a:p>
            <a:pPr>
              <a:lnSpc>
                <a:spcPct val="200000"/>
              </a:lnSpc>
            </a:pPr>
            <a:r>
              <a:rPr lang="en-GB" sz="2800" dirty="0">
                <a:solidFill>
                  <a:schemeClr val="tx2"/>
                </a:solidFill>
              </a:rPr>
              <a:t>git reset --hard 483856a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Diff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GB" dirty="0"/>
              <a:t>git diff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GB" dirty="0"/>
              <a:t>Pull → Branch → Commit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Task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70D60D-E09D-865D-2FA1-C31289028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2237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F688EE-389C-83E5-E4AE-9CE895E80F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18354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On-screen Show (4:3)</PresentationFormat>
  <Paragraphs>109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Version Control with Git</vt:lpstr>
      <vt:lpstr>What is Version Control?</vt:lpstr>
      <vt:lpstr>Why Use Git?</vt:lpstr>
      <vt:lpstr>What is Git?</vt:lpstr>
      <vt:lpstr>Git vs GitHub</vt:lpstr>
      <vt:lpstr>Git Workflow</vt:lpstr>
      <vt:lpstr>Setting Up a Repo</vt:lpstr>
      <vt:lpstr>Cloning a Repo</vt:lpstr>
      <vt:lpstr>Staging Changes</vt:lpstr>
      <vt:lpstr>Committing</vt:lpstr>
      <vt:lpstr>Status</vt:lpstr>
      <vt:lpstr>History</vt:lpstr>
      <vt:lpstr>Remotes  Backup and share</vt:lpstr>
      <vt:lpstr>Pulling</vt:lpstr>
      <vt:lpstr>Branching</vt:lpstr>
      <vt:lpstr>Create Branch</vt:lpstr>
      <vt:lpstr>Switch Branch</vt:lpstr>
      <vt:lpstr>Merge</vt:lpstr>
      <vt:lpstr>Conflicts</vt:lpstr>
      <vt:lpstr>Best Practice</vt:lpstr>
      <vt:lpstr>Pull Requests</vt:lpstr>
      <vt:lpstr>.gitignore</vt:lpstr>
      <vt:lpstr>Undo</vt:lpstr>
      <vt:lpstr>Diff</vt:lpstr>
      <vt:lpstr>Workflow</vt:lpstr>
      <vt:lpstr>Task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baradaran</cp:lastModifiedBy>
  <cp:revision>4</cp:revision>
  <dcterms:created xsi:type="dcterms:W3CDTF">2013-01-27T09:14:16Z</dcterms:created>
  <dcterms:modified xsi:type="dcterms:W3CDTF">2026-04-11T17:37:04Z</dcterms:modified>
  <cp:category/>
</cp:coreProperties>
</file>