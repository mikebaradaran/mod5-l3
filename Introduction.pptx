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1071" r:id="rId11"/>
    <p:sldId id="61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3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004421-C96D-49F4-BD78-B0C7BBAC411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F718EB7-398D-4613-B3B0-F7A63833B605}">
      <dgm:prSet/>
      <dgm:spPr/>
      <dgm:t>
        <a:bodyPr/>
        <a:lstStyle/>
        <a:p>
          <a:r>
            <a:rPr lang="en-GB"/>
            <a:t>3‑day introduction to modern software delivery</a:t>
          </a:r>
          <a:endParaRPr lang="en-US"/>
        </a:p>
      </dgm:t>
    </dgm:pt>
    <dgm:pt modelId="{30AD20B5-EE17-44C4-A9DA-62A24C65D976}" type="parTrans" cxnId="{3F72F4D5-5AAF-4514-9D40-1C4BD4825C75}">
      <dgm:prSet/>
      <dgm:spPr/>
      <dgm:t>
        <a:bodyPr/>
        <a:lstStyle/>
        <a:p>
          <a:endParaRPr lang="en-US"/>
        </a:p>
      </dgm:t>
    </dgm:pt>
    <dgm:pt modelId="{34106B61-9E7E-4F95-AD32-593B9AC92339}" type="sibTrans" cxnId="{3F72F4D5-5AAF-4514-9D40-1C4BD4825C75}">
      <dgm:prSet/>
      <dgm:spPr/>
      <dgm:t>
        <a:bodyPr/>
        <a:lstStyle/>
        <a:p>
          <a:endParaRPr lang="en-US"/>
        </a:p>
      </dgm:t>
    </dgm:pt>
    <dgm:pt modelId="{1DA9CFAE-2D59-4AF5-A8D4-D46A4AEFBD9C}">
      <dgm:prSet/>
      <dgm:spPr/>
      <dgm:t>
        <a:bodyPr/>
        <a:lstStyle/>
        <a:p>
          <a:r>
            <a:rPr lang="en-GB"/>
            <a:t>Learn how teams build, test, and deploy software reliably</a:t>
          </a:r>
          <a:endParaRPr lang="en-US"/>
        </a:p>
      </dgm:t>
    </dgm:pt>
    <dgm:pt modelId="{1060420A-BF57-459B-BF75-897FF2FCF72E}" type="parTrans" cxnId="{1789F0D4-9634-4808-88CF-E82C8DD46519}">
      <dgm:prSet/>
      <dgm:spPr/>
      <dgm:t>
        <a:bodyPr/>
        <a:lstStyle/>
        <a:p>
          <a:endParaRPr lang="en-US"/>
        </a:p>
      </dgm:t>
    </dgm:pt>
    <dgm:pt modelId="{1DB64E8F-3DE4-4506-A02D-88A228266644}" type="sibTrans" cxnId="{1789F0D4-9634-4808-88CF-E82C8DD46519}">
      <dgm:prSet/>
      <dgm:spPr/>
      <dgm:t>
        <a:bodyPr/>
        <a:lstStyle/>
        <a:p>
          <a:endParaRPr lang="en-US"/>
        </a:p>
      </dgm:t>
    </dgm:pt>
    <dgm:pt modelId="{D35F3FF0-D3FE-4FE9-B281-1412898B0CA0}">
      <dgm:prSet/>
      <dgm:spPr/>
      <dgm:t>
        <a:bodyPr/>
        <a:lstStyle/>
        <a:p>
          <a:r>
            <a:rPr lang="en-GB"/>
            <a:t>Hands‑on with Git, CI pipelines, GitHub Actions, and cloud deployment</a:t>
          </a:r>
          <a:endParaRPr lang="en-US"/>
        </a:p>
      </dgm:t>
    </dgm:pt>
    <dgm:pt modelId="{915FDD37-23F5-4912-931F-A93F90ECFC1F}" type="parTrans" cxnId="{FB2FCE99-9654-41F6-9A29-D9D06585B603}">
      <dgm:prSet/>
      <dgm:spPr/>
      <dgm:t>
        <a:bodyPr/>
        <a:lstStyle/>
        <a:p>
          <a:endParaRPr lang="en-US"/>
        </a:p>
      </dgm:t>
    </dgm:pt>
    <dgm:pt modelId="{6F3DA286-9398-472F-9B42-66D3A456AB64}" type="sibTrans" cxnId="{FB2FCE99-9654-41F6-9A29-D9D06585B603}">
      <dgm:prSet/>
      <dgm:spPr/>
      <dgm:t>
        <a:bodyPr/>
        <a:lstStyle/>
        <a:p>
          <a:endParaRPr lang="en-US"/>
        </a:p>
      </dgm:t>
    </dgm:pt>
    <dgm:pt modelId="{5AB74876-250C-42BC-B0FA-3937C60E4669}">
      <dgm:prSet/>
      <dgm:spPr/>
      <dgm:t>
        <a:bodyPr/>
        <a:lstStyle/>
        <a:p>
          <a:r>
            <a:rPr lang="en-GB"/>
            <a:t>Real‑world workflows used in industry</a:t>
          </a:r>
          <a:endParaRPr lang="en-US"/>
        </a:p>
      </dgm:t>
    </dgm:pt>
    <dgm:pt modelId="{12C912EE-9143-489E-9B9C-B94FF47B0265}" type="parTrans" cxnId="{BD4D67C6-5FC2-4AA8-9CCC-0E4514BAA6CC}">
      <dgm:prSet/>
      <dgm:spPr/>
      <dgm:t>
        <a:bodyPr/>
        <a:lstStyle/>
        <a:p>
          <a:endParaRPr lang="en-US"/>
        </a:p>
      </dgm:t>
    </dgm:pt>
    <dgm:pt modelId="{BDF8E617-3C66-43F9-B5BA-0E38D0DBFE59}" type="sibTrans" cxnId="{BD4D67C6-5FC2-4AA8-9CCC-0E4514BAA6CC}">
      <dgm:prSet/>
      <dgm:spPr/>
      <dgm:t>
        <a:bodyPr/>
        <a:lstStyle/>
        <a:p>
          <a:endParaRPr lang="en-US"/>
        </a:p>
      </dgm:t>
    </dgm:pt>
    <dgm:pt modelId="{A59D2779-1ACD-4B6B-837E-B1391BF4A911}" type="pres">
      <dgm:prSet presAssocID="{7B004421-C96D-49F4-BD78-B0C7BBAC411B}" presName="root" presStyleCnt="0">
        <dgm:presLayoutVars>
          <dgm:dir/>
          <dgm:resizeHandles val="exact"/>
        </dgm:presLayoutVars>
      </dgm:prSet>
      <dgm:spPr/>
    </dgm:pt>
    <dgm:pt modelId="{E389F6A3-9611-458F-8EC5-7FDC83969889}" type="pres">
      <dgm:prSet presAssocID="{DF718EB7-398D-4613-B3B0-F7A63833B605}" presName="compNode" presStyleCnt="0"/>
      <dgm:spPr/>
    </dgm:pt>
    <dgm:pt modelId="{7A0AA589-9DEF-4E49-B00C-6EE24AFAAE9C}" type="pres">
      <dgm:prSet presAssocID="{DF718EB7-398D-4613-B3B0-F7A63833B605}" presName="bgRect" presStyleLbl="bgShp" presStyleIdx="0" presStyleCnt="4"/>
      <dgm:spPr/>
    </dgm:pt>
    <dgm:pt modelId="{42F337EC-0B6C-41B2-B527-CFFEBC594F71}" type="pres">
      <dgm:prSet presAssocID="{DF718EB7-398D-4613-B3B0-F7A63833B60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523CF9C5-17E3-4364-A3EE-CE7CC01F62BC}" type="pres">
      <dgm:prSet presAssocID="{DF718EB7-398D-4613-B3B0-F7A63833B605}" presName="spaceRect" presStyleCnt="0"/>
      <dgm:spPr/>
    </dgm:pt>
    <dgm:pt modelId="{0727ECC5-B29D-46FC-B9EF-F6CC69A5EF22}" type="pres">
      <dgm:prSet presAssocID="{DF718EB7-398D-4613-B3B0-F7A63833B605}" presName="parTx" presStyleLbl="revTx" presStyleIdx="0" presStyleCnt="4">
        <dgm:presLayoutVars>
          <dgm:chMax val="0"/>
          <dgm:chPref val="0"/>
        </dgm:presLayoutVars>
      </dgm:prSet>
      <dgm:spPr/>
    </dgm:pt>
    <dgm:pt modelId="{FA89A7D6-F9AC-4B79-8093-3115FACD8B65}" type="pres">
      <dgm:prSet presAssocID="{34106B61-9E7E-4F95-AD32-593B9AC92339}" presName="sibTrans" presStyleCnt="0"/>
      <dgm:spPr/>
    </dgm:pt>
    <dgm:pt modelId="{AF27929D-D24D-48A8-B5A2-66A5EC55DAB2}" type="pres">
      <dgm:prSet presAssocID="{1DA9CFAE-2D59-4AF5-A8D4-D46A4AEFBD9C}" presName="compNode" presStyleCnt="0"/>
      <dgm:spPr/>
    </dgm:pt>
    <dgm:pt modelId="{5119A99B-0F57-4AE2-BB67-531B51A78C4D}" type="pres">
      <dgm:prSet presAssocID="{1DA9CFAE-2D59-4AF5-A8D4-D46A4AEFBD9C}" presName="bgRect" presStyleLbl="bgShp" presStyleIdx="1" presStyleCnt="4"/>
      <dgm:spPr/>
    </dgm:pt>
    <dgm:pt modelId="{4232183A-C8B4-42FF-B060-3025CCB9D9E4}" type="pres">
      <dgm:prSet presAssocID="{1DA9CFAE-2D59-4AF5-A8D4-D46A4AEFBD9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5838BE2A-7B36-46DA-B3EB-1E3A31AD7B3E}" type="pres">
      <dgm:prSet presAssocID="{1DA9CFAE-2D59-4AF5-A8D4-D46A4AEFBD9C}" presName="spaceRect" presStyleCnt="0"/>
      <dgm:spPr/>
    </dgm:pt>
    <dgm:pt modelId="{92696A94-8430-4BBD-9F7B-4206C0F8F2FE}" type="pres">
      <dgm:prSet presAssocID="{1DA9CFAE-2D59-4AF5-A8D4-D46A4AEFBD9C}" presName="parTx" presStyleLbl="revTx" presStyleIdx="1" presStyleCnt="4">
        <dgm:presLayoutVars>
          <dgm:chMax val="0"/>
          <dgm:chPref val="0"/>
        </dgm:presLayoutVars>
      </dgm:prSet>
      <dgm:spPr/>
    </dgm:pt>
    <dgm:pt modelId="{33807D4D-1CE0-4994-B84D-624F5E077443}" type="pres">
      <dgm:prSet presAssocID="{1DB64E8F-3DE4-4506-A02D-88A228266644}" presName="sibTrans" presStyleCnt="0"/>
      <dgm:spPr/>
    </dgm:pt>
    <dgm:pt modelId="{CF1B7B1C-150C-4242-B97D-E37FC7AF4D6B}" type="pres">
      <dgm:prSet presAssocID="{D35F3FF0-D3FE-4FE9-B281-1412898B0CA0}" presName="compNode" presStyleCnt="0"/>
      <dgm:spPr/>
    </dgm:pt>
    <dgm:pt modelId="{B71716EA-5A62-496D-938C-65D6FB9551F8}" type="pres">
      <dgm:prSet presAssocID="{D35F3FF0-D3FE-4FE9-B281-1412898B0CA0}" presName="bgRect" presStyleLbl="bgShp" presStyleIdx="2" presStyleCnt="4"/>
      <dgm:spPr/>
    </dgm:pt>
    <dgm:pt modelId="{4EF40325-3DD2-4B90-A9C4-AD025448AD47}" type="pres">
      <dgm:prSet presAssocID="{D35F3FF0-D3FE-4FE9-B281-1412898B0CA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5247A6A-F939-4A7C-81AA-29C425E6BC54}" type="pres">
      <dgm:prSet presAssocID="{D35F3FF0-D3FE-4FE9-B281-1412898B0CA0}" presName="spaceRect" presStyleCnt="0"/>
      <dgm:spPr/>
    </dgm:pt>
    <dgm:pt modelId="{87F13FA2-487A-48B8-9D53-485096570ADD}" type="pres">
      <dgm:prSet presAssocID="{D35F3FF0-D3FE-4FE9-B281-1412898B0CA0}" presName="parTx" presStyleLbl="revTx" presStyleIdx="2" presStyleCnt="4">
        <dgm:presLayoutVars>
          <dgm:chMax val="0"/>
          <dgm:chPref val="0"/>
        </dgm:presLayoutVars>
      </dgm:prSet>
      <dgm:spPr/>
    </dgm:pt>
    <dgm:pt modelId="{2D3F5070-C71D-4F57-9465-EE5C867D1055}" type="pres">
      <dgm:prSet presAssocID="{6F3DA286-9398-472F-9B42-66D3A456AB64}" presName="sibTrans" presStyleCnt="0"/>
      <dgm:spPr/>
    </dgm:pt>
    <dgm:pt modelId="{40FC7748-59BA-462B-B1A3-18A8CCDC031C}" type="pres">
      <dgm:prSet presAssocID="{5AB74876-250C-42BC-B0FA-3937C60E4669}" presName="compNode" presStyleCnt="0"/>
      <dgm:spPr/>
    </dgm:pt>
    <dgm:pt modelId="{8F0AEF48-22A6-445B-91BD-A7A7547DF715}" type="pres">
      <dgm:prSet presAssocID="{5AB74876-250C-42BC-B0FA-3937C60E4669}" presName="bgRect" presStyleLbl="bgShp" presStyleIdx="3" presStyleCnt="4"/>
      <dgm:spPr/>
    </dgm:pt>
    <dgm:pt modelId="{AC95F150-F6CD-4A92-90B0-3D25BC6B189D}" type="pres">
      <dgm:prSet presAssocID="{5AB74876-250C-42BC-B0FA-3937C60E466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D015D01-97A9-47B1-83F2-7EA4B9320162}" type="pres">
      <dgm:prSet presAssocID="{5AB74876-250C-42BC-B0FA-3937C60E4669}" presName="spaceRect" presStyleCnt="0"/>
      <dgm:spPr/>
    </dgm:pt>
    <dgm:pt modelId="{44D5B90E-1435-4A58-BA13-EE2788E15946}" type="pres">
      <dgm:prSet presAssocID="{5AB74876-250C-42BC-B0FA-3937C60E466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515F927-C67D-4865-981D-CAFD8E8789DE}" type="presOf" srcId="{7B004421-C96D-49F4-BD78-B0C7BBAC411B}" destId="{A59D2779-1ACD-4B6B-837E-B1391BF4A911}" srcOrd="0" destOrd="0" presId="urn:microsoft.com/office/officeart/2018/2/layout/IconVerticalSolidList"/>
    <dgm:cxn modelId="{3CD89A44-1752-4B63-9D87-833C68A31F96}" type="presOf" srcId="{DF718EB7-398D-4613-B3B0-F7A63833B605}" destId="{0727ECC5-B29D-46FC-B9EF-F6CC69A5EF22}" srcOrd="0" destOrd="0" presId="urn:microsoft.com/office/officeart/2018/2/layout/IconVerticalSolidList"/>
    <dgm:cxn modelId="{B4393548-664E-4F73-9D07-3C3E7B61EAE5}" type="presOf" srcId="{5AB74876-250C-42BC-B0FA-3937C60E4669}" destId="{44D5B90E-1435-4A58-BA13-EE2788E15946}" srcOrd="0" destOrd="0" presId="urn:microsoft.com/office/officeart/2018/2/layout/IconVerticalSolidList"/>
    <dgm:cxn modelId="{FB2FCE99-9654-41F6-9A29-D9D06585B603}" srcId="{7B004421-C96D-49F4-BD78-B0C7BBAC411B}" destId="{D35F3FF0-D3FE-4FE9-B281-1412898B0CA0}" srcOrd="2" destOrd="0" parTransId="{915FDD37-23F5-4912-931F-A93F90ECFC1F}" sibTransId="{6F3DA286-9398-472F-9B42-66D3A456AB64}"/>
    <dgm:cxn modelId="{BD4D67C6-5FC2-4AA8-9CCC-0E4514BAA6CC}" srcId="{7B004421-C96D-49F4-BD78-B0C7BBAC411B}" destId="{5AB74876-250C-42BC-B0FA-3937C60E4669}" srcOrd="3" destOrd="0" parTransId="{12C912EE-9143-489E-9B9C-B94FF47B0265}" sibTransId="{BDF8E617-3C66-43F9-B5BA-0E38D0DBFE59}"/>
    <dgm:cxn modelId="{1789F0D4-9634-4808-88CF-E82C8DD46519}" srcId="{7B004421-C96D-49F4-BD78-B0C7BBAC411B}" destId="{1DA9CFAE-2D59-4AF5-A8D4-D46A4AEFBD9C}" srcOrd="1" destOrd="0" parTransId="{1060420A-BF57-459B-BF75-897FF2FCF72E}" sibTransId="{1DB64E8F-3DE4-4506-A02D-88A228266644}"/>
    <dgm:cxn modelId="{3F72F4D5-5AAF-4514-9D40-1C4BD4825C75}" srcId="{7B004421-C96D-49F4-BD78-B0C7BBAC411B}" destId="{DF718EB7-398D-4613-B3B0-F7A63833B605}" srcOrd="0" destOrd="0" parTransId="{30AD20B5-EE17-44C4-A9DA-62A24C65D976}" sibTransId="{34106B61-9E7E-4F95-AD32-593B9AC92339}"/>
    <dgm:cxn modelId="{24DB6FD7-4CA8-4723-986A-2EA115358685}" type="presOf" srcId="{1DA9CFAE-2D59-4AF5-A8D4-D46A4AEFBD9C}" destId="{92696A94-8430-4BBD-9F7B-4206C0F8F2FE}" srcOrd="0" destOrd="0" presId="urn:microsoft.com/office/officeart/2018/2/layout/IconVerticalSolidList"/>
    <dgm:cxn modelId="{3164DDFC-DF12-4B81-B374-A053D7F25E75}" type="presOf" srcId="{D35F3FF0-D3FE-4FE9-B281-1412898B0CA0}" destId="{87F13FA2-487A-48B8-9D53-485096570ADD}" srcOrd="0" destOrd="0" presId="urn:microsoft.com/office/officeart/2018/2/layout/IconVerticalSolidList"/>
    <dgm:cxn modelId="{1F1C4711-59FC-405A-ACBB-C987979DC244}" type="presParOf" srcId="{A59D2779-1ACD-4B6B-837E-B1391BF4A911}" destId="{E389F6A3-9611-458F-8EC5-7FDC83969889}" srcOrd="0" destOrd="0" presId="urn:microsoft.com/office/officeart/2018/2/layout/IconVerticalSolidList"/>
    <dgm:cxn modelId="{F2A39F52-5FC8-4A87-B23C-6F5F4E844A44}" type="presParOf" srcId="{E389F6A3-9611-458F-8EC5-7FDC83969889}" destId="{7A0AA589-9DEF-4E49-B00C-6EE24AFAAE9C}" srcOrd="0" destOrd="0" presId="urn:microsoft.com/office/officeart/2018/2/layout/IconVerticalSolidList"/>
    <dgm:cxn modelId="{C570D591-041C-472A-84E1-1877910186EE}" type="presParOf" srcId="{E389F6A3-9611-458F-8EC5-7FDC83969889}" destId="{42F337EC-0B6C-41B2-B527-CFFEBC594F71}" srcOrd="1" destOrd="0" presId="urn:microsoft.com/office/officeart/2018/2/layout/IconVerticalSolidList"/>
    <dgm:cxn modelId="{5324562D-8CA8-45D3-B5FE-300994040B8A}" type="presParOf" srcId="{E389F6A3-9611-458F-8EC5-7FDC83969889}" destId="{523CF9C5-17E3-4364-A3EE-CE7CC01F62BC}" srcOrd="2" destOrd="0" presId="urn:microsoft.com/office/officeart/2018/2/layout/IconVerticalSolidList"/>
    <dgm:cxn modelId="{C3105A70-9844-486A-8C8D-536DDD746048}" type="presParOf" srcId="{E389F6A3-9611-458F-8EC5-7FDC83969889}" destId="{0727ECC5-B29D-46FC-B9EF-F6CC69A5EF22}" srcOrd="3" destOrd="0" presId="urn:microsoft.com/office/officeart/2018/2/layout/IconVerticalSolidList"/>
    <dgm:cxn modelId="{F6C8E05C-4C7A-44D0-94BC-DF4104D26C0A}" type="presParOf" srcId="{A59D2779-1ACD-4B6B-837E-B1391BF4A911}" destId="{FA89A7D6-F9AC-4B79-8093-3115FACD8B65}" srcOrd="1" destOrd="0" presId="urn:microsoft.com/office/officeart/2018/2/layout/IconVerticalSolidList"/>
    <dgm:cxn modelId="{B087628B-A177-48B2-9CBF-BB6AB7346183}" type="presParOf" srcId="{A59D2779-1ACD-4B6B-837E-B1391BF4A911}" destId="{AF27929D-D24D-48A8-B5A2-66A5EC55DAB2}" srcOrd="2" destOrd="0" presId="urn:microsoft.com/office/officeart/2018/2/layout/IconVerticalSolidList"/>
    <dgm:cxn modelId="{536905F0-90CD-4376-B203-EA46608F44CF}" type="presParOf" srcId="{AF27929D-D24D-48A8-B5A2-66A5EC55DAB2}" destId="{5119A99B-0F57-4AE2-BB67-531B51A78C4D}" srcOrd="0" destOrd="0" presId="urn:microsoft.com/office/officeart/2018/2/layout/IconVerticalSolidList"/>
    <dgm:cxn modelId="{305CC98E-5B36-4D76-90A5-5124EEF25ACA}" type="presParOf" srcId="{AF27929D-D24D-48A8-B5A2-66A5EC55DAB2}" destId="{4232183A-C8B4-42FF-B060-3025CCB9D9E4}" srcOrd="1" destOrd="0" presId="urn:microsoft.com/office/officeart/2018/2/layout/IconVerticalSolidList"/>
    <dgm:cxn modelId="{D4DA6832-BFA9-49FB-A8B5-319978530858}" type="presParOf" srcId="{AF27929D-D24D-48A8-B5A2-66A5EC55DAB2}" destId="{5838BE2A-7B36-46DA-B3EB-1E3A31AD7B3E}" srcOrd="2" destOrd="0" presId="urn:microsoft.com/office/officeart/2018/2/layout/IconVerticalSolidList"/>
    <dgm:cxn modelId="{5B8F4B8A-2A4E-47D8-B877-4314E741C1A8}" type="presParOf" srcId="{AF27929D-D24D-48A8-B5A2-66A5EC55DAB2}" destId="{92696A94-8430-4BBD-9F7B-4206C0F8F2FE}" srcOrd="3" destOrd="0" presId="urn:microsoft.com/office/officeart/2018/2/layout/IconVerticalSolidList"/>
    <dgm:cxn modelId="{8548C412-C488-40EE-B568-AC12E18F51EE}" type="presParOf" srcId="{A59D2779-1ACD-4B6B-837E-B1391BF4A911}" destId="{33807D4D-1CE0-4994-B84D-624F5E077443}" srcOrd="3" destOrd="0" presId="urn:microsoft.com/office/officeart/2018/2/layout/IconVerticalSolidList"/>
    <dgm:cxn modelId="{F0790581-693B-4E93-A879-0CA032BA70F4}" type="presParOf" srcId="{A59D2779-1ACD-4B6B-837E-B1391BF4A911}" destId="{CF1B7B1C-150C-4242-B97D-E37FC7AF4D6B}" srcOrd="4" destOrd="0" presId="urn:microsoft.com/office/officeart/2018/2/layout/IconVerticalSolidList"/>
    <dgm:cxn modelId="{BC692D99-8708-4CE1-96E4-78950EF3235C}" type="presParOf" srcId="{CF1B7B1C-150C-4242-B97D-E37FC7AF4D6B}" destId="{B71716EA-5A62-496D-938C-65D6FB9551F8}" srcOrd="0" destOrd="0" presId="urn:microsoft.com/office/officeart/2018/2/layout/IconVerticalSolidList"/>
    <dgm:cxn modelId="{F7EDD570-C7DF-4192-BF58-B5A747B7B413}" type="presParOf" srcId="{CF1B7B1C-150C-4242-B97D-E37FC7AF4D6B}" destId="{4EF40325-3DD2-4B90-A9C4-AD025448AD47}" srcOrd="1" destOrd="0" presId="urn:microsoft.com/office/officeart/2018/2/layout/IconVerticalSolidList"/>
    <dgm:cxn modelId="{E78609EE-0505-4304-B89A-C54F562D0725}" type="presParOf" srcId="{CF1B7B1C-150C-4242-B97D-E37FC7AF4D6B}" destId="{15247A6A-F939-4A7C-81AA-29C425E6BC54}" srcOrd="2" destOrd="0" presId="urn:microsoft.com/office/officeart/2018/2/layout/IconVerticalSolidList"/>
    <dgm:cxn modelId="{BA0C53D1-D234-4526-B4A9-152E04EF782A}" type="presParOf" srcId="{CF1B7B1C-150C-4242-B97D-E37FC7AF4D6B}" destId="{87F13FA2-487A-48B8-9D53-485096570ADD}" srcOrd="3" destOrd="0" presId="urn:microsoft.com/office/officeart/2018/2/layout/IconVerticalSolidList"/>
    <dgm:cxn modelId="{2AB6B6C1-676C-435F-A822-BA6E90891E64}" type="presParOf" srcId="{A59D2779-1ACD-4B6B-837E-B1391BF4A911}" destId="{2D3F5070-C71D-4F57-9465-EE5C867D1055}" srcOrd="5" destOrd="0" presId="urn:microsoft.com/office/officeart/2018/2/layout/IconVerticalSolidList"/>
    <dgm:cxn modelId="{96BF56FE-9CF8-4ED6-B67E-5D2B6D2B6957}" type="presParOf" srcId="{A59D2779-1ACD-4B6B-837E-B1391BF4A911}" destId="{40FC7748-59BA-462B-B1A3-18A8CCDC031C}" srcOrd="6" destOrd="0" presId="urn:microsoft.com/office/officeart/2018/2/layout/IconVerticalSolidList"/>
    <dgm:cxn modelId="{60ADB61B-FFA1-4B25-AC81-5B13716F6D9D}" type="presParOf" srcId="{40FC7748-59BA-462B-B1A3-18A8CCDC031C}" destId="{8F0AEF48-22A6-445B-91BD-A7A7547DF715}" srcOrd="0" destOrd="0" presId="urn:microsoft.com/office/officeart/2018/2/layout/IconVerticalSolidList"/>
    <dgm:cxn modelId="{7A4CB3E7-4A65-42D2-B38D-AB84EC006F0B}" type="presParOf" srcId="{40FC7748-59BA-462B-B1A3-18A8CCDC031C}" destId="{AC95F150-F6CD-4A92-90B0-3D25BC6B189D}" srcOrd="1" destOrd="0" presId="urn:microsoft.com/office/officeart/2018/2/layout/IconVerticalSolidList"/>
    <dgm:cxn modelId="{CA7C45C1-D3E7-4713-8465-E07CA0698FD5}" type="presParOf" srcId="{40FC7748-59BA-462B-B1A3-18A8CCDC031C}" destId="{DD015D01-97A9-47B1-83F2-7EA4B9320162}" srcOrd="2" destOrd="0" presId="urn:microsoft.com/office/officeart/2018/2/layout/IconVerticalSolidList"/>
    <dgm:cxn modelId="{FF8254EB-C2C7-41CA-9032-26FB994CDB66}" type="presParOf" srcId="{40FC7748-59BA-462B-B1A3-18A8CCDC031C}" destId="{44D5B90E-1435-4A58-BA13-EE2788E159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E4B614-504D-42D0-90CE-3D5CAFEF79D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491DE18-2184-4D90-8688-3EE71C14E500}">
      <dgm:prSet/>
      <dgm:spPr/>
      <dgm:t>
        <a:bodyPr/>
        <a:lstStyle/>
        <a:p>
          <a:r>
            <a:rPr lang="en-GB" b="1"/>
            <a:t>Day 1:</a:t>
          </a:r>
          <a:r>
            <a:rPr lang="en-GB"/>
            <a:t> Version Control </a:t>
          </a:r>
          <a:endParaRPr lang="en-US"/>
        </a:p>
      </dgm:t>
    </dgm:pt>
    <dgm:pt modelId="{DE522D2C-B8A6-4B40-BE55-607A760AFC8E}" type="parTrans" cxnId="{0BFC7252-F465-4CEC-9A94-F8E3484D05AE}">
      <dgm:prSet/>
      <dgm:spPr/>
      <dgm:t>
        <a:bodyPr/>
        <a:lstStyle/>
        <a:p>
          <a:endParaRPr lang="en-US"/>
        </a:p>
      </dgm:t>
    </dgm:pt>
    <dgm:pt modelId="{E2969037-0E4E-4A99-B130-E915E6060D08}" type="sibTrans" cxnId="{0BFC7252-F465-4CEC-9A94-F8E3484D05AE}">
      <dgm:prSet/>
      <dgm:spPr/>
      <dgm:t>
        <a:bodyPr/>
        <a:lstStyle/>
        <a:p>
          <a:endParaRPr lang="en-US"/>
        </a:p>
      </dgm:t>
    </dgm:pt>
    <dgm:pt modelId="{5C4A4D80-3BB6-4DD8-993D-CD80BE08A6AF}">
      <dgm:prSet/>
      <dgm:spPr/>
      <dgm:t>
        <a:bodyPr/>
        <a:lstStyle/>
        <a:p>
          <a:r>
            <a:rPr lang="en-GB" b="1"/>
            <a:t>Day 2:</a:t>
          </a:r>
          <a:r>
            <a:rPr lang="en-GB"/>
            <a:t> Testing &amp; Continuous Integration </a:t>
          </a:r>
          <a:endParaRPr lang="en-US"/>
        </a:p>
      </dgm:t>
    </dgm:pt>
    <dgm:pt modelId="{D231E118-0C6D-4055-AF24-03DF5DCEF84C}" type="parTrans" cxnId="{33CB6B2C-CDF3-4E44-86E6-867EB48264A6}">
      <dgm:prSet/>
      <dgm:spPr/>
      <dgm:t>
        <a:bodyPr/>
        <a:lstStyle/>
        <a:p>
          <a:endParaRPr lang="en-US"/>
        </a:p>
      </dgm:t>
    </dgm:pt>
    <dgm:pt modelId="{F9595E43-7310-4A56-B73B-976AD0AC4948}" type="sibTrans" cxnId="{33CB6B2C-CDF3-4E44-86E6-867EB48264A6}">
      <dgm:prSet/>
      <dgm:spPr/>
      <dgm:t>
        <a:bodyPr/>
        <a:lstStyle/>
        <a:p>
          <a:endParaRPr lang="en-US"/>
        </a:p>
      </dgm:t>
    </dgm:pt>
    <dgm:pt modelId="{168AB34B-D8F5-4336-8A61-459282492C64}">
      <dgm:prSet/>
      <dgm:spPr/>
      <dgm:t>
        <a:bodyPr/>
        <a:lstStyle/>
        <a:p>
          <a:r>
            <a:rPr lang="en-GB" b="1"/>
            <a:t>Day 3:</a:t>
          </a:r>
          <a:r>
            <a:rPr lang="en-GB"/>
            <a:t> Cloud Deployment with GitHub Actions</a:t>
          </a:r>
          <a:endParaRPr lang="en-US"/>
        </a:p>
      </dgm:t>
    </dgm:pt>
    <dgm:pt modelId="{372F8BD4-A5DA-4C0D-8B8C-52AF04DF7027}" type="parTrans" cxnId="{078AA937-AB7A-49C5-95FB-2C3B1CB34DA9}">
      <dgm:prSet/>
      <dgm:spPr/>
      <dgm:t>
        <a:bodyPr/>
        <a:lstStyle/>
        <a:p>
          <a:endParaRPr lang="en-US"/>
        </a:p>
      </dgm:t>
    </dgm:pt>
    <dgm:pt modelId="{E8AD7FDE-6C72-4EA3-A167-81B7C9D11314}" type="sibTrans" cxnId="{078AA937-AB7A-49C5-95FB-2C3B1CB34DA9}">
      <dgm:prSet/>
      <dgm:spPr/>
      <dgm:t>
        <a:bodyPr/>
        <a:lstStyle/>
        <a:p>
          <a:endParaRPr lang="en-US"/>
        </a:p>
      </dgm:t>
    </dgm:pt>
    <dgm:pt modelId="{61E15EF5-B923-4964-A439-46052C145D37}" type="pres">
      <dgm:prSet presAssocID="{1DE4B614-504D-42D0-90CE-3D5CAFEF79D9}" presName="root" presStyleCnt="0">
        <dgm:presLayoutVars>
          <dgm:dir/>
          <dgm:resizeHandles val="exact"/>
        </dgm:presLayoutVars>
      </dgm:prSet>
      <dgm:spPr/>
    </dgm:pt>
    <dgm:pt modelId="{69C31204-F557-4D8C-9393-0F3AE66BABB5}" type="pres">
      <dgm:prSet presAssocID="{5491DE18-2184-4D90-8688-3EE71C14E500}" presName="compNode" presStyleCnt="0"/>
      <dgm:spPr/>
    </dgm:pt>
    <dgm:pt modelId="{4FE5F9E9-3743-4A78-8055-3CFE79B72E0D}" type="pres">
      <dgm:prSet presAssocID="{5491DE18-2184-4D90-8688-3EE71C14E500}" presName="bgRect" presStyleLbl="bgShp" presStyleIdx="0" presStyleCnt="3"/>
      <dgm:spPr/>
    </dgm:pt>
    <dgm:pt modelId="{0D79C4BE-A5D5-4FFE-B48A-72B0D4A82F75}" type="pres">
      <dgm:prSet presAssocID="{5491DE18-2184-4D90-8688-3EE71C14E50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F8E7050-8386-46C2-8DE3-2003866F0400}" type="pres">
      <dgm:prSet presAssocID="{5491DE18-2184-4D90-8688-3EE71C14E500}" presName="spaceRect" presStyleCnt="0"/>
      <dgm:spPr/>
    </dgm:pt>
    <dgm:pt modelId="{A897B4E8-176D-4F79-9A78-177EB2545E36}" type="pres">
      <dgm:prSet presAssocID="{5491DE18-2184-4D90-8688-3EE71C14E500}" presName="parTx" presStyleLbl="revTx" presStyleIdx="0" presStyleCnt="3">
        <dgm:presLayoutVars>
          <dgm:chMax val="0"/>
          <dgm:chPref val="0"/>
        </dgm:presLayoutVars>
      </dgm:prSet>
      <dgm:spPr/>
    </dgm:pt>
    <dgm:pt modelId="{98642573-2275-4D8C-9D50-5E6746524B3C}" type="pres">
      <dgm:prSet presAssocID="{E2969037-0E4E-4A99-B130-E915E6060D08}" presName="sibTrans" presStyleCnt="0"/>
      <dgm:spPr/>
    </dgm:pt>
    <dgm:pt modelId="{64863F84-0D1F-4654-9775-56D7A6FF49ED}" type="pres">
      <dgm:prSet presAssocID="{5C4A4D80-3BB6-4DD8-993D-CD80BE08A6AF}" presName="compNode" presStyleCnt="0"/>
      <dgm:spPr/>
    </dgm:pt>
    <dgm:pt modelId="{B8FA8F45-098B-4F9B-8BA7-8CE058A30001}" type="pres">
      <dgm:prSet presAssocID="{5C4A4D80-3BB6-4DD8-993D-CD80BE08A6AF}" presName="bgRect" presStyleLbl="bgShp" presStyleIdx="1" presStyleCnt="3"/>
      <dgm:spPr/>
    </dgm:pt>
    <dgm:pt modelId="{78C89244-A41E-4324-8682-A7BB4EB7D636}" type="pres">
      <dgm:prSet presAssocID="{5C4A4D80-3BB6-4DD8-993D-CD80BE08A6A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8147807-816C-4575-B51A-6AA7F9CC338E}" type="pres">
      <dgm:prSet presAssocID="{5C4A4D80-3BB6-4DD8-993D-CD80BE08A6AF}" presName="spaceRect" presStyleCnt="0"/>
      <dgm:spPr/>
    </dgm:pt>
    <dgm:pt modelId="{6A793C8B-2A79-4653-B313-A4422F9E7031}" type="pres">
      <dgm:prSet presAssocID="{5C4A4D80-3BB6-4DD8-993D-CD80BE08A6AF}" presName="parTx" presStyleLbl="revTx" presStyleIdx="1" presStyleCnt="3">
        <dgm:presLayoutVars>
          <dgm:chMax val="0"/>
          <dgm:chPref val="0"/>
        </dgm:presLayoutVars>
      </dgm:prSet>
      <dgm:spPr/>
    </dgm:pt>
    <dgm:pt modelId="{ECC07EC7-E6A2-4BD6-8538-730AAA1CB8C3}" type="pres">
      <dgm:prSet presAssocID="{F9595E43-7310-4A56-B73B-976AD0AC4948}" presName="sibTrans" presStyleCnt="0"/>
      <dgm:spPr/>
    </dgm:pt>
    <dgm:pt modelId="{0B4EBE7D-1468-4D9D-8B09-E0C213809FDD}" type="pres">
      <dgm:prSet presAssocID="{168AB34B-D8F5-4336-8A61-459282492C64}" presName="compNode" presStyleCnt="0"/>
      <dgm:spPr/>
    </dgm:pt>
    <dgm:pt modelId="{5065F80F-6FBD-442E-B12A-D5CB61D6AED2}" type="pres">
      <dgm:prSet presAssocID="{168AB34B-D8F5-4336-8A61-459282492C64}" presName="bgRect" presStyleLbl="bgShp" presStyleIdx="2" presStyleCnt="3"/>
      <dgm:spPr/>
    </dgm:pt>
    <dgm:pt modelId="{DA9421AF-5E54-46CD-A74C-3C2086CBDA63}" type="pres">
      <dgm:prSet presAssocID="{168AB34B-D8F5-4336-8A61-459282492C6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87B7AA2-6610-48B5-9479-5FDD75CF0D11}" type="pres">
      <dgm:prSet presAssocID="{168AB34B-D8F5-4336-8A61-459282492C64}" presName="spaceRect" presStyleCnt="0"/>
      <dgm:spPr/>
    </dgm:pt>
    <dgm:pt modelId="{FA5ABE43-587B-49D7-B7A7-1D31354E1CD4}" type="pres">
      <dgm:prSet presAssocID="{168AB34B-D8F5-4336-8A61-459282492C6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D1A900D-A22F-41F4-A792-AD9252235B33}" type="presOf" srcId="{5C4A4D80-3BB6-4DD8-993D-CD80BE08A6AF}" destId="{6A793C8B-2A79-4653-B313-A4422F9E7031}" srcOrd="0" destOrd="0" presId="urn:microsoft.com/office/officeart/2018/2/layout/IconVerticalSolidList"/>
    <dgm:cxn modelId="{4A2B4829-D3D4-4644-B75B-D0719C9D0118}" type="presOf" srcId="{1DE4B614-504D-42D0-90CE-3D5CAFEF79D9}" destId="{61E15EF5-B923-4964-A439-46052C145D37}" srcOrd="0" destOrd="0" presId="urn:microsoft.com/office/officeart/2018/2/layout/IconVerticalSolidList"/>
    <dgm:cxn modelId="{33CB6B2C-CDF3-4E44-86E6-867EB48264A6}" srcId="{1DE4B614-504D-42D0-90CE-3D5CAFEF79D9}" destId="{5C4A4D80-3BB6-4DD8-993D-CD80BE08A6AF}" srcOrd="1" destOrd="0" parTransId="{D231E118-0C6D-4055-AF24-03DF5DCEF84C}" sibTransId="{F9595E43-7310-4A56-B73B-976AD0AC4948}"/>
    <dgm:cxn modelId="{078AA937-AB7A-49C5-95FB-2C3B1CB34DA9}" srcId="{1DE4B614-504D-42D0-90CE-3D5CAFEF79D9}" destId="{168AB34B-D8F5-4336-8A61-459282492C64}" srcOrd="2" destOrd="0" parTransId="{372F8BD4-A5DA-4C0D-8B8C-52AF04DF7027}" sibTransId="{E8AD7FDE-6C72-4EA3-A167-81B7C9D11314}"/>
    <dgm:cxn modelId="{0BFC7252-F465-4CEC-9A94-F8E3484D05AE}" srcId="{1DE4B614-504D-42D0-90CE-3D5CAFEF79D9}" destId="{5491DE18-2184-4D90-8688-3EE71C14E500}" srcOrd="0" destOrd="0" parTransId="{DE522D2C-B8A6-4B40-BE55-607A760AFC8E}" sibTransId="{E2969037-0E4E-4A99-B130-E915E6060D08}"/>
    <dgm:cxn modelId="{E43A0791-B97E-4DE2-B551-61942F931365}" type="presOf" srcId="{168AB34B-D8F5-4336-8A61-459282492C64}" destId="{FA5ABE43-587B-49D7-B7A7-1D31354E1CD4}" srcOrd="0" destOrd="0" presId="urn:microsoft.com/office/officeart/2018/2/layout/IconVerticalSolidList"/>
    <dgm:cxn modelId="{135770D2-184B-4766-B436-A5EAE016AF6C}" type="presOf" srcId="{5491DE18-2184-4D90-8688-3EE71C14E500}" destId="{A897B4E8-176D-4F79-9A78-177EB2545E36}" srcOrd="0" destOrd="0" presId="urn:microsoft.com/office/officeart/2018/2/layout/IconVerticalSolidList"/>
    <dgm:cxn modelId="{59715835-7099-4797-8999-C8FF229C2E8A}" type="presParOf" srcId="{61E15EF5-B923-4964-A439-46052C145D37}" destId="{69C31204-F557-4D8C-9393-0F3AE66BABB5}" srcOrd="0" destOrd="0" presId="urn:microsoft.com/office/officeart/2018/2/layout/IconVerticalSolidList"/>
    <dgm:cxn modelId="{AC7C5011-DC78-4264-9E57-2F0409CDC44A}" type="presParOf" srcId="{69C31204-F557-4D8C-9393-0F3AE66BABB5}" destId="{4FE5F9E9-3743-4A78-8055-3CFE79B72E0D}" srcOrd="0" destOrd="0" presId="urn:microsoft.com/office/officeart/2018/2/layout/IconVerticalSolidList"/>
    <dgm:cxn modelId="{8E599F6F-78D0-4EEC-B78F-B8EE086665A5}" type="presParOf" srcId="{69C31204-F557-4D8C-9393-0F3AE66BABB5}" destId="{0D79C4BE-A5D5-4FFE-B48A-72B0D4A82F75}" srcOrd="1" destOrd="0" presId="urn:microsoft.com/office/officeart/2018/2/layout/IconVerticalSolidList"/>
    <dgm:cxn modelId="{9ED16150-62E1-45DE-A8C2-C16BE12A0A7D}" type="presParOf" srcId="{69C31204-F557-4D8C-9393-0F3AE66BABB5}" destId="{8F8E7050-8386-46C2-8DE3-2003866F0400}" srcOrd="2" destOrd="0" presId="urn:microsoft.com/office/officeart/2018/2/layout/IconVerticalSolidList"/>
    <dgm:cxn modelId="{0206C5CC-807B-43B4-B59C-D92815241B97}" type="presParOf" srcId="{69C31204-F557-4D8C-9393-0F3AE66BABB5}" destId="{A897B4E8-176D-4F79-9A78-177EB2545E36}" srcOrd="3" destOrd="0" presId="urn:microsoft.com/office/officeart/2018/2/layout/IconVerticalSolidList"/>
    <dgm:cxn modelId="{C31C6150-D9B8-457D-BC22-8A5E8813641B}" type="presParOf" srcId="{61E15EF5-B923-4964-A439-46052C145D37}" destId="{98642573-2275-4D8C-9D50-5E6746524B3C}" srcOrd="1" destOrd="0" presId="urn:microsoft.com/office/officeart/2018/2/layout/IconVerticalSolidList"/>
    <dgm:cxn modelId="{0184580F-9801-4425-93FF-0E40F6B17B11}" type="presParOf" srcId="{61E15EF5-B923-4964-A439-46052C145D37}" destId="{64863F84-0D1F-4654-9775-56D7A6FF49ED}" srcOrd="2" destOrd="0" presId="urn:microsoft.com/office/officeart/2018/2/layout/IconVerticalSolidList"/>
    <dgm:cxn modelId="{B60F1E31-50D3-4D94-9AC3-A7E8DC9F2357}" type="presParOf" srcId="{64863F84-0D1F-4654-9775-56D7A6FF49ED}" destId="{B8FA8F45-098B-4F9B-8BA7-8CE058A30001}" srcOrd="0" destOrd="0" presId="urn:microsoft.com/office/officeart/2018/2/layout/IconVerticalSolidList"/>
    <dgm:cxn modelId="{AC5BFB9B-8A27-4F9C-BFBF-6FC5A7BD903C}" type="presParOf" srcId="{64863F84-0D1F-4654-9775-56D7A6FF49ED}" destId="{78C89244-A41E-4324-8682-A7BB4EB7D636}" srcOrd="1" destOrd="0" presId="urn:microsoft.com/office/officeart/2018/2/layout/IconVerticalSolidList"/>
    <dgm:cxn modelId="{D5C2E634-ED51-42C9-83B5-47CC9B4FD355}" type="presParOf" srcId="{64863F84-0D1F-4654-9775-56D7A6FF49ED}" destId="{18147807-816C-4575-B51A-6AA7F9CC338E}" srcOrd="2" destOrd="0" presId="urn:microsoft.com/office/officeart/2018/2/layout/IconVerticalSolidList"/>
    <dgm:cxn modelId="{3B9812C9-197E-4A73-97BB-7148B2CB6901}" type="presParOf" srcId="{64863F84-0D1F-4654-9775-56D7A6FF49ED}" destId="{6A793C8B-2A79-4653-B313-A4422F9E7031}" srcOrd="3" destOrd="0" presId="urn:microsoft.com/office/officeart/2018/2/layout/IconVerticalSolidList"/>
    <dgm:cxn modelId="{4ACD33F2-20C5-4B50-B552-17ED5953232B}" type="presParOf" srcId="{61E15EF5-B923-4964-A439-46052C145D37}" destId="{ECC07EC7-E6A2-4BD6-8538-730AAA1CB8C3}" srcOrd="3" destOrd="0" presId="urn:microsoft.com/office/officeart/2018/2/layout/IconVerticalSolidList"/>
    <dgm:cxn modelId="{52B97F4E-75D5-4814-BB16-930F05003756}" type="presParOf" srcId="{61E15EF5-B923-4964-A439-46052C145D37}" destId="{0B4EBE7D-1468-4D9D-8B09-E0C213809FDD}" srcOrd="4" destOrd="0" presId="urn:microsoft.com/office/officeart/2018/2/layout/IconVerticalSolidList"/>
    <dgm:cxn modelId="{FEA60A34-00A2-49D7-9D57-0FDECCE55ADB}" type="presParOf" srcId="{0B4EBE7D-1468-4D9D-8B09-E0C213809FDD}" destId="{5065F80F-6FBD-442E-B12A-D5CB61D6AED2}" srcOrd="0" destOrd="0" presId="urn:microsoft.com/office/officeart/2018/2/layout/IconVerticalSolidList"/>
    <dgm:cxn modelId="{54CED9DD-2001-4484-8437-5BE12746970D}" type="presParOf" srcId="{0B4EBE7D-1468-4D9D-8B09-E0C213809FDD}" destId="{DA9421AF-5E54-46CD-A74C-3C2086CBDA63}" srcOrd="1" destOrd="0" presId="urn:microsoft.com/office/officeart/2018/2/layout/IconVerticalSolidList"/>
    <dgm:cxn modelId="{66D86CB1-5E3F-42FE-9851-DD022B3BD0E8}" type="presParOf" srcId="{0B4EBE7D-1468-4D9D-8B09-E0C213809FDD}" destId="{B87B7AA2-6610-48B5-9479-5FDD75CF0D11}" srcOrd="2" destOrd="0" presId="urn:microsoft.com/office/officeart/2018/2/layout/IconVerticalSolidList"/>
    <dgm:cxn modelId="{6CD5232A-7D61-488E-9975-35BA1516FAB8}" type="presParOf" srcId="{0B4EBE7D-1468-4D9D-8B09-E0C213809FDD}" destId="{FA5ABE43-587B-49D7-B7A7-1D31354E1C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6648F9-6FAC-4EDE-80A5-63AD1DDE1F34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28949508-7BBA-4748-B441-A977F2B33D65}">
      <dgm:prSet custT="1"/>
      <dgm:spPr/>
      <dgm:t>
        <a:bodyPr/>
        <a:lstStyle/>
        <a:p>
          <a:r>
            <a:rPr lang="en-GB" sz="2800" dirty="0"/>
            <a:t>Tracks changes to code over time</a:t>
          </a:r>
          <a:endParaRPr lang="en-US" sz="2800" dirty="0"/>
        </a:p>
      </dgm:t>
    </dgm:pt>
    <dgm:pt modelId="{BEA15684-52EF-4023-8BB7-DAA5894467F7}" type="parTrans" cxnId="{BD962C30-8CB3-4FD8-AABF-FD1CC23C0C4C}">
      <dgm:prSet/>
      <dgm:spPr/>
      <dgm:t>
        <a:bodyPr/>
        <a:lstStyle/>
        <a:p>
          <a:endParaRPr lang="en-US"/>
        </a:p>
      </dgm:t>
    </dgm:pt>
    <dgm:pt modelId="{C55385FE-329D-4C3A-BC9F-86A6355A729A}" type="sibTrans" cxnId="{BD962C30-8CB3-4FD8-AABF-FD1CC23C0C4C}">
      <dgm:prSet/>
      <dgm:spPr/>
      <dgm:t>
        <a:bodyPr/>
        <a:lstStyle/>
        <a:p>
          <a:endParaRPr lang="en-US"/>
        </a:p>
      </dgm:t>
    </dgm:pt>
    <dgm:pt modelId="{5A42AC4A-7E0D-499E-9600-D388C79F2C21}">
      <dgm:prSet custT="1"/>
      <dgm:spPr/>
      <dgm:t>
        <a:bodyPr/>
        <a:lstStyle/>
        <a:p>
          <a:r>
            <a:rPr lang="en-GB" sz="2800" dirty="0"/>
            <a:t>Enables collaboration without overwriting work</a:t>
          </a:r>
          <a:endParaRPr lang="en-US" sz="2800" dirty="0"/>
        </a:p>
      </dgm:t>
    </dgm:pt>
    <dgm:pt modelId="{5E3DA487-8BE5-43AB-9901-822578307BD9}" type="parTrans" cxnId="{E8E22128-00DF-4B3A-81B7-0D2B37802A45}">
      <dgm:prSet/>
      <dgm:spPr/>
      <dgm:t>
        <a:bodyPr/>
        <a:lstStyle/>
        <a:p>
          <a:endParaRPr lang="en-US"/>
        </a:p>
      </dgm:t>
    </dgm:pt>
    <dgm:pt modelId="{0E72275B-8A9E-4ECC-A7FF-F42A9B27A721}" type="sibTrans" cxnId="{E8E22128-00DF-4B3A-81B7-0D2B37802A45}">
      <dgm:prSet/>
      <dgm:spPr/>
      <dgm:t>
        <a:bodyPr/>
        <a:lstStyle/>
        <a:p>
          <a:endParaRPr lang="en-US"/>
        </a:p>
      </dgm:t>
    </dgm:pt>
    <dgm:pt modelId="{FF66B820-AEB2-407E-8BF4-6F8A38384537}">
      <dgm:prSet custT="1"/>
      <dgm:spPr/>
      <dgm:t>
        <a:bodyPr/>
        <a:lstStyle/>
        <a:p>
          <a:r>
            <a:rPr lang="en-GB" sz="2800" dirty="0"/>
            <a:t>Provides safety nets: history, backups, recovery</a:t>
          </a:r>
          <a:endParaRPr lang="en-US" sz="2800" dirty="0"/>
        </a:p>
      </dgm:t>
    </dgm:pt>
    <dgm:pt modelId="{C76798E4-76F7-461F-9CF2-820006E0178B}" type="parTrans" cxnId="{7BFB517C-43FD-4815-A6B1-27169480F10B}">
      <dgm:prSet/>
      <dgm:spPr/>
      <dgm:t>
        <a:bodyPr/>
        <a:lstStyle/>
        <a:p>
          <a:endParaRPr lang="en-US"/>
        </a:p>
      </dgm:t>
    </dgm:pt>
    <dgm:pt modelId="{611E849F-4CF7-42DE-B654-773B96C3A629}" type="sibTrans" cxnId="{7BFB517C-43FD-4815-A6B1-27169480F10B}">
      <dgm:prSet/>
      <dgm:spPr/>
      <dgm:t>
        <a:bodyPr/>
        <a:lstStyle/>
        <a:p>
          <a:endParaRPr lang="en-US"/>
        </a:p>
      </dgm:t>
    </dgm:pt>
    <dgm:pt modelId="{F14E7333-36B1-48D3-9BDB-B6609E10464B}">
      <dgm:prSet custT="1"/>
      <dgm:spPr/>
      <dgm:t>
        <a:bodyPr/>
        <a:lstStyle/>
        <a:p>
          <a:r>
            <a:rPr lang="en-GB" sz="2800" dirty="0"/>
            <a:t>Industry standard for all software teams</a:t>
          </a:r>
          <a:endParaRPr lang="en-US" sz="2800" dirty="0"/>
        </a:p>
      </dgm:t>
    </dgm:pt>
    <dgm:pt modelId="{985CF507-816E-4098-9C5B-2D7492C60A8A}" type="parTrans" cxnId="{4B8A2C45-9F99-4C13-9678-81B9F672D0C0}">
      <dgm:prSet/>
      <dgm:spPr/>
      <dgm:t>
        <a:bodyPr/>
        <a:lstStyle/>
        <a:p>
          <a:endParaRPr lang="en-US"/>
        </a:p>
      </dgm:t>
    </dgm:pt>
    <dgm:pt modelId="{56799E10-8461-465D-83FF-4AD8E6CC7CFF}" type="sibTrans" cxnId="{4B8A2C45-9F99-4C13-9678-81B9F672D0C0}">
      <dgm:prSet/>
      <dgm:spPr/>
      <dgm:t>
        <a:bodyPr/>
        <a:lstStyle/>
        <a:p>
          <a:endParaRPr lang="en-US"/>
        </a:p>
      </dgm:t>
    </dgm:pt>
    <dgm:pt modelId="{F923F11D-F7E6-40EB-B125-7E1732E114D7}" type="pres">
      <dgm:prSet presAssocID="{A46648F9-6FAC-4EDE-80A5-63AD1DDE1F34}" presName="linear" presStyleCnt="0">
        <dgm:presLayoutVars>
          <dgm:animLvl val="lvl"/>
          <dgm:resizeHandles val="exact"/>
        </dgm:presLayoutVars>
      </dgm:prSet>
      <dgm:spPr/>
    </dgm:pt>
    <dgm:pt modelId="{7DA0CBE7-B08F-40A1-B753-394862996D39}" type="pres">
      <dgm:prSet presAssocID="{28949508-7BBA-4748-B441-A977F2B33D6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BC22CAA-6EC3-4860-8D3F-56A6E2F77FC5}" type="pres">
      <dgm:prSet presAssocID="{C55385FE-329D-4C3A-BC9F-86A6355A729A}" presName="spacer" presStyleCnt="0"/>
      <dgm:spPr/>
    </dgm:pt>
    <dgm:pt modelId="{0E58F5BE-2968-42F1-A76F-0949A3798758}" type="pres">
      <dgm:prSet presAssocID="{5A42AC4A-7E0D-499E-9600-D388C79F2C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6287B37-BFC5-486F-B264-159540ED2375}" type="pres">
      <dgm:prSet presAssocID="{0E72275B-8A9E-4ECC-A7FF-F42A9B27A721}" presName="spacer" presStyleCnt="0"/>
      <dgm:spPr/>
    </dgm:pt>
    <dgm:pt modelId="{BD5D29F0-7B80-4146-AEC3-1C89F43FA3DE}" type="pres">
      <dgm:prSet presAssocID="{FF66B820-AEB2-407E-8BF4-6F8A383845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8035E4-23B1-4AE6-8A86-898E889E5C46}" type="pres">
      <dgm:prSet presAssocID="{611E849F-4CF7-42DE-B654-773B96C3A629}" presName="spacer" presStyleCnt="0"/>
      <dgm:spPr/>
    </dgm:pt>
    <dgm:pt modelId="{2E105F7F-4A5C-4E0D-994F-EF2AE4F4125A}" type="pres">
      <dgm:prSet presAssocID="{F14E7333-36B1-48D3-9BDB-B6609E10464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DC69614-A0A2-41EB-BAB3-EC955FF9931E}" type="presOf" srcId="{5A42AC4A-7E0D-499E-9600-D388C79F2C21}" destId="{0E58F5BE-2968-42F1-A76F-0949A3798758}" srcOrd="0" destOrd="0" presId="urn:microsoft.com/office/officeart/2005/8/layout/vList2"/>
    <dgm:cxn modelId="{E8E22128-00DF-4B3A-81B7-0D2B37802A45}" srcId="{A46648F9-6FAC-4EDE-80A5-63AD1DDE1F34}" destId="{5A42AC4A-7E0D-499E-9600-D388C79F2C21}" srcOrd="1" destOrd="0" parTransId="{5E3DA487-8BE5-43AB-9901-822578307BD9}" sibTransId="{0E72275B-8A9E-4ECC-A7FF-F42A9B27A721}"/>
    <dgm:cxn modelId="{64091D2B-D617-4353-9B48-59106853730B}" type="presOf" srcId="{A46648F9-6FAC-4EDE-80A5-63AD1DDE1F34}" destId="{F923F11D-F7E6-40EB-B125-7E1732E114D7}" srcOrd="0" destOrd="0" presId="urn:microsoft.com/office/officeart/2005/8/layout/vList2"/>
    <dgm:cxn modelId="{BD962C30-8CB3-4FD8-AABF-FD1CC23C0C4C}" srcId="{A46648F9-6FAC-4EDE-80A5-63AD1DDE1F34}" destId="{28949508-7BBA-4748-B441-A977F2B33D65}" srcOrd="0" destOrd="0" parTransId="{BEA15684-52EF-4023-8BB7-DAA5894467F7}" sibTransId="{C55385FE-329D-4C3A-BC9F-86A6355A729A}"/>
    <dgm:cxn modelId="{4B8A2C45-9F99-4C13-9678-81B9F672D0C0}" srcId="{A46648F9-6FAC-4EDE-80A5-63AD1DDE1F34}" destId="{F14E7333-36B1-48D3-9BDB-B6609E10464B}" srcOrd="3" destOrd="0" parTransId="{985CF507-816E-4098-9C5B-2D7492C60A8A}" sibTransId="{56799E10-8461-465D-83FF-4AD8E6CC7CFF}"/>
    <dgm:cxn modelId="{7BFB517C-43FD-4815-A6B1-27169480F10B}" srcId="{A46648F9-6FAC-4EDE-80A5-63AD1DDE1F34}" destId="{FF66B820-AEB2-407E-8BF4-6F8A38384537}" srcOrd="2" destOrd="0" parTransId="{C76798E4-76F7-461F-9CF2-820006E0178B}" sibTransId="{611E849F-4CF7-42DE-B654-773B96C3A629}"/>
    <dgm:cxn modelId="{69B36D8A-BA67-4268-A1AD-10DD69954271}" type="presOf" srcId="{28949508-7BBA-4748-B441-A977F2B33D65}" destId="{7DA0CBE7-B08F-40A1-B753-394862996D39}" srcOrd="0" destOrd="0" presId="urn:microsoft.com/office/officeart/2005/8/layout/vList2"/>
    <dgm:cxn modelId="{D63D50E7-0432-4198-B3C9-EF77979FAA51}" type="presOf" srcId="{FF66B820-AEB2-407E-8BF4-6F8A38384537}" destId="{BD5D29F0-7B80-4146-AEC3-1C89F43FA3DE}" srcOrd="0" destOrd="0" presId="urn:microsoft.com/office/officeart/2005/8/layout/vList2"/>
    <dgm:cxn modelId="{6AF3B5FB-92D5-4BAE-9B42-FBA0C9798D8E}" type="presOf" srcId="{F14E7333-36B1-48D3-9BDB-B6609E10464B}" destId="{2E105F7F-4A5C-4E0D-994F-EF2AE4F4125A}" srcOrd="0" destOrd="0" presId="urn:microsoft.com/office/officeart/2005/8/layout/vList2"/>
    <dgm:cxn modelId="{662FB15A-4ED7-45E0-BF2B-C6D1C40B46C4}" type="presParOf" srcId="{F923F11D-F7E6-40EB-B125-7E1732E114D7}" destId="{7DA0CBE7-B08F-40A1-B753-394862996D39}" srcOrd="0" destOrd="0" presId="urn:microsoft.com/office/officeart/2005/8/layout/vList2"/>
    <dgm:cxn modelId="{9E0EBCC5-3E70-49DE-9565-B2B241A6DCE0}" type="presParOf" srcId="{F923F11D-F7E6-40EB-B125-7E1732E114D7}" destId="{9BC22CAA-6EC3-4860-8D3F-56A6E2F77FC5}" srcOrd="1" destOrd="0" presId="urn:microsoft.com/office/officeart/2005/8/layout/vList2"/>
    <dgm:cxn modelId="{53651D1A-7A6F-4364-BC57-695F0DAF2D29}" type="presParOf" srcId="{F923F11D-F7E6-40EB-B125-7E1732E114D7}" destId="{0E58F5BE-2968-42F1-A76F-0949A3798758}" srcOrd="2" destOrd="0" presId="urn:microsoft.com/office/officeart/2005/8/layout/vList2"/>
    <dgm:cxn modelId="{7E71275F-A5DD-4A6A-A432-232645E26A16}" type="presParOf" srcId="{F923F11D-F7E6-40EB-B125-7E1732E114D7}" destId="{96287B37-BFC5-486F-B264-159540ED2375}" srcOrd="3" destOrd="0" presId="urn:microsoft.com/office/officeart/2005/8/layout/vList2"/>
    <dgm:cxn modelId="{0D7E73F4-AABB-4D6D-BCD1-3D682C632576}" type="presParOf" srcId="{F923F11D-F7E6-40EB-B125-7E1732E114D7}" destId="{BD5D29F0-7B80-4146-AEC3-1C89F43FA3DE}" srcOrd="4" destOrd="0" presId="urn:microsoft.com/office/officeart/2005/8/layout/vList2"/>
    <dgm:cxn modelId="{EABE61CE-34D8-4463-AD0A-65C465E06BB0}" type="presParOf" srcId="{F923F11D-F7E6-40EB-B125-7E1732E114D7}" destId="{7D8035E4-23B1-4AE6-8A86-898E889E5C46}" srcOrd="5" destOrd="0" presId="urn:microsoft.com/office/officeart/2005/8/layout/vList2"/>
    <dgm:cxn modelId="{DE66CD31-CC93-4249-898D-4960E4F0146A}" type="presParOf" srcId="{F923F11D-F7E6-40EB-B125-7E1732E114D7}" destId="{2E105F7F-4A5C-4E0D-994F-EF2AE4F4125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6249C0-E185-4D55-8BA6-0C3E859BC8DD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43ECC243-9B45-45DD-B169-D99C42E86B60}">
      <dgm:prSet custT="1"/>
      <dgm:spPr/>
      <dgm:t>
        <a:bodyPr/>
        <a:lstStyle/>
        <a:p>
          <a:r>
            <a:rPr lang="en-GB" sz="2800" dirty="0"/>
            <a:t>Ensures code works as expected</a:t>
          </a:r>
          <a:endParaRPr lang="en-US" sz="2800" dirty="0"/>
        </a:p>
      </dgm:t>
    </dgm:pt>
    <dgm:pt modelId="{D97028DD-6E58-42F4-87F7-C1D8EE1C94BB}" type="parTrans" cxnId="{94795030-DAB2-452C-8E78-1ED6079BF48F}">
      <dgm:prSet/>
      <dgm:spPr/>
      <dgm:t>
        <a:bodyPr/>
        <a:lstStyle/>
        <a:p>
          <a:endParaRPr lang="en-US"/>
        </a:p>
      </dgm:t>
    </dgm:pt>
    <dgm:pt modelId="{6801A44C-2C2B-4A39-940F-04413C159835}" type="sibTrans" cxnId="{94795030-DAB2-452C-8E78-1ED6079BF48F}">
      <dgm:prSet/>
      <dgm:spPr/>
      <dgm:t>
        <a:bodyPr/>
        <a:lstStyle/>
        <a:p>
          <a:endParaRPr lang="en-US"/>
        </a:p>
      </dgm:t>
    </dgm:pt>
    <dgm:pt modelId="{21B7319A-1BC9-4FF9-B9B4-14A5CA10B37F}">
      <dgm:prSet custT="1"/>
      <dgm:spPr/>
      <dgm:t>
        <a:bodyPr/>
        <a:lstStyle/>
        <a:p>
          <a:r>
            <a:rPr lang="en-GB" sz="2800" dirty="0"/>
            <a:t>Prevents regressions</a:t>
          </a:r>
          <a:endParaRPr lang="en-US" sz="2800" dirty="0"/>
        </a:p>
      </dgm:t>
    </dgm:pt>
    <dgm:pt modelId="{EDF53340-493A-4B43-A739-87BF4CBC1B61}" type="parTrans" cxnId="{35E7B122-3231-426A-A2A7-2D7C3391B45F}">
      <dgm:prSet/>
      <dgm:spPr/>
      <dgm:t>
        <a:bodyPr/>
        <a:lstStyle/>
        <a:p>
          <a:endParaRPr lang="en-US"/>
        </a:p>
      </dgm:t>
    </dgm:pt>
    <dgm:pt modelId="{EC92054D-3D1B-4B10-BA4D-4164C7A1447D}" type="sibTrans" cxnId="{35E7B122-3231-426A-A2A7-2D7C3391B45F}">
      <dgm:prSet/>
      <dgm:spPr/>
      <dgm:t>
        <a:bodyPr/>
        <a:lstStyle/>
        <a:p>
          <a:endParaRPr lang="en-US"/>
        </a:p>
      </dgm:t>
    </dgm:pt>
    <dgm:pt modelId="{74BF3F9E-8088-413C-832E-1EF0C6488E60}">
      <dgm:prSet custT="1"/>
      <dgm:spPr/>
      <dgm:t>
        <a:bodyPr/>
        <a:lstStyle/>
        <a:p>
          <a:r>
            <a:rPr lang="en-GB" sz="2800" dirty="0"/>
            <a:t>Builds confidence to change and improve code</a:t>
          </a:r>
          <a:endParaRPr lang="en-US" sz="2800" dirty="0"/>
        </a:p>
      </dgm:t>
    </dgm:pt>
    <dgm:pt modelId="{C893653E-AE1F-4C42-8B69-D0461AE4E848}" type="parTrans" cxnId="{FC439BB4-8EC3-41AF-BF89-6B699A934304}">
      <dgm:prSet/>
      <dgm:spPr/>
      <dgm:t>
        <a:bodyPr/>
        <a:lstStyle/>
        <a:p>
          <a:endParaRPr lang="en-US"/>
        </a:p>
      </dgm:t>
    </dgm:pt>
    <dgm:pt modelId="{A8275DCF-89DB-4BF0-8DBA-16F662C9F7F4}" type="sibTrans" cxnId="{FC439BB4-8EC3-41AF-BF89-6B699A934304}">
      <dgm:prSet/>
      <dgm:spPr/>
      <dgm:t>
        <a:bodyPr/>
        <a:lstStyle/>
        <a:p>
          <a:endParaRPr lang="en-US"/>
        </a:p>
      </dgm:t>
    </dgm:pt>
    <dgm:pt modelId="{0362D3D0-5EA6-4696-9EA5-F7F00AE43756}">
      <dgm:prSet custT="1"/>
      <dgm:spPr/>
      <dgm:t>
        <a:bodyPr/>
        <a:lstStyle/>
        <a:p>
          <a:r>
            <a:rPr lang="en-GB" sz="2800" dirty="0"/>
            <a:t>Supports automation in CI pipelines</a:t>
          </a:r>
          <a:endParaRPr lang="en-US" sz="2800" dirty="0"/>
        </a:p>
      </dgm:t>
    </dgm:pt>
    <dgm:pt modelId="{D632563A-90FD-4232-8C9B-7637F77DB5A1}" type="parTrans" cxnId="{F1138E06-B0DB-4090-98D5-5DD78A67B83F}">
      <dgm:prSet/>
      <dgm:spPr/>
      <dgm:t>
        <a:bodyPr/>
        <a:lstStyle/>
        <a:p>
          <a:endParaRPr lang="en-US"/>
        </a:p>
      </dgm:t>
    </dgm:pt>
    <dgm:pt modelId="{1BB32E7D-1136-4407-B241-1D8E312FA534}" type="sibTrans" cxnId="{F1138E06-B0DB-4090-98D5-5DD78A67B83F}">
      <dgm:prSet/>
      <dgm:spPr/>
      <dgm:t>
        <a:bodyPr/>
        <a:lstStyle/>
        <a:p>
          <a:endParaRPr lang="en-US"/>
        </a:p>
      </dgm:t>
    </dgm:pt>
    <dgm:pt modelId="{B4F531A5-ADF9-4691-A551-8D3AB34494F6}" type="pres">
      <dgm:prSet presAssocID="{5C6249C0-E185-4D55-8BA6-0C3E859BC8DD}" presName="linear" presStyleCnt="0">
        <dgm:presLayoutVars>
          <dgm:animLvl val="lvl"/>
          <dgm:resizeHandles val="exact"/>
        </dgm:presLayoutVars>
      </dgm:prSet>
      <dgm:spPr/>
    </dgm:pt>
    <dgm:pt modelId="{2CEB1743-B6CF-4DA3-A589-20FA37B45914}" type="pres">
      <dgm:prSet presAssocID="{43ECC243-9B45-45DD-B169-D99C42E86B6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FBC169-3C6C-4341-A733-642C6BEBFEFC}" type="pres">
      <dgm:prSet presAssocID="{6801A44C-2C2B-4A39-940F-04413C159835}" presName="spacer" presStyleCnt="0"/>
      <dgm:spPr/>
    </dgm:pt>
    <dgm:pt modelId="{5B11A362-AD7D-4FEB-8A44-BF2337557494}" type="pres">
      <dgm:prSet presAssocID="{21B7319A-1BC9-4FF9-B9B4-14A5CA10B37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0E202E-C884-4949-A4A4-9ED87283CF60}" type="pres">
      <dgm:prSet presAssocID="{EC92054D-3D1B-4B10-BA4D-4164C7A1447D}" presName="spacer" presStyleCnt="0"/>
      <dgm:spPr/>
    </dgm:pt>
    <dgm:pt modelId="{C89DFB95-E46C-459E-9143-1A6F1CD62B79}" type="pres">
      <dgm:prSet presAssocID="{74BF3F9E-8088-413C-832E-1EF0C6488E6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E09C03-1708-4A90-A0B3-BBC0E65DD1FE}" type="pres">
      <dgm:prSet presAssocID="{A8275DCF-89DB-4BF0-8DBA-16F662C9F7F4}" presName="spacer" presStyleCnt="0"/>
      <dgm:spPr/>
    </dgm:pt>
    <dgm:pt modelId="{8505FDF2-BFB5-40CB-ADBE-4438BAA3F6EB}" type="pres">
      <dgm:prSet presAssocID="{0362D3D0-5EA6-4696-9EA5-F7F00AE437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138E06-B0DB-4090-98D5-5DD78A67B83F}" srcId="{5C6249C0-E185-4D55-8BA6-0C3E859BC8DD}" destId="{0362D3D0-5EA6-4696-9EA5-F7F00AE43756}" srcOrd="3" destOrd="0" parTransId="{D632563A-90FD-4232-8C9B-7637F77DB5A1}" sibTransId="{1BB32E7D-1136-4407-B241-1D8E312FA534}"/>
    <dgm:cxn modelId="{35E7B122-3231-426A-A2A7-2D7C3391B45F}" srcId="{5C6249C0-E185-4D55-8BA6-0C3E859BC8DD}" destId="{21B7319A-1BC9-4FF9-B9B4-14A5CA10B37F}" srcOrd="1" destOrd="0" parTransId="{EDF53340-493A-4B43-A739-87BF4CBC1B61}" sibTransId="{EC92054D-3D1B-4B10-BA4D-4164C7A1447D}"/>
    <dgm:cxn modelId="{E07D9D2C-3AE9-4B49-8899-1A1A3D686BE6}" type="presOf" srcId="{43ECC243-9B45-45DD-B169-D99C42E86B60}" destId="{2CEB1743-B6CF-4DA3-A589-20FA37B45914}" srcOrd="0" destOrd="0" presId="urn:microsoft.com/office/officeart/2005/8/layout/vList2"/>
    <dgm:cxn modelId="{94795030-DAB2-452C-8E78-1ED6079BF48F}" srcId="{5C6249C0-E185-4D55-8BA6-0C3E859BC8DD}" destId="{43ECC243-9B45-45DD-B169-D99C42E86B60}" srcOrd="0" destOrd="0" parTransId="{D97028DD-6E58-42F4-87F7-C1D8EE1C94BB}" sibTransId="{6801A44C-2C2B-4A39-940F-04413C159835}"/>
    <dgm:cxn modelId="{617D8668-E3C7-4BB0-A791-E2FD500BBBA1}" type="presOf" srcId="{21B7319A-1BC9-4FF9-B9B4-14A5CA10B37F}" destId="{5B11A362-AD7D-4FEB-8A44-BF2337557494}" srcOrd="0" destOrd="0" presId="urn:microsoft.com/office/officeart/2005/8/layout/vList2"/>
    <dgm:cxn modelId="{21C3F87C-1C12-4365-9FFD-296AE6729219}" type="presOf" srcId="{5C6249C0-E185-4D55-8BA6-0C3E859BC8DD}" destId="{B4F531A5-ADF9-4691-A551-8D3AB34494F6}" srcOrd="0" destOrd="0" presId="urn:microsoft.com/office/officeart/2005/8/layout/vList2"/>
    <dgm:cxn modelId="{FC439BB4-8EC3-41AF-BF89-6B699A934304}" srcId="{5C6249C0-E185-4D55-8BA6-0C3E859BC8DD}" destId="{74BF3F9E-8088-413C-832E-1EF0C6488E60}" srcOrd="2" destOrd="0" parTransId="{C893653E-AE1F-4C42-8B69-D0461AE4E848}" sibTransId="{A8275DCF-89DB-4BF0-8DBA-16F662C9F7F4}"/>
    <dgm:cxn modelId="{4E6021C3-5EA6-48DD-8B89-DC45919627F4}" type="presOf" srcId="{74BF3F9E-8088-413C-832E-1EF0C6488E60}" destId="{C89DFB95-E46C-459E-9143-1A6F1CD62B79}" srcOrd="0" destOrd="0" presId="urn:microsoft.com/office/officeart/2005/8/layout/vList2"/>
    <dgm:cxn modelId="{64F3E2E5-7646-4FAD-AC89-758D219B81AB}" type="presOf" srcId="{0362D3D0-5EA6-4696-9EA5-F7F00AE43756}" destId="{8505FDF2-BFB5-40CB-ADBE-4438BAA3F6EB}" srcOrd="0" destOrd="0" presId="urn:microsoft.com/office/officeart/2005/8/layout/vList2"/>
    <dgm:cxn modelId="{2E96E60D-147B-4256-9499-BC86303F4C15}" type="presParOf" srcId="{B4F531A5-ADF9-4691-A551-8D3AB34494F6}" destId="{2CEB1743-B6CF-4DA3-A589-20FA37B45914}" srcOrd="0" destOrd="0" presId="urn:microsoft.com/office/officeart/2005/8/layout/vList2"/>
    <dgm:cxn modelId="{DC0399D7-EE43-4353-A218-B767C8CA9B6F}" type="presParOf" srcId="{B4F531A5-ADF9-4691-A551-8D3AB34494F6}" destId="{DEFBC169-3C6C-4341-A733-642C6BEBFEFC}" srcOrd="1" destOrd="0" presId="urn:microsoft.com/office/officeart/2005/8/layout/vList2"/>
    <dgm:cxn modelId="{62066DD4-8DAC-4673-A92F-D8592171E713}" type="presParOf" srcId="{B4F531A5-ADF9-4691-A551-8D3AB34494F6}" destId="{5B11A362-AD7D-4FEB-8A44-BF2337557494}" srcOrd="2" destOrd="0" presId="urn:microsoft.com/office/officeart/2005/8/layout/vList2"/>
    <dgm:cxn modelId="{EDD8067A-B197-4A93-827C-6C51BDDE97D2}" type="presParOf" srcId="{B4F531A5-ADF9-4691-A551-8D3AB34494F6}" destId="{D70E202E-C884-4949-A4A4-9ED87283CF60}" srcOrd="3" destOrd="0" presId="urn:microsoft.com/office/officeart/2005/8/layout/vList2"/>
    <dgm:cxn modelId="{6E61C305-DBEA-4C9B-A7C9-0E7AD245AE83}" type="presParOf" srcId="{B4F531A5-ADF9-4691-A551-8D3AB34494F6}" destId="{C89DFB95-E46C-459E-9143-1A6F1CD62B79}" srcOrd="4" destOrd="0" presId="urn:microsoft.com/office/officeart/2005/8/layout/vList2"/>
    <dgm:cxn modelId="{2F1747E0-A7FD-487F-93A7-946101A84025}" type="presParOf" srcId="{B4F531A5-ADF9-4691-A551-8D3AB34494F6}" destId="{C4E09C03-1708-4A90-A0B3-BBC0E65DD1FE}" srcOrd="5" destOrd="0" presId="urn:microsoft.com/office/officeart/2005/8/layout/vList2"/>
    <dgm:cxn modelId="{A2D5193A-5D9C-45F9-A875-29C074CDFBD2}" type="presParOf" srcId="{B4F531A5-ADF9-4691-A551-8D3AB34494F6}" destId="{8505FDF2-BFB5-40CB-ADBE-4438BAA3F6E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52030E-A631-4BB5-B32B-13FCCC8425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D45EFD-97B8-428B-A4C9-73DA383513D1}">
      <dgm:prSet/>
      <dgm:spPr/>
      <dgm:t>
        <a:bodyPr/>
        <a:lstStyle/>
        <a:p>
          <a:r>
            <a:rPr lang="en-GB"/>
            <a:t>CI = Continuous Integration</a:t>
          </a:r>
          <a:endParaRPr lang="en-US"/>
        </a:p>
      </dgm:t>
    </dgm:pt>
    <dgm:pt modelId="{75C83F06-8DDB-418D-94B0-2CB2B74545BF}" type="parTrans" cxnId="{9D205FFC-16C4-41E6-89CA-E40FFAFABB0A}">
      <dgm:prSet/>
      <dgm:spPr/>
      <dgm:t>
        <a:bodyPr/>
        <a:lstStyle/>
        <a:p>
          <a:endParaRPr lang="en-US"/>
        </a:p>
      </dgm:t>
    </dgm:pt>
    <dgm:pt modelId="{10E849DB-4F53-4FAF-98ED-8AE20CF770DC}" type="sibTrans" cxnId="{9D205FFC-16C4-41E6-89CA-E40FFAFABB0A}">
      <dgm:prSet/>
      <dgm:spPr/>
      <dgm:t>
        <a:bodyPr/>
        <a:lstStyle/>
        <a:p>
          <a:endParaRPr lang="en-US"/>
        </a:p>
      </dgm:t>
    </dgm:pt>
    <dgm:pt modelId="{413806A1-2A75-4F09-8E2D-F27364058510}">
      <dgm:prSet/>
      <dgm:spPr/>
      <dgm:t>
        <a:bodyPr/>
        <a:lstStyle/>
        <a:p>
          <a:r>
            <a:rPr lang="en-GB"/>
            <a:t>Automatically builds and tests code on every change</a:t>
          </a:r>
          <a:endParaRPr lang="en-US"/>
        </a:p>
      </dgm:t>
    </dgm:pt>
    <dgm:pt modelId="{DF59D284-0090-4975-82FF-A4508316E6C0}" type="parTrans" cxnId="{6A719C02-E6F1-4D0A-902D-0AA2BF269343}">
      <dgm:prSet/>
      <dgm:spPr/>
      <dgm:t>
        <a:bodyPr/>
        <a:lstStyle/>
        <a:p>
          <a:endParaRPr lang="en-US"/>
        </a:p>
      </dgm:t>
    </dgm:pt>
    <dgm:pt modelId="{DA370338-93C3-4132-B452-E6989B4FA3F0}" type="sibTrans" cxnId="{6A719C02-E6F1-4D0A-902D-0AA2BF269343}">
      <dgm:prSet/>
      <dgm:spPr/>
      <dgm:t>
        <a:bodyPr/>
        <a:lstStyle/>
        <a:p>
          <a:endParaRPr lang="en-US"/>
        </a:p>
      </dgm:t>
    </dgm:pt>
    <dgm:pt modelId="{167DB63D-5795-4B94-9A53-6B61F4333AB1}">
      <dgm:prSet/>
      <dgm:spPr/>
      <dgm:t>
        <a:bodyPr/>
        <a:lstStyle/>
        <a:p>
          <a:r>
            <a:rPr lang="en-GB"/>
            <a:t>Detects issues early</a:t>
          </a:r>
          <a:endParaRPr lang="en-US"/>
        </a:p>
      </dgm:t>
    </dgm:pt>
    <dgm:pt modelId="{D8569BBA-B99D-4B4B-A71D-134138BDB9D0}" type="parTrans" cxnId="{852DD8B3-602E-413B-8240-96580E042748}">
      <dgm:prSet/>
      <dgm:spPr/>
      <dgm:t>
        <a:bodyPr/>
        <a:lstStyle/>
        <a:p>
          <a:endParaRPr lang="en-US"/>
        </a:p>
      </dgm:t>
    </dgm:pt>
    <dgm:pt modelId="{6A53AA1D-2CB6-4A24-93B9-3B7A79662123}" type="sibTrans" cxnId="{852DD8B3-602E-413B-8240-96580E042748}">
      <dgm:prSet/>
      <dgm:spPr/>
      <dgm:t>
        <a:bodyPr/>
        <a:lstStyle/>
        <a:p>
          <a:endParaRPr lang="en-US"/>
        </a:p>
      </dgm:t>
    </dgm:pt>
    <dgm:pt modelId="{95BCD606-726A-4269-8269-7F491E07BCE1}">
      <dgm:prSet/>
      <dgm:spPr/>
      <dgm:t>
        <a:bodyPr/>
        <a:lstStyle/>
        <a:p>
          <a:r>
            <a:rPr lang="en-GB"/>
            <a:t>Keeps the main branch stable</a:t>
          </a:r>
          <a:endParaRPr lang="en-US"/>
        </a:p>
      </dgm:t>
    </dgm:pt>
    <dgm:pt modelId="{A5183972-2E5D-4D3E-972E-CA85F2610ABE}" type="parTrans" cxnId="{57480B59-A26A-4936-8B92-C371FE987C18}">
      <dgm:prSet/>
      <dgm:spPr/>
      <dgm:t>
        <a:bodyPr/>
        <a:lstStyle/>
        <a:p>
          <a:endParaRPr lang="en-US"/>
        </a:p>
      </dgm:t>
    </dgm:pt>
    <dgm:pt modelId="{FF230BFC-AA82-4738-9855-E1547D92ACAD}" type="sibTrans" cxnId="{57480B59-A26A-4936-8B92-C371FE987C18}">
      <dgm:prSet/>
      <dgm:spPr/>
      <dgm:t>
        <a:bodyPr/>
        <a:lstStyle/>
        <a:p>
          <a:endParaRPr lang="en-US"/>
        </a:p>
      </dgm:t>
    </dgm:pt>
    <dgm:pt modelId="{FAB59E94-8654-4735-8EED-A899D9988435}" type="pres">
      <dgm:prSet presAssocID="{8B52030E-A631-4BB5-B32B-13FCCC842561}" presName="root" presStyleCnt="0">
        <dgm:presLayoutVars>
          <dgm:dir/>
          <dgm:resizeHandles val="exact"/>
        </dgm:presLayoutVars>
      </dgm:prSet>
      <dgm:spPr/>
    </dgm:pt>
    <dgm:pt modelId="{E8737817-514A-4398-8C21-D53B24F1CA42}" type="pres">
      <dgm:prSet presAssocID="{41D45EFD-97B8-428B-A4C9-73DA383513D1}" presName="compNode" presStyleCnt="0"/>
      <dgm:spPr/>
    </dgm:pt>
    <dgm:pt modelId="{E30BA6FA-9007-4D80-9A42-EEDE1B5814CD}" type="pres">
      <dgm:prSet presAssocID="{41D45EFD-97B8-428B-A4C9-73DA383513D1}" presName="bgRect" presStyleLbl="bgShp" presStyleIdx="0" presStyleCnt="4"/>
      <dgm:spPr/>
    </dgm:pt>
    <dgm:pt modelId="{CA6B3B0D-BB44-48E9-A3A8-59B5600C9CD8}" type="pres">
      <dgm:prSet presAssocID="{41D45EFD-97B8-428B-A4C9-73DA383513D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B42324D-BDFC-422F-8038-2C52125D6A32}" type="pres">
      <dgm:prSet presAssocID="{41D45EFD-97B8-428B-A4C9-73DA383513D1}" presName="spaceRect" presStyleCnt="0"/>
      <dgm:spPr/>
    </dgm:pt>
    <dgm:pt modelId="{DBA05532-8B16-4E63-92E4-F04030428E37}" type="pres">
      <dgm:prSet presAssocID="{41D45EFD-97B8-428B-A4C9-73DA383513D1}" presName="parTx" presStyleLbl="revTx" presStyleIdx="0" presStyleCnt="4">
        <dgm:presLayoutVars>
          <dgm:chMax val="0"/>
          <dgm:chPref val="0"/>
        </dgm:presLayoutVars>
      </dgm:prSet>
      <dgm:spPr/>
    </dgm:pt>
    <dgm:pt modelId="{D81014ED-4A32-4159-B5F0-B9AA0786E6B0}" type="pres">
      <dgm:prSet presAssocID="{10E849DB-4F53-4FAF-98ED-8AE20CF770DC}" presName="sibTrans" presStyleCnt="0"/>
      <dgm:spPr/>
    </dgm:pt>
    <dgm:pt modelId="{81D3481D-BF75-4812-91C2-24FF2F32AAD3}" type="pres">
      <dgm:prSet presAssocID="{413806A1-2A75-4F09-8E2D-F27364058510}" presName="compNode" presStyleCnt="0"/>
      <dgm:spPr/>
    </dgm:pt>
    <dgm:pt modelId="{A0461EAE-A2CD-4020-A4BF-F64ED6F75ACB}" type="pres">
      <dgm:prSet presAssocID="{413806A1-2A75-4F09-8E2D-F27364058510}" presName="bgRect" presStyleLbl="bgShp" presStyleIdx="1" presStyleCnt="4"/>
      <dgm:spPr/>
    </dgm:pt>
    <dgm:pt modelId="{29AB7AAC-09E3-44C9-9210-2395B8C4A083}" type="pres">
      <dgm:prSet presAssocID="{413806A1-2A75-4F09-8E2D-F2736405851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F54F3A0-9EDD-49C2-A8A7-02926C0E4F25}" type="pres">
      <dgm:prSet presAssocID="{413806A1-2A75-4F09-8E2D-F27364058510}" presName="spaceRect" presStyleCnt="0"/>
      <dgm:spPr/>
    </dgm:pt>
    <dgm:pt modelId="{9AC8EA21-1B53-4411-9DB1-982364C80462}" type="pres">
      <dgm:prSet presAssocID="{413806A1-2A75-4F09-8E2D-F27364058510}" presName="parTx" presStyleLbl="revTx" presStyleIdx="1" presStyleCnt="4">
        <dgm:presLayoutVars>
          <dgm:chMax val="0"/>
          <dgm:chPref val="0"/>
        </dgm:presLayoutVars>
      </dgm:prSet>
      <dgm:spPr/>
    </dgm:pt>
    <dgm:pt modelId="{21787304-7225-4166-995B-F0E718B89582}" type="pres">
      <dgm:prSet presAssocID="{DA370338-93C3-4132-B452-E6989B4FA3F0}" presName="sibTrans" presStyleCnt="0"/>
      <dgm:spPr/>
    </dgm:pt>
    <dgm:pt modelId="{812119BE-5E42-49DB-8BEE-091FFA119202}" type="pres">
      <dgm:prSet presAssocID="{167DB63D-5795-4B94-9A53-6B61F4333AB1}" presName="compNode" presStyleCnt="0"/>
      <dgm:spPr/>
    </dgm:pt>
    <dgm:pt modelId="{F796EEC5-826F-43DA-85F2-3A4A1FC914B2}" type="pres">
      <dgm:prSet presAssocID="{167DB63D-5795-4B94-9A53-6B61F4333AB1}" presName="bgRect" presStyleLbl="bgShp" presStyleIdx="2" presStyleCnt="4"/>
      <dgm:spPr/>
    </dgm:pt>
    <dgm:pt modelId="{D6D93407-4D06-4B20-AB7C-FF00C1A6FD5A}" type="pres">
      <dgm:prSet presAssocID="{167DB63D-5795-4B94-9A53-6B61F4333AB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2073296-7A4D-4942-80BD-08D9C7708436}" type="pres">
      <dgm:prSet presAssocID="{167DB63D-5795-4B94-9A53-6B61F4333AB1}" presName="spaceRect" presStyleCnt="0"/>
      <dgm:spPr/>
    </dgm:pt>
    <dgm:pt modelId="{DA4E0435-7C67-47F3-B595-7831E818FCA0}" type="pres">
      <dgm:prSet presAssocID="{167DB63D-5795-4B94-9A53-6B61F4333AB1}" presName="parTx" presStyleLbl="revTx" presStyleIdx="2" presStyleCnt="4">
        <dgm:presLayoutVars>
          <dgm:chMax val="0"/>
          <dgm:chPref val="0"/>
        </dgm:presLayoutVars>
      </dgm:prSet>
      <dgm:spPr/>
    </dgm:pt>
    <dgm:pt modelId="{BE43E242-6083-4E26-9CA7-F34B4D47B4F3}" type="pres">
      <dgm:prSet presAssocID="{6A53AA1D-2CB6-4A24-93B9-3B7A79662123}" presName="sibTrans" presStyleCnt="0"/>
      <dgm:spPr/>
    </dgm:pt>
    <dgm:pt modelId="{A0221C27-7E1A-4B6C-88B9-1CF069AB20D6}" type="pres">
      <dgm:prSet presAssocID="{95BCD606-726A-4269-8269-7F491E07BCE1}" presName="compNode" presStyleCnt="0"/>
      <dgm:spPr/>
    </dgm:pt>
    <dgm:pt modelId="{E3CBF0D3-0FEF-4098-8B04-53CA084AF181}" type="pres">
      <dgm:prSet presAssocID="{95BCD606-726A-4269-8269-7F491E07BCE1}" presName="bgRect" presStyleLbl="bgShp" presStyleIdx="3" presStyleCnt="4"/>
      <dgm:spPr/>
    </dgm:pt>
    <dgm:pt modelId="{7BD30E23-4691-4BFF-917C-9A4DCB239464}" type="pres">
      <dgm:prSet presAssocID="{95BCD606-726A-4269-8269-7F491E07BCE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: Slight curve"/>
        </a:ext>
      </dgm:extLst>
    </dgm:pt>
    <dgm:pt modelId="{68740D9C-CFFA-4FD9-A071-DDF538392691}" type="pres">
      <dgm:prSet presAssocID="{95BCD606-726A-4269-8269-7F491E07BCE1}" presName="spaceRect" presStyleCnt="0"/>
      <dgm:spPr/>
    </dgm:pt>
    <dgm:pt modelId="{DF0C1B2E-0C54-46EB-B077-9AB004093AD8}" type="pres">
      <dgm:prSet presAssocID="{95BCD606-726A-4269-8269-7F491E07BCE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A719C02-E6F1-4D0A-902D-0AA2BF269343}" srcId="{8B52030E-A631-4BB5-B32B-13FCCC842561}" destId="{413806A1-2A75-4F09-8E2D-F27364058510}" srcOrd="1" destOrd="0" parTransId="{DF59D284-0090-4975-82FF-A4508316E6C0}" sibTransId="{DA370338-93C3-4132-B452-E6989B4FA3F0}"/>
    <dgm:cxn modelId="{70C01B57-1A4A-43A1-A9A1-ECA03037E7D8}" type="presOf" srcId="{413806A1-2A75-4F09-8E2D-F27364058510}" destId="{9AC8EA21-1B53-4411-9DB1-982364C80462}" srcOrd="0" destOrd="0" presId="urn:microsoft.com/office/officeart/2018/2/layout/IconVerticalSolidList"/>
    <dgm:cxn modelId="{57480B59-A26A-4936-8B92-C371FE987C18}" srcId="{8B52030E-A631-4BB5-B32B-13FCCC842561}" destId="{95BCD606-726A-4269-8269-7F491E07BCE1}" srcOrd="3" destOrd="0" parTransId="{A5183972-2E5D-4D3E-972E-CA85F2610ABE}" sibTransId="{FF230BFC-AA82-4738-9855-E1547D92ACAD}"/>
    <dgm:cxn modelId="{2FBEC398-DA9E-4975-BD71-D32F0A2FBB43}" type="presOf" srcId="{167DB63D-5795-4B94-9A53-6B61F4333AB1}" destId="{DA4E0435-7C67-47F3-B595-7831E818FCA0}" srcOrd="0" destOrd="0" presId="urn:microsoft.com/office/officeart/2018/2/layout/IconVerticalSolidList"/>
    <dgm:cxn modelId="{852DD8B3-602E-413B-8240-96580E042748}" srcId="{8B52030E-A631-4BB5-B32B-13FCCC842561}" destId="{167DB63D-5795-4B94-9A53-6B61F4333AB1}" srcOrd="2" destOrd="0" parTransId="{D8569BBA-B99D-4B4B-A71D-134138BDB9D0}" sibTransId="{6A53AA1D-2CB6-4A24-93B9-3B7A79662123}"/>
    <dgm:cxn modelId="{7B2D85BF-848D-4A13-8FB7-3EC775EA7C02}" type="presOf" srcId="{8B52030E-A631-4BB5-B32B-13FCCC842561}" destId="{FAB59E94-8654-4735-8EED-A899D9988435}" srcOrd="0" destOrd="0" presId="urn:microsoft.com/office/officeart/2018/2/layout/IconVerticalSolidList"/>
    <dgm:cxn modelId="{821249C7-7149-418D-A6C6-DF14E1209A62}" type="presOf" srcId="{95BCD606-726A-4269-8269-7F491E07BCE1}" destId="{DF0C1B2E-0C54-46EB-B077-9AB004093AD8}" srcOrd="0" destOrd="0" presId="urn:microsoft.com/office/officeart/2018/2/layout/IconVerticalSolidList"/>
    <dgm:cxn modelId="{CFDE8BEE-3823-4E4E-872F-8172D971F864}" type="presOf" srcId="{41D45EFD-97B8-428B-A4C9-73DA383513D1}" destId="{DBA05532-8B16-4E63-92E4-F04030428E37}" srcOrd="0" destOrd="0" presId="urn:microsoft.com/office/officeart/2018/2/layout/IconVerticalSolidList"/>
    <dgm:cxn modelId="{9D205FFC-16C4-41E6-89CA-E40FFAFABB0A}" srcId="{8B52030E-A631-4BB5-B32B-13FCCC842561}" destId="{41D45EFD-97B8-428B-A4C9-73DA383513D1}" srcOrd="0" destOrd="0" parTransId="{75C83F06-8DDB-418D-94B0-2CB2B74545BF}" sibTransId="{10E849DB-4F53-4FAF-98ED-8AE20CF770DC}"/>
    <dgm:cxn modelId="{6BE76A00-30AD-43DB-8B65-FB8E3442E8D5}" type="presParOf" srcId="{FAB59E94-8654-4735-8EED-A899D9988435}" destId="{E8737817-514A-4398-8C21-D53B24F1CA42}" srcOrd="0" destOrd="0" presId="urn:microsoft.com/office/officeart/2018/2/layout/IconVerticalSolidList"/>
    <dgm:cxn modelId="{27395745-59CF-4DF1-B950-352A34DFC7CB}" type="presParOf" srcId="{E8737817-514A-4398-8C21-D53B24F1CA42}" destId="{E30BA6FA-9007-4D80-9A42-EEDE1B5814CD}" srcOrd="0" destOrd="0" presId="urn:microsoft.com/office/officeart/2018/2/layout/IconVerticalSolidList"/>
    <dgm:cxn modelId="{C28B9945-BC02-414A-A475-B1B59AB16CC9}" type="presParOf" srcId="{E8737817-514A-4398-8C21-D53B24F1CA42}" destId="{CA6B3B0D-BB44-48E9-A3A8-59B5600C9CD8}" srcOrd="1" destOrd="0" presId="urn:microsoft.com/office/officeart/2018/2/layout/IconVerticalSolidList"/>
    <dgm:cxn modelId="{EF0433A2-27A4-4721-A746-D3B556548F2C}" type="presParOf" srcId="{E8737817-514A-4398-8C21-D53B24F1CA42}" destId="{1B42324D-BDFC-422F-8038-2C52125D6A32}" srcOrd="2" destOrd="0" presId="urn:microsoft.com/office/officeart/2018/2/layout/IconVerticalSolidList"/>
    <dgm:cxn modelId="{F3B3FF26-B155-4560-BD59-4CFAE2034346}" type="presParOf" srcId="{E8737817-514A-4398-8C21-D53B24F1CA42}" destId="{DBA05532-8B16-4E63-92E4-F04030428E37}" srcOrd="3" destOrd="0" presId="urn:microsoft.com/office/officeart/2018/2/layout/IconVerticalSolidList"/>
    <dgm:cxn modelId="{624A85BC-D4B6-4858-A28B-94073B973F78}" type="presParOf" srcId="{FAB59E94-8654-4735-8EED-A899D9988435}" destId="{D81014ED-4A32-4159-B5F0-B9AA0786E6B0}" srcOrd="1" destOrd="0" presId="urn:microsoft.com/office/officeart/2018/2/layout/IconVerticalSolidList"/>
    <dgm:cxn modelId="{DE9F9209-B489-4B8B-864F-C28C25D0967F}" type="presParOf" srcId="{FAB59E94-8654-4735-8EED-A899D9988435}" destId="{81D3481D-BF75-4812-91C2-24FF2F32AAD3}" srcOrd="2" destOrd="0" presId="urn:microsoft.com/office/officeart/2018/2/layout/IconVerticalSolidList"/>
    <dgm:cxn modelId="{BD90454F-1A1C-478F-BB69-F038C13031FC}" type="presParOf" srcId="{81D3481D-BF75-4812-91C2-24FF2F32AAD3}" destId="{A0461EAE-A2CD-4020-A4BF-F64ED6F75ACB}" srcOrd="0" destOrd="0" presId="urn:microsoft.com/office/officeart/2018/2/layout/IconVerticalSolidList"/>
    <dgm:cxn modelId="{D74DB41E-598D-4DA9-BD38-FDD91320FF30}" type="presParOf" srcId="{81D3481D-BF75-4812-91C2-24FF2F32AAD3}" destId="{29AB7AAC-09E3-44C9-9210-2395B8C4A083}" srcOrd="1" destOrd="0" presId="urn:microsoft.com/office/officeart/2018/2/layout/IconVerticalSolidList"/>
    <dgm:cxn modelId="{28C280B4-677D-4DC6-AF32-F569687C606D}" type="presParOf" srcId="{81D3481D-BF75-4812-91C2-24FF2F32AAD3}" destId="{4F54F3A0-9EDD-49C2-A8A7-02926C0E4F25}" srcOrd="2" destOrd="0" presId="urn:microsoft.com/office/officeart/2018/2/layout/IconVerticalSolidList"/>
    <dgm:cxn modelId="{B9FB0C7A-7DFC-4BA6-91EC-B4C956464223}" type="presParOf" srcId="{81D3481D-BF75-4812-91C2-24FF2F32AAD3}" destId="{9AC8EA21-1B53-4411-9DB1-982364C80462}" srcOrd="3" destOrd="0" presId="urn:microsoft.com/office/officeart/2018/2/layout/IconVerticalSolidList"/>
    <dgm:cxn modelId="{883DDF65-C7A6-4082-9E02-B88B44F337F4}" type="presParOf" srcId="{FAB59E94-8654-4735-8EED-A899D9988435}" destId="{21787304-7225-4166-995B-F0E718B89582}" srcOrd="3" destOrd="0" presId="urn:microsoft.com/office/officeart/2018/2/layout/IconVerticalSolidList"/>
    <dgm:cxn modelId="{7101F38F-536A-4EC7-B0A5-F9A4403AF412}" type="presParOf" srcId="{FAB59E94-8654-4735-8EED-A899D9988435}" destId="{812119BE-5E42-49DB-8BEE-091FFA119202}" srcOrd="4" destOrd="0" presId="urn:microsoft.com/office/officeart/2018/2/layout/IconVerticalSolidList"/>
    <dgm:cxn modelId="{9241062C-7685-4F30-9699-76C7FB6B167A}" type="presParOf" srcId="{812119BE-5E42-49DB-8BEE-091FFA119202}" destId="{F796EEC5-826F-43DA-85F2-3A4A1FC914B2}" srcOrd="0" destOrd="0" presId="urn:microsoft.com/office/officeart/2018/2/layout/IconVerticalSolidList"/>
    <dgm:cxn modelId="{341F8176-65D5-440C-810F-25F2F684B858}" type="presParOf" srcId="{812119BE-5E42-49DB-8BEE-091FFA119202}" destId="{D6D93407-4D06-4B20-AB7C-FF00C1A6FD5A}" srcOrd="1" destOrd="0" presId="urn:microsoft.com/office/officeart/2018/2/layout/IconVerticalSolidList"/>
    <dgm:cxn modelId="{4B4EC5AE-1C2A-4869-86DC-50AE240FC4E9}" type="presParOf" srcId="{812119BE-5E42-49DB-8BEE-091FFA119202}" destId="{12073296-7A4D-4942-80BD-08D9C7708436}" srcOrd="2" destOrd="0" presId="urn:microsoft.com/office/officeart/2018/2/layout/IconVerticalSolidList"/>
    <dgm:cxn modelId="{A4C3E661-77F5-4F7C-9E3D-5CD563C30EE9}" type="presParOf" srcId="{812119BE-5E42-49DB-8BEE-091FFA119202}" destId="{DA4E0435-7C67-47F3-B595-7831E818FCA0}" srcOrd="3" destOrd="0" presId="urn:microsoft.com/office/officeart/2018/2/layout/IconVerticalSolidList"/>
    <dgm:cxn modelId="{C89E4DE6-42A2-4FB6-BCD2-BADFEDA6998D}" type="presParOf" srcId="{FAB59E94-8654-4735-8EED-A899D9988435}" destId="{BE43E242-6083-4E26-9CA7-F34B4D47B4F3}" srcOrd="5" destOrd="0" presId="urn:microsoft.com/office/officeart/2018/2/layout/IconVerticalSolidList"/>
    <dgm:cxn modelId="{02256DAF-C464-4CC4-A437-E3FDB3F418F4}" type="presParOf" srcId="{FAB59E94-8654-4735-8EED-A899D9988435}" destId="{A0221C27-7E1A-4B6C-88B9-1CF069AB20D6}" srcOrd="6" destOrd="0" presId="urn:microsoft.com/office/officeart/2018/2/layout/IconVerticalSolidList"/>
    <dgm:cxn modelId="{6BDD3F5F-CF92-41B6-ABC4-188EFC77E5AA}" type="presParOf" srcId="{A0221C27-7E1A-4B6C-88B9-1CF069AB20D6}" destId="{E3CBF0D3-0FEF-4098-8B04-53CA084AF181}" srcOrd="0" destOrd="0" presId="urn:microsoft.com/office/officeart/2018/2/layout/IconVerticalSolidList"/>
    <dgm:cxn modelId="{1809D090-ECB8-44BC-B971-261917A2E966}" type="presParOf" srcId="{A0221C27-7E1A-4B6C-88B9-1CF069AB20D6}" destId="{7BD30E23-4691-4BFF-917C-9A4DCB239464}" srcOrd="1" destOrd="0" presId="urn:microsoft.com/office/officeart/2018/2/layout/IconVerticalSolidList"/>
    <dgm:cxn modelId="{4790960D-4F45-43A7-BCD4-B3EDB5680545}" type="presParOf" srcId="{A0221C27-7E1A-4B6C-88B9-1CF069AB20D6}" destId="{68740D9C-CFFA-4FD9-A071-DDF538392691}" srcOrd="2" destOrd="0" presId="urn:microsoft.com/office/officeart/2018/2/layout/IconVerticalSolidList"/>
    <dgm:cxn modelId="{157CBCF9-2882-4BCF-A42D-6B9E34B96F82}" type="presParOf" srcId="{A0221C27-7E1A-4B6C-88B9-1CF069AB20D6}" destId="{DF0C1B2E-0C54-46EB-B077-9AB004093A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212408D-866E-4DB4-AF85-3C9BBC9FF7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61BB3C7-FACE-48BF-8F8E-62FA800BE180}">
      <dgm:prSet/>
      <dgm:spPr/>
      <dgm:t>
        <a:bodyPr/>
        <a:lstStyle/>
        <a:p>
          <a:r>
            <a:rPr lang="en-GB"/>
            <a:t>Cloud = computing resources delivered over the internet</a:t>
          </a:r>
          <a:endParaRPr lang="en-US"/>
        </a:p>
      </dgm:t>
    </dgm:pt>
    <dgm:pt modelId="{E861CA05-3E0C-4901-8E54-0E8A68493141}" type="parTrans" cxnId="{7E6664BC-8904-4955-A6DD-58163A2FDE0F}">
      <dgm:prSet/>
      <dgm:spPr/>
      <dgm:t>
        <a:bodyPr/>
        <a:lstStyle/>
        <a:p>
          <a:endParaRPr lang="en-US"/>
        </a:p>
      </dgm:t>
    </dgm:pt>
    <dgm:pt modelId="{3F7F9746-B6FF-4BC0-8E2C-13130DD85DF2}" type="sibTrans" cxnId="{7E6664BC-8904-4955-A6DD-58163A2FDE0F}">
      <dgm:prSet/>
      <dgm:spPr/>
      <dgm:t>
        <a:bodyPr/>
        <a:lstStyle/>
        <a:p>
          <a:endParaRPr lang="en-US"/>
        </a:p>
      </dgm:t>
    </dgm:pt>
    <dgm:pt modelId="{05FC7096-3EB3-475B-BF39-D97E776884B6}">
      <dgm:prSet/>
      <dgm:spPr/>
      <dgm:t>
        <a:bodyPr/>
        <a:lstStyle/>
        <a:p>
          <a:r>
            <a:rPr lang="en-GB"/>
            <a:t>On‑demand servers, storage, databases, and services</a:t>
          </a:r>
          <a:endParaRPr lang="en-US"/>
        </a:p>
      </dgm:t>
    </dgm:pt>
    <dgm:pt modelId="{33804658-9D75-48CF-A8B7-BA79FCAE76A7}" type="parTrans" cxnId="{BFF4D0F2-F53D-4AD8-98F0-6C6C0CD44E74}">
      <dgm:prSet/>
      <dgm:spPr/>
      <dgm:t>
        <a:bodyPr/>
        <a:lstStyle/>
        <a:p>
          <a:endParaRPr lang="en-US"/>
        </a:p>
      </dgm:t>
    </dgm:pt>
    <dgm:pt modelId="{FA25FB7F-5FCB-4C4F-838F-3D8B07496122}" type="sibTrans" cxnId="{BFF4D0F2-F53D-4AD8-98F0-6C6C0CD44E74}">
      <dgm:prSet/>
      <dgm:spPr/>
      <dgm:t>
        <a:bodyPr/>
        <a:lstStyle/>
        <a:p>
          <a:endParaRPr lang="en-US"/>
        </a:p>
      </dgm:t>
    </dgm:pt>
    <dgm:pt modelId="{0A53B3B1-C4D4-461E-9F20-235BB13C714D}">
      <dgm:prSet/>
      <dgm:spPr/>
      <dgm:t>
        <a:bodyPr/>
        <a:lstStyle/>
        <a:p>
          <a:r>
            <a:rPr lang="en-GB"/>
            <a:t>Pay for what you use</a:t>
          </a:r>
          <a:endParaRPr lang="en-US"/>
        </a:p>
      </dgm:t>
    </dgm:pt>
    <dgm:pt modelId="{61CCCE7E-2CED-48EF-A993-29EE8BB1D654}" type="parTrans" cxnId="{4A0ED969-DF3D-404C-A5B7-0F8950B37D40}">
      <dgm:prSet/>
      <dgm:spPr/>
      <dgm:t>
        <a:bodyPr/>
        <a:lstStyle/>
        <a:p>
          <a:endParaRPr lang="en-US"/>
        </a:p>
      </dgm:t>
    </dgm:pt>
    <dgm:pt modelId="{AD1FD207-9FF8-45E5-B6CE-4CDBF5D2E65D}" type="sibTrans" cxnId="{4A0ED969-DF3D-404C-A5B7-0F8950B37D40}">
      <dgm:prSet/>
      <dgm:spPr/>
      <dgm:t>
        <a:bodyPr/>
        <a:lstStyle/>
        <a:p>
          <a:endParaRPr lang="en-US"/>
        </a:p>
      </dgm:t>
    </dgm:pt>
    <dgm:pt modelId="{37DD4D78-2A3A-416A-8BF0-106C8C4B1379}">
      <dgm:prSet/>
      <dgm:spPr/>
      <dgm:t>
        <a:bodyPr/>
        <a:lstStyle/>
        <a:p>
          <a:r>
            <a:rPr lang="en-GB"/>
            <a:t>Enables scalable, global applications</a:t>
          </a:r>
          <a:endParaRPr lang="en-US"/>
        </a:p>
      </dgm:t>
    </dgm:pt>
    <dgm:pt modelId="{172CEAB2-49ED-482A-9170-F806F5F3770C}" type="parTrans" cxnId="{0B3902BA-1433-4F4A-AA98-FD96273A174D}">
      <dgm:prSet/>
      <dgm:spPr/>
      <dgm:t>
        <a:bodyPr/>
        <a:lstStyle/>
        <a:p>
          <a:endParaRPr lang="en-US"/>
        </a:p>
      </dgm:t>
    </dgm:pt>
    <dgm:pt modelId="{8F0BC341-4C17-4CC1-9969-D3F98558EAD1}" type="sibTrans" cxnId="{0B3902BA-1433-4F4A-AA98-FD96273A174D}">
      <dgm:prSet/>
      <dgm:spPr/>
      <dgm:t>
        <a:bodyPr/>
        <a:lstStyle/>
        <a:p>
          <a:endParaRPr lang="en-US"/>
        </a:p>
      </dgm:t>
    </dgm:pt>
    <dgm:pt modelId="{219BFACA-F3F2-4D6A-96AF-544DCA53653C}" type="pres">
      <dgm:prSet presAssocID="{A212408D-866E-4DB4-AF85-3C9BBC9FF73F}" presName="root" presStyleCnt="0">
        <dgm:presLayoutVars>
          <dgm:dir/>
          <dgm:resizeHandles val="exact"/>
        </dgm:presLayoutVars>
      </dgm:prSet>
      <dgm:spPr/>
    </dgm:pt>
    <dgm:pt modelId="{1F4EB151-BC91-4179-99B2-330C4920CA1A}" type="pres">
      <dgm:prSet presAssocID="{261BB3C7-FACE-48BF-8F8E-62FA800BE180}" presName="compNode" presStyleCnt="0"/>
      <dgm:spPr/>
    </dgm:pt>
    <dgm:pt modelId="{A6FAD685-25F5-4BE6-A9E4-058EBB195F35}" type="pres">
      <dgm:prSet presAssocID="{261BB3C7-FACE-48BF-8F8E-62FA800BE180}" presName="bgRect" presStyleLbl="bgShp" presStyleIdx="0" presStyleCnt="4"/>
      <dgm:spPr/>
    </dgm:pt>
    <dgm:pt modelId="{46B1CC12-9B56-43B7-838C-C274FF583D3D}" type="pres">
      <dgm:prSet presAssocID="{261BB3C7-FACE-48BF-8F8E-62FA800BE18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FA3EA35-ED68-45E4-942F-92AB4D455152}" type="pres">
      <dgm:prSet presAssocID="{261BB3C7-FACE-48BF-8F8E-62FA800BE180}" presName="spaceRect" presStyleCnt="0"/>
      <dgm:spPr/>
    </dgm:pt>
    <dgm:pt modelId="{0D1EA230-5D1E-40FC-BD95-D82F1FB07D39}" type="pres">
      <dgm:prSet presAssocID="{261BB3C7-FACE-48BF-8F8E-62FA800BE180}" presName="parTx" presStyleLbl="revTx" presStyleIdx="0" presStyleCnt="4">
        <dgm:presLayoutVars>
          <dgm:chMax val="0"/>
          <dgm:chPref val="0"/>
        </dgm:presLayoutVars>
      </dgm:prSet>
      <dgm:spPr/>
    </dgm:pt>
    <dgm:pt modelId="{C1DE2D40-6647-401B-AC8A-C1C8C67E6A43}" type="pres">
      <dgm:prSet presAssocID="{3F7F9746-B6FF-4BC0-8E2C-13130DD85DF2}" presName="sibTrans" presStyleCnt="0"/>
      <dgm:spPr/>
    </dgm:pt>
    <dgm:pt modelId="{FEF003A8-18DB-456A-8136-3E8E29542A5B}" type="pres">
      <dgm:prSet presAssocID="{05FC7096-3EB3-475B-BF39-D97E776884B6}" presName="compNode" presStyleCnt="0"/>
      <dgm:spPr/>
    </dgm:pt>
    <dgm:pt modelId="{B1994C1D-C550-4BC4-AA9A-9B9EE29F5789}" type="pres">
      <dgm:prSet presAssocID="{05FC7096-3EB3-475B-BF39-D97E776884B6}" presName="bgRect" presStyleLbl="bgShp" presStyleIdx="1" presStyleCnt="4"/>
      <dgm:spPr/>
    </dgm:pt>
    <dgm:pt modelId="{C6B991F1-1FC1-41CB-BC20-859C32AD8A8B}" type="pres">
      <dgm:prSet presAssocID="{05FC7096-3EB3-475B-BF39-D97E776884B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DC22438-FA87-4432-9734-6287D70BCD83}" type="pres">
      <dgm:prSet presAssocID="{05FC7096-3EB3-475B-BF39-D97E776884B6}" presName="spaceRect" presStyleCnt="0"/>
      <dgm:spPr/>
    </dgm:pt>
    <dgm:pt modelId="{4E36F9E8-E36A-47D6-87CD-ABDB1491C68E}" type="pres">
      <dgm:prSet presAssocID="{05FC7096-3EB3-475B-BF39-D97E776884B6}" presName="parTx" presStyleLbl="revTx" presStyleIdx="1" presStyleCnt="4">
        <dgm:presLayoutVars>
          <dgm:chMax val="0"/>
          <dgm:chPref val="0"/>
        </dgm:presLayoutVars>
      </dgm:prSet>
      <dgm:spPr/>
    </dgm:pt>
    <dgm:pt modelId="{1D932B34-8CBE-41F5-8E31-AB321F464B25}" type="pres">
      <dgm:prSet presAssocID="{FA25FB7F-5FCB-4C4F-838F-3D8B07496122}" presName="sibTrans" presStyleCnt="0"/>
      <dgm:spPr/>
    </dgm:pt>
    <dgm:pt modelId="{B55FDD54-641F-4E2E-A3C1-3C72E24B0EC5}" type="pres">
      <dgm:prSet presAssocID="{0A53B3B1-C4D4-461E-9F20-235BB13C714D}" presName="compNode" presStyleCnt="0"/>
      <dgm:spPr/>
    </dgm:pt>
    <dgm:pt modelId="{CA04A210-DA38-4484-8378-F54720B0E0DE}" type="pres">
      <dgm:prSet presAssocID="{0A53B3B1-C4D4-461E-9F20-235BB13C714D}" presName="bgRect" presStyleLbl="bgShp" presStyleIdx="2" presStyleCnt="4"/>
      <dgm:spPr/>
    </dgm:pt>
    <dgm:pt modelId="{71FCCC8E-BA61-4B31-890F-4A90F27E2D1C}" type="pres">
      <dgm:prSet presAssocID="{0A53B3B1-C4D4-461E-9F20-235BB13C714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1704598-9996-445B-92FE-123ABC00F457}" type="pres">
      <dgm:prSet presAssocID="{0A53B3B1-C4D4-461E-9F20-235BB13C714D}" presName="spaceRect" presStyleCnt="0"/>
      <dgm:spPr/>
    </dgm:pt>
    <dgm:pt modelId="{87F6C0C8-7E54-41C1-BBEA-EB1F19AA669A}" type="pres">
      <dgm:prSet presAssocID="{0A53B3B1-C4D4-461E-9F20-235BB13C714D}" presName="parTx" presStyleLbl="revTx" presStyleIdx="2" presStyleCnt="4">
        <dgm:presLayoutVars>
          <dgm:chMax val="0"/>
          <dgm:chPref val="0"/>
        </dgm:presLayoutVars>
      </dgm:prSet>
      <dgm:spPr/>
    </dgm:pt>
    <dgm:pt modelId="{CE31844B-D92D-4BA2-B7C4-1D8AF92AEC0C}" type="pres">
      <dgm:prSet presAssocID="{AD1FD207-9FF8-45E5-B6CE-4CDBF5D2E65D}" presName="sibTrans" presStyleCnt="0"/>
      <dgm:spPr/>
    </dgm:pt>
    <dgm:pt modelId="{78F365A9-590B-43AB-B229-0065D8D5B50E}" type="pres">
      <dgm:prSet presAssocID="{37DD4D78-2A3A-416A-8BF0-106C8C4B1379}" presName="compNode" presStyleCnt="0"/>
      <dgm:spPr/>
    </dgm:pt>
    <dgm:pt modelId="{3356FD6E-F5A3-41B5-A64F-40683A551364}" type="pres">
      <dgm:prSet presAssocID="{37DD4D78-2A3A-416A-8BF0-106C8C4B1379}" presName="bgRect" presStyleLbl="bgShp" presStyleIdx="3" presStyleCnt="4"/>
      <dgm:spPr/>
    </dgm:pt>
    <dgm:pt modelId="{12C001E6-2663-4923-8A62-047425C71381}" type="pres">
      <dgm:prSet presAssocID="{37DD4D78-2A3A-416A-8BF0-106C8C4B137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700DE948-D02B-4E38-9A68-108A64EEF79B}" type="pres">
      <dgm:prSet presAssocID="{37DD4D78-2A3A-416A-8BF0-106C8C4B1379}" presName="spaceRect" presStyleCnt="0"/>
      <dgm:spPr/>
    </dgm:pt>
    <dgm:pt modelId="{DD8748A8-B82E-43CB-84EF-72FC6205E963}" type="pres">
      <dgm:prSet presAssocID="{37DD4D78-2A3A-416A-8BF0-106C8C4B137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7D5CB03-4B82-4644-B6A1-8C69C6B434FF}" type="presOf" srcId="{37DD4D78-2A3A-416A-8BF0-106C8C4B1379}" destId="{DD8748A8-B82E-43CB-84EF-72FC6205E963}" srcOrd="0" destOrd="0" presId="urn:microsoft.com/office/officeart/2018/2/layout/IconVerticalSolidList"/>
    <dgm:cxn modelId="{3B0CC25D-3B5F-4B41-865F-2A85E8DBA43E}" type="presOf" srcId="{A212408D-866E-4DB4-AF85-3C9BBC9FF73F}" destId="{219BFACA-F3F2-4D6A-96AF-544DCA53653C}" srcOrd="0" destOrd="0" presId="urn:microsoft.com/office/officeart/2018/2/layout/IconVerticalSolidList"/>
    <dgm:cxn modelId="{4A0ED969-DF3D-404C-A5B7-0F8950B37D40}" srcId="{A212408D-866E-4DB4-AF85-3C9BBC9FF73F}" destId="{0A53B3B1-C4D4-461E-9F20-235BB13C714D}" srcOrd="2" destOrd="0" parTransId="{61CCCE7E-2CED-48EF-A993-29EE8BB1D654}" sibTransId="{AD1FD207-9FF8-45E5-B6CE-4CDBF5D2E65D}"/>
    <dgm:cxn modelId="{7C6A0CAA-E048-4DD4-9C14-0BAC5C4CA9CA}" type="presOf" srcId="{261BB3C7-FACE-48BF-8F8E-62FA800BE180}" destId="{0D1EA230-5D1E-40FC-BD95-D82F1FB07D39}" srcOrd="0" destOrd="0" presId="urn:microsoft.com/office/officeart/2018/2/layout/IconVerticalSolidList"/>
    <dgm:cxn modelId="{0B3902BA-1433-4F4A-AA98-FD96273A174D}" srcId="{A212408D-866E-4DB4-AF85-3C9BBC9FF73F}" destId="{37DD4D78-2A3A-416A-8BF0-106C8C4B1379}" srcOrd="3" destOrd="0" parTransId="{172CEAB2-49ED-482A-9170-F806F5F3770C}" sibTransId="{8F0BC341-4C17-4CC1-9969-D3F98558EAD1}"/>
    <dgm:cxn modelId="{7E6664BC-8904-4955-A6DD-58163A2FDE0F}" srcId="{A212408D-866E-4DB4-AF85-3C9BBC9FF73F}" destId="{261BB3C7-FACE-48BF-8F8E-62FA800BE180}" srcOrd="0" destOrd="0" parTransId="{E861CA05-3E0C-4901-8E54-0E8A68493141}" sibTransId="{3F7F9746-B6FF-4BC0-8E2C-13130DD85DF2}"/>
    <dgm:cxn modelId="{059606C0-44C8-4C39-930C-7F0E45C39DBE}" type="presOf" srcId="{05FC7096-3EB3-475B-BF39-D97E776884B6}" destId="{4E36F9E8-E36A-47D6-87CD-ABDB1491C68E}" srcOrd="0" destOrd="0" presId="urn:microsoft.com/office/officeart/2018/2/layout/IconVerticalSolidList"/>
    <dgm:cxn modelId="{A96A29D1-6245-4CD0-BB4D-1E4DCFB0A9EB}" type="presOf" srcId="{0A53B3B1-C4D4-461E-9F20-235BB13C714D}" destId="{87F6C0C8-7E54-41C1-BBEA-EB1F19AA669A}" srcOrd="0" destOrd="0" presId="urn:microsoft.com/office/officeart/2018/2/layout/IconVerticalSolidList"/>
    <dgm:cxn modelId="{BFF4D0F2-F53D-4AD8-98F0-6C6C0CD44E74}" srcId="{A212408D-866E-4DB4-AF85-3C9BBC9FF73F}" destId="{05FC7096-3EB3-475B-BF39-D97E776884B6}" srcOrd="1" destOrd="0" parTransId="{33804658-9D75-48CF-A8B7-BA79FCAE76A7}" sibTransId="{FA25FB7F-5FCB-4C4F-838F-3D8B07496122}"/>
    <dgm:cxn modelId="{135087AF-E93A-4B76-A81D-81C204B5C156}" type="presParOf" srcId="{219BFACA-F3F2-4D6A-96AF-544DCA53653C}" destId="{1F4EB151-BC91-4179-99B2-330C4920CA1A}" srcOrd="0" destOrd="0" presId="urn:microsoft.com/office/officeart/2018/2/layout/IconVerticalSolidList"/>
    <dgm:cxn modelId="{25F1D644-94B3-4D86-AF54-786540C8A3E0}" type="presParOf" srcId="{1F4EB151-BC91-4179-99B2-330C4920CA1A}" destId="{A6FAD685-25F5-4BE6-A9E4-058EBB195F35}" srcOrd="0" destOrd="0" presId="urn:microsoft.com/office/officeart/2018/2/layout/IconVerticalSolidList"/>
    <dgm:cxn modelId="{FF19D9DF-465D-4980-9A05-E3590722914B}" type="presParOf" srcId="{1F4EB151-BC91-4179-99B2-330C4920CA1A}" destId="{46B1CC12-9B56-43B7-838C-C274FF583D3D}" srcOrd="1" destOrd="0" presId="urn:microsoft.com/office/officeart/2018/2/layout/IconVerticalSolidList"/>
    <dgm:cxn modelId="{84A181FE-46ED-45F8-86C6-485CFDC0D052}" type="presParOf" srcId="{1F4EB151-BC91-4179-99B2-330C4920CA1A}" destId="{CFA3EA35-ED68-45E4-942F-92AB4D455152}" srcOrd="2" destOrd="0" presId="urn:microsoft.com/office/officeart/2018/2/layout/IconVerticalSolidList"/>
    <dgm:cxn modelId="{57C5A261-1279-4E49-B2A4-832D0E3C0C0F}" type="presParOf" srcId="{1F4EB151-BC91-4179-99B2-330C4920CA1A}" destId="{0D1EA230-5D1E-40FC-BD95-D82F1FB07D39}" srcOrd="3" destOrd="0" presId="urn:microsoft.com/office/officeart/2018/2/layout/IconVerticalSolidList"/>
    <dgm:cxn modelId="{4829B8CF-DDAE-40B9-9F6C-97B6E449D1D6}" type="presParOf" srcId="{219BFACA-F3F2-4D6A-96AF-544DCA53653C}" destId="{C1DE2D40-6647-401B-AC8A-C1C8C67E6A43}" srcOrd="1" destOrd="0" presId="urn:microsoft.com/office/officeart/2018/2/layout/IconVerticalSolidList"/>
    <dgm:cxn modelId="{A9A419A2-90BE-487C-B285-28551743D083}" type="presParOf" srcId="{219BFACA-F3F2-4D6A-96AF-544DCA53653C}" destId="{FEF003A8-18DB-456A-8136-3E8E29542A5B}" srcOrd="2" destOrd="0" presId="urn:microsoft.com/office/officeart/2018/2/layout/IconVerticalSolidList"/>
    <dgm:cxn modelId="{020123B3-BAB7-4668-BFBF-695F116E9F21}" type="presParOf" srcId="{FEF003A8-18DB-456A-8136-3E8E29542A5B}" destId="{B1994C1D-C550-4BC4-AA9A-9B9EE29F5789}" srcOrd="0" destOrd="0" presId="urn:microsoft.com/office/officeart/2018/2/layout/IconVerticalSolidList"/>
    <dgm:cxn modelId="{7942A4B8-5AF6-407A-9B53-18E764BE2D47}" type="presParOf" srcId="{FEF003A8-18DB-456A-8136-3E8E29542A5B}" destId="{C6B991F1-1FC1-41CB-BC20-859C32AD8A8B}" srcOrd="1" destOrd="0" presId="urn:microsoft.com/office/officeart/2018/2/layout/IconVerticalSolidList"/>
    <dgm:cxn modelId="{5A2ED593-DD03-4218-9D94-7BFFC9FED5D3}" type="presParOf" srcId="{FEF003A8-18DB-456A-8136-3E8E29542A5B}" destId="{3DC22438-FA87-4432-9734-6287D70BCD83}" srcOrd="2" destOrd="0" presId="urn:microsoft.com/office/officeart/2018/2/layout/IconVerticalSolidList"/>
    <dgm:cxn modelId="{1E7A225B-C662-4431-BACF-B7E852392BAB}" type="presParOf" srcId="{FEF003A8-18DB-456A-8136-3E8E29542A5B}" destId="{4E36F9E8-E36A-47D6-87CD-ABDB1491C68E}" srcOrd="3" destOrd="0" presId="urn:microsoft.com/office/officeart/2018/2/layout/IconVerticalSolidList"/>
    <dgm:cxn modelId="{04B277E6-8305-4ED6-9C8A-BDB68CCDA7DB}" type="presParOf" srcId="{219BFACA-F3F2-4D6A-96AF-544DCA53653C}" destId="{1D932B34-8CBE-41F5-8E31-AB321F464B25}" srcOrd="3" destOrd="0" presId="urn:microsoft.com/office/officeart/2018/2/layout/IconVerticalSolidList"/>
    <dgm:cxn modelId="{2A2498D5-9542-43BC-B31B-8A232D83816F}" type="presParOf" srcId="{219BFACA-F3F2-4D6A-96AF-544DCA53653C}" destId="{B55FDD54-641F-4E2E-A3C1-3C72E24B0EC5}" srcOrd="4" destOrd="0" presId="urn:microsoft.com/office/officeart/2018/2/layout/IconVerticalSolidList"/>
    <dgm:cxn modelId="{77780454-46B4-420A-9917-3E08BDBEC39E}" type="presParOf" srcId="{B55FDD54-641F-4E2E-A3C1-3C72E24B0EC5}" destId="{CA04A210-DA38-4484-8378-F54720B0E0DE}" srcOrd="0" destOrd="0" presId="urn:microsoft.com/office/officeart/2018/2/layout/IconVerticalSolidList"/>
    <dgm:cxn modelId="{888FAE04-F1E4-4816-8652-1F5C1EA82425}" type="presParOf" srcId="{B55FDD54-641F-4E2E-A3C1-3C72E24B0EC5}" destId="{71FCCC8E-BA61-4B31-890F-4A90F27E2D1C}" srcOrd="1" destOrd="0" presId="urn:microsoft.com/office/officeart/2018/2/layout/IconVerticalSolidList"/>
    <dgm:cxn modelId="{8198A3E7-D8D8-48AA-8A93-F6124EDD1F04}" type="presParOf" srcId="{B55FDD54-641F-4E2E-A3C1-3C72E24B0EC5}" destId="{D1704598-9996-445B-92FE-123ABC00F457}" srcOrd="2" destOrd="0" presId="urn:microsoft.com/office/officeart/2018/2/layout/IconVerticalSolidList"/>
    <dgm:cxn modelId="{540E8A01-7B04-4776-9219-FE02D3FF694E}" type="presParOf" srcId="{B55FDD54-641F-4E2E-A3C1-3C72E24B0EC5}" destId="{87F6C0C8-7E54-41C1-BBEA-EB1F19AA669A}" srcOrd="3" destOrd="0" presId="urn:microsoft.com/office/officeart/2018/2/layout/IconVerticalSolidList"/>
    <dgm:cxn modelId="{A11A12EA-A318-4715-986B-FC9AF038B370}" type="presParOf" srcId="{219BFACA-F3F2-4D6A-96AF-544DCA53653C}" destId="{CE31844B-D92D-4BA2-B7C4-1D8AF92AEC0C}" srcOrd="5" destOrd="0" presId="urn:microsoft.com/office/officeart/2018/2/layout/IconVerticalSolidList"/>
    <dgm:cxn modelId="{7491BD4D-575E-431F-B632-B48209FBFD73}" type="presParOf" srcId="{219BFACA-F3F2-4D6A-96AF-544DCA53653C}" destId="{78F365A9-590B-43AB-B229-0065D8D5B50E}" srcOrd="6" destOrd="0" presId="urn:microsoft.com/office/officeart/2018/2/layout/IconVerticalSolidList"/>
    <dgm:cxn modelId="{9D66C391-7DE1-49F3-A86A-04B3B61813E8}" type="presParOf" srcId="{78F365A9-590B-43AB-B229-0065D8D5B50E}" destId="{3356FD6E-F5A3-41B5-A64F-40683A551364}" srcOrd="0" destOrd="0" presId="urn:microsoft.com/office/officeart/2018/2/layout/IconVerticalSolidList"/>
    <dgm:cxn modelId="{7C7E58F7-1F9B-4AD2-B8E5-A37E3E825802}" type="presParOf" srcId="{78F365A9-590B-43AB-B229-0065D8D5B50E}" destId="{12C001E6-2663-4923-8A62-047425C71381}" srcOrd="1" destOrd="0" presId="urn:microsoft.com/office/officeart/2018/2/layout/IconVerticalSolidList"/>
    <dgm:cxn modelId="{0D359AA1-AD0D-4EA4-815F-48840F900991}" type="presParOf" srcId="{78F365A9-590B-43AB-B229-0065D8D5B50E}" destId="{700DE948-D02B-4E38-9A68-108A64EEF79B}" srcOrd="2" destOrd="0" presId="urn:microsoft.com/office/officeart/2018/2/layout/IconVerticalSolidList"/>
    <dgm:cxn modelId="{CDA15F4B-E2BE-41BF-9E20-4ED505070E19}" type="presParOf" srcId="{78F365A9-590B-43AB-B229-0065D8D5B50E}" destId="{DD8748A8-B82E-43CB-84EF-72FC6205E96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3FB7020-7C69-401D-857D-C77BA37091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D3C30C-6CCB-4F70-B4E7-8E13A6AEEE64}">
      <dgm:prSet/>
      <dgm:spPr/>
      <dgm:t>
        <a:bodyPr/>
        <a:lstStyle/>
        <a:p>
          <a:r>
            <a:rPr lang="en-GB"/>
            <a:t>GitHub’s built‑in CI/CD platform</a:t>
          </a:r>
          <a:endParaRPr lang="en-US"/>
        </a:p>
      </dgm:t>
    </dgm:pt>
    <dgm:pt modelId="{55B01F23-626E-4D6A-A4AA-F4FD2CB724CF}" type="parTrans" cxnId="{2BCFB684-C558-44D9-943E-A229055A7D26}">
      <dgm:prSet/>
      <dgm:spPr/>
      <dgm:t>
        <a:bodyPr/>
        <a:lstStyle/>
        <a:p>
          <a:endParaRPr lang="en-US"/>
        </a:p>
      </dgm:t>
    </dgm:pt>
    <dgm:pt modelId="{AF51A7B0-1061-4A41-9B5A-1913ABF807D7}" type="sibTrans" cxnId="{2BCFB684-C558-44D9-943E-A229055A7D26}">
      <dgm:prSet/>
      <dgm:spPr/>
      <dgm:t>
        <a:bodyPr/>
        <a:lstStyle/>
        <a:p>
          <a:endParaRPr lang="en-US"/>
        </a:p>
      </dgm:t>
    </dgm:pt>
    <dgm:pt modelId="{E36DF1E9-E3A4-4CEE-A095-F5086A55FB49}">
      <dgm:prSet/>
      <dgm:spPr/>
      <dgm:t>
        <a:bodyPr/>
        <a:lstStyle/>
        <a:p>
          <a:r>
            <a:rPr lang="en-GB"/>
            <a:t>Uses YAML workflows</a:t>
          </a:r>
          <a:endParaRPr lang="en-US"/>
        </a:p>
      </dgm:t>
    </dgm:pt>
    <dgm:pt modelId="{51ED778A-2254-4828-9D95-5FEE68AB70A8}" type="parTrans" cxnId="{75957C5C-D79F-4CEC-A96D-343365CE39A3}">
      <dgm:prSet/>
      <dgm:spPr/>
      <dgm:t>
        <a:bodyPr/>
        <a:lstStyle/>
        <a:p>
          <a:endParaRPr lang="en-US"/>
        </a:p>
      </dgm:t>
    </dgm:pt>
    <dgm:pt modelId="{0C88D8D7-6129-4B83-B22C-4386FEFD9C26}" type="sibTrans" cxnId="{75957C5C-D79F-4CEC-A96D-343365CE39A3}">
      <dgm:prSet/>
      <dgm:spPr/>
      <dgm:t>
        <a:bodyPr/>
        <a:lstStyle/>
        <a:p>
          <a:endParaRPr lang="en-US"/>
        </a:p>
      </dgm:t>
    </dgm:pt>
    <dgm:pt modelId="{EB3A28AD-7967-4A4B-9E92-2D06A666D67A}">
      <dgm:prSet/>
      <dgm:spPr/>
      <dgm:t>
        <a:bodyPr/>
        <a:lstStyle/>
        <a:p>
          <a:r>
            <a:rPr lang="en-GB"/>
            <a:t>Runs jobs on virtual machines</a:t>
          </a:r>
          <a:endParaRPr lang="en-US"/>
        </a:p>
      </dgm:t>
    </dgm:pt>
    <dgm:pt modelId="{717FFC8D-6BBA-4A6D-98EE-8A9FBEC0BA59}" type="parTrans" cxnId="{00B5FECE-2A02-45BB-B01C-2C454844AB8B}">
      <dgm:prSet/>
      <dgm:spPr/>
      <dgm:t>
        <a:bodyPr/>
        <a:lstStyle/>
        <a:p>
          <a:endParaRPr lang="en-US"/>
        </a:p>
      </dgm:t>
    </dgm:pt>
    <dgm:pt modelId="{50AC1A86-EF79-4D0A-9AB5-390167CCC9F1}" type="sibTrans" cxnId="{00B5FECE-2A02-45BB-B01C-2C454844AB8B}">
      <dgm:prSet/>
      <dgm:spPr/>
      <dgm:t>
        <a:bodyPr/>
        <a:lstStyle/>
        <a:p>
          <a:endParaRPr lang="en-US"/>
        </a:p>
      </dgm:t>
    </dgm:pt>
    <dgm:pt modelId="{D935BD00-AF41-4C22-BFA0-3880D62F8D2A}">
      <dgm:prSet/>
      <dgm:spPr/>
      <dgm:t>
        <a:bodyPr/>
        <a:lstStyle/>
        <a:p>
          <a:r>
            <a:rPr lang="en-GB"/>
            <a:t>Integrates tightly with GitHub repos</a:t>
          </a:r>
          <a:endParaRPr lang="en-US"/>
        </a:p>
      </dgm:t>
    </dgm:pt>
    <dgm:pt modelId="{F602A923-1661-486F-819E-B3D1C8E6ED6F}" type="parTrans" cxnId="{E3EA1624-F339-4C65-9A2B-75D0D54ABAAD}">
      <dgm:prSet/>
      <dgm:spPr/>
      <dgm:t>
        <a:bodyPr/>
        <a:lstStyle/>
        <a:p>
          <a:endParaRPr lang="en-US"/>
        </a:p>
      </dgm:t>
    </dgm:pt>
    <dgm:pt modelId="{9BA668FD-1B8D-417B-899E-B2840847D298}" type="sibTrans" cxnId="{E3EA1624-F339-4C65-9A2B-75D0D54ABAAD}">
      <dgm:prSet/>
      <dgm:spPr/>
      <dgm:t>
        <a:bodyPr/>
        <a:lstStyle/>
        <a:p>
          <a:endParaRPr lang="en-US"/>
        </a:p>
      </dgm:t>
    </dgm:pt>
    <dgm:pt modelId="{97CBAF4F-405B-4164-91E6-27C874FACCCC}" type="pres">
      <dgm:prSet presAssocID="{63FB7020-7C69-401D-857D-C77BA3709183}" presName="root" presStyleCnt="0">
        <dgm:presLayoutVars>
          <dgm:dir/>
          <dgm:resizeHandles val="exact"/>
        </dgm:presLayoutVars>
      </dgm:prSet>
      <dgm:spPr/>
    </dgm:pt>
    <dgm:pt modelId="{A655F46E-58F9-496B-86FA-187C74817DC7}" type="pres">
      <dgm:prSet presAssocID="{4CD3C30C-6CCB-4F70-B4E7-8E13A6AEEE64}" presName="compNode" presStyleCnt="0"/>
      <dgm:spPr/>
    </dgm:pt>
    <dgm:pt modelId="{D2C5E9B5-203B-43BA-8B1C-3F8072086FB0}" type="pres">
      <dgm:prSet presAssocID="{4CD3C30C-6CCB-4F70-B4E7-8E13A6AEEE64}" presName="bgRect" presStyleLbl="bgShp" presStyleIdx="0" presStyleCnt="4"/>
      <dgm:spPr/>
    </dgm:pt>
    <dgm:pt modelId="{56F6A64D-C89A-4572-80E6-3D00BB863642}" type="pres">
      <dgm:prSet presAssocID="{4CD3C30C-6CCB-4F70-B4E7-8E13A6AEEE6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BB858815-00AF-4AB9-8A7F-8CA1B3DE27B9}" type="pres">
      <dgm:prSet presAssocID="{4CD3C30C-6CCB-4F70-B4E7-8E13A6AEEE64}" presName="spaceRect" presStyleCnt="0"/>
      <dgm:spPr/>
    </dgm:pt>
    <dgm:pt modelId="{C0CC39E3-D0DC-49CE-AF84-6113D11EFA36}" type="pres">
      <dgm:prSet presAssocID="{4CD3C30C-6CCB-4F70-B4E7-8E13A6AEEE64}" presName="parTx" presStyleLbl="revTx" presStyleIdx="0" presStyleCnt="4">
        <dgm:presLayoutVars>
          <dgm:chMax val="0"/>
          <dgm:chPref val="0"/>
        </dgm:presLayoutVars>
      </dgm:prSet>
      <dgm:spPr/>
    </dgm:pt>
    <dgm:pt modelId="{3E3EBA3B-D937-434B-808F-B4BF383B6C8D}" type="pres">
      <dgm:prSet presAssocID="{AF51A7B0-1061-4A41-9B5A-1913ABF807D7}" presName="sibTrans" presStyleCnt="0"/>
      <dgm:spPr/>
    </dgm:pt>
    <dgm:pt modelId="{8BD2CD23-010E-4410-A3CE-2A5AC5BDCA2C}" type="pres">
      <dgm:prSet presAssocID="{E36DF1E9-E3A4-4CEE-A095-F5086A55FB49}" presName="compNode" presStyleCnt="0"/>
      <dgm:spPr/>
    </dgm:pt>
    <dgm:pt modelId="{BABA0B6E-0EEE-4C2B-A688-F1D901660D6F}" type="pres">
      <dgm:prSet presAssocID="{E36DF1E9-E3A4-4CEE-A095-F5086A55FB49}" presName="bgRect" presStyleLbl="bgShp" presStyleIdx="1" presStyleCnt="4"/>
      <dgm:spPr/>
    </dgm:pt>
    <dgm:pt modelId="{F7CAC2B1-EBAD-415E-8DB2-07AF0B27B742}" type="pres">
      <dgm:prSet presAssocID="{E36DF1E9-E3A4-4CEE-A095-F5086A55FB4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88E4F92-8260-469F-8DB4-63A6EA8B6540}" type="pres">
      <dgm:prSet presAssocID="{E36DF1E9-E3A4-4CEE-A095-F5086A55FB49}" presName="spaceRect" presStyleCnt="0"/>
      <dgm:spPr/>
    </dgm:pt>
    <dgm:pt modelId="{1A485535-7EF7-4E07-9B0A-E5709E5ADB8C}" type="pres">
      <dgm:prSet presAssocID="{E36DF1E9-E3A4-4CEE-A095-F5086A55FB49}" presName="parTx" presStyleLbl="revTx" presStyleIdx="1" presStyleCnt="4">
        <dgm:presLayoutVars>
          <dgm:chMax val="0"/>
          <dgm:chPref val="0"/>
        </dgm:presLayoutVars>
      </dgm:prSet>
      <dgm:spPr/>
    </dgm:pt>
    <dgm:pt modelId="{18B3C079-F33E-4923-9873-F6251DB279B8}" type="pres">
      <dgm:prSet presAssocID="{0C88D8D7-6129-4B83-B22C-4386FEFD9C26}" presName="sibTrans" presStyleCnt="0"/>
      <dgm:spPr/>
    </dgm:pt>
    <dgm:pt modelId="{61EDB82F-99A5-4130-970D-9513D631015E}" type="pres">
      <dgm:prSet presAssocID="{EB3A28AD-7967-4A4B-9E92-2D06A666D67A}" presName="compNode" presStyleCnt="0"/>
      <dgm:spPr/>
    </dgm:pt>
    <dgm:pt modelId="{BD1FDF27-3B7B-4F2D-ACC6-6C8D523BD49E}" type="pres">
      <dgm:prSet presAssocID="{EB3A28AD-7967-4A4B-9E92-2D06A666D67A}" presName="bgRect" presStyleLbl="bgShp" presStyleIdx="2" presStyleCnt="4"/>
      <dgm:spPr/>
    </dgm:pt>
    <dgm:pt modelId="{C3A4E9DC-E6D8-4A6D-AEAC-8897AC8049FA}" type="pres">
      <dgm:prSet presAssocID="{EB3A28AD-7967-4A4B-9E92-2D06A666D67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FADDD08-8390-4A91-A14A-F6A1703A251A}" type="pres">
      <dgm:prSet presAssocID="{EB3A28AD-7967-4A4B-9E92-2D06A666D67A}" presName="spaceRect" presStyleCnt="0"/>
      <dgm:spPr/>
    </dgm:pt>
    <dgm:pt modelId="{A3A7EBF8-D000-4DD6-A2C3-F9E8769B78C5}" type="pres">
      <dgm:prSet presAssocID="{EB3A28AD-7967-4A4B-9E92-2D06A666D67A}" presName="parTx" presStyleLbl="revTx" presStyleIdx="2" presStyleCnt="4">
        <dgm:presLayoutVars>
          <dgm:chMax val="0"/>
          <dgm:chPref val="0"/>
        </dgm:presLayoutVars>
      </dgm:prSet>
      <dgm:spPr/>
    </dgm:pt>
    <dgm:pt modelId="{AB95F51F-334D-46B1-8E57-A9E801BAE7F4}" type="pres">
      <dgm:prSet presAssocID="{50AC1A86-EF79-4D0A-9AB5-390167CCC9F1}" presName="sibTrans" presStyleCnt="0"/>
      <dgm:spPr/>
    </dgm:pt>
    <dgm:pt modelId="{78D93AD6-4205-4FDA-BBA3-FC9B7500A435}" type="pres">
      <dgm:prSet presAssocID="{D935BD00-AF41-4C22-BFA0-3880D62F8D2A}" presName="compNode" presStyleCnt="0"/>
      <dgm:spPr/>
    </dgm:pt>
    <dgm:pt modelId="{11B638B7-99E6-48B2-B709-10A695A20915}" type="pres">
      <dgm:prSet presAssocID="{D935BD00-AF41-4C22-BFA0-3880D62F8D2A}" presName="bgRect" presStyleLbl="bgShp" presStyleIdx="3" presStyleCnt="4"/>
      <dgm:spPr/>
    </dgm:pt>
    <dgm:pt modelId="{4C3D092E-C462-415B-9C88-5D1BEC90F5C8}" type="pres">
      <dgm:prSet presAssocID="{D935BD00-AF41-4C22-BFA0-3880D62F8D2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7B7F513B-4931-44D5-BA67-A0089551FAF5}" type="pres">
      <dgm:prSet presAssocID="{D935BD00-AF41-4C22-BFA0-3880D62F8D2A}" presName="spaceRect" presStyleCnt="0"/>
      <dgm:spPr/>
    </dgm:pt>
    <dgm:pt modelId="{1429E6C8-E110-4CB0-A9E4-A0817616CDF0}" type="pres">
      <dgm:prSet presAssocID="{D935BD00-AF41-4C22-BFA0-3880D62F8D2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3EA1624-F339-4C65-9A2B-75D0D54ABAAD}" srcId="{63FB7020-7C69-401D-857D-C77BA3709183}" destId="{D935BD00-AF41-4C22-BFA0-3880D62F8D2A}" srcOrd="3" destOrd="0" parTransId="{F602A923-1661-486F-819E-B3D1C8E6ED6F}" sibTransId="{9BA668FD-1B8D-417B-899E-B2840847D298}"/>
    <dgm:cxn modelId="{75957C5C-D79F-4CEC-A96D-343365CE39A3}" srcId="{63FB7020-7C69-401D-857D-C77BA3709183}" destId="{E36DF1E9-E3A4-4CEE-A095-F5086A55FB49}" srcOrd="1" destOrd="0" parTransId="{51ED778A-2254-4828-9D95-5FEE68AB70A8}" sibTransId="{0C88D8D7-6129-4B83-B22C-4386FEFD9C26}"/>
    <dgm:cxn modelId="{5AF5C381-C114-4FDC-9CD7-64B598D5B1AC}" type="presOf" srcId="{D935BD00-AF41-4C22-BFA0-3880D62F8D2A}" destId="{1429E6C8-E110-4CB0-A9E4-A0817616CDF0}" srcOrd="0" destOrd="0" presId="urn:microsoft.com/office/officeart/2018/2/layout/IconVerticalSolidList"/>
    <dgm:cxn modelId="{2BCFB684-C558-44D9-943E-A229055A7D26}" srcId="{63FB7020-7C69-401D-857D-C77BA3709183}" destId="{4CD3C30C-6CCB-4F70-B4E7-8E13A6AEEE64}" srcOrd="0" destOrd="0" parTransId="{55B01F23-626E-4D6A-A4AA-F4FD2CB724CF}" sibTransId="{AF51A7B0-1061-4A41-9B5A-1913ABF807D7}"/>
    <dgm:cxn modelId="{C6AAF093-F2D5-4A32-A96C-5EB00318F733}" type="presOf" srcId="{4CD3C30C-6CCB-4F70-B4E7-8E13A6AEEE64}" destId="{C0CC39E3-D0DC-49CE-AF84-6113D11EFA36}" srcOrd="0" destOrd="0" presId="urn:microsoft.com/office/officeart/2018/2/layout/IconVerticalSolidList"/>
    <dgm:cxn modelId="{247986BB-8F0E-4B79-B132-6613F3924EBF}" type="presOf" srcId="{EB3A28AD-7967-4A4B-9E92-2D06A666D67A}" destId="{A3A7EBF8-D000-4DD6-A2C3-F9E8769B78C5}" srcOrd="0" destOrd="0" presId="urn:microsoft.com/office/officeart/2018/2/layout/IconVerticalSolidList"/>
    <dgm:cxn modelId="{00B5FECE-2A02-45BB-B01C-2C454844AB8B}" srcId="{63FB7020-7C69-401D-857D-C77BA3709183}" destId="{EB3A28AD-7967-4A4B-9E92-2D06A666D67A}" srcOrd="2" destOrd="0" parTransId="{717FFC8D-6BBA-4A6D-98EE-8A9FBEC0BA59}" sibTransId="{50AC1A86-EF79-4D0A-9AB5-390167CCC9F1}"/>
    <dgm:cxn modelId="{B44E54D5-18D0-4C71-9AC5-97AB009FD3B2}" type="presOf" srcId="{E36DF1E9-E3A4-4CEE-A095-F5086A55FB49}" destId="{1A485535-7EF7-4E07-9B0A-E5709E5ADB8C}" srcOrd="0" destOrd="0" presId="urn:microsoft.com/office/officeart/2018/2/layout/IconVerticalSolidList"/>
    <dgm:cxn modelId="{092C7CE3-C884-4FCF-BAB6-D46322207E33}" type="presOf" srcId="{63FB7020-7C69-401D-857D-C77BA3709183}" destId="{97CBAF4F-405B-4164-91E6-27C874FACCCC}" srcOrd="0" destOrd="0" presId="urn:microsoft.com/office/officeart/2018/2/layout/IconVerticalSolidList"/>
    <dgm:cxn modelId="{56992007-BFC5-434A-9EF4-A28ED97A592A}" type="presParOf" srcId="{97CBAF4F-405B-4164-91E6-27C874FACCCC}" destId="{A655F46E-58F9-496B-86FA-187C74817DC7}" srcOrd="0" destOrd="0" presId="urn:microsoft.com/office/officeart/2018/2/layout/IconVerticalSolidList"/>
    <dgm:cxn modelId="{ACA9381F-984F-452F-823B-D92D6284D67B}" type="presParOf" srcId="{A655F46E-58F9-496B-86FA-187C74817DC7}" destId="{D2C5E9B5-203B-43BA-8B1C-3F8072086FB0}" srcOrd="0" destOrd="0" presId="urn:microsoft.com/office/officeart/2018/2/layout/IconVerticalSolidList"/>
    <dgm:cxn modelId="{C56B61EC-BABF-45EE-8BF9-D4FF84E1F804}" type="presParOf" srcId="{A655F46E-58F9-496B-86FA-187C74817DC7}" destId="{56F6A64D-C89A-4572-80E6-3D00BB863642}" srcOrd="1" destOrd="0" presId="urn:microsoft.com/office/officeart/2018/2/layout/IconVerticalSolidList"/>
    <dgm:cxn modelId="{E2DCAC36-DA37-4806-B5A8-332F8CBEEE99}" type="presParOf" srcId="{A655F46E-58F9-496B-86FA-187C74817DC7}" destId="{BB858815-00AF-4AB9-8A7F-8CA1B3DE27B9}" srcOrd="2" destOrd="0" presId="urn:microsoft.com/office/officeart/2018/2/layout/IconVerticalSolidList"/>
    <dgm:cxn modelId="{9306F56E-EB23-445C-A8A2-7490CAA4614C}" type="presParOf" srcId="{A655F46E-58F9-496B-86FA-187C74817DC7}" destId="{C0CC39E3-D0DC-49CE-AF84-6113D11EFA36}" srcOrd="3" destOrd="0" presId="urn:microsoft.com/office/officeart/2018/2/layout/IconVerticalSolidList"/>
    <dgm:cxn modelId="{4D8E3EAC-2FC1-4B53-90DA-73503F263122}" type="presParOf" srcId="{97CBAF4F-405B-4164-91E6-27C874FACCCC}" destId="{3E3EBA3B-D937-434B-808F-B4BF383B6C8D}" srcOrd="1" destOrd="0" presId="urn:microsoft.com/office/officeart/2018/2/layout/IconVerticalSolidList"/>
    <dgm:cxn modelId="{ADCE0A4A-3856-4448-8B50-711832A43B67}" type="presParOf" srcId="{97CBAF4F-405B-4164-91E6-27C874FACCCC}" destId="{8BD2CD23-010E-4410-A3CE-2A5AC5BDCA2C}" srcOrd="2" destOrd="0" presId="urn:microsoft.com/office/officeart/2018/2/layout/IconVerticalSolidList"/>
    <dgm:cxn modelId="{76D609B5-507A-4F24-AF2A-9D776DC117D7}" type="presParOf" srcId="{8BD2CD23-010E-4410-A3CE-2A5AC5BDCA2C}" destId="{BABA0B6E-0EEE-4C2B-A688-F1D901660D6F}" srcOrd="0" destOrd="0" presId="urn:microsoft.com/office/officeart/2018/2/layout/IconVerticalSolidList"/>
    <dgm:cxn modelId="{64AF5368-6EC3-4B8C-A18B-2E964CEE2F8A}" type="presParOf" srcId="{8BD2CD23-010E-4410-A3CE-2A5AC5BDCA2C}" destId="{F7CAC2B1-EBAD-415E-8DB2-07AF0B27B742}" srcOrd="1" destOrd="0" presId="urn:microsoft.com/office/officeart/2018/2/layout/IconVerticalSolidList"/>
    <dgm:cxn modelId="{B0F7B24F-1A9E-4B1B-984A-1E2B5769C529}" type="presParOf" srcId="{8BD2CD23-010E-4410-A3CE-2A5AC5BDCA2C}" destId="{588E4F92-8260-469F-8DB4-63A6EA8B6540}" srcOrd="2" destOrd="0" presId="urn:microsoft.com/office/officeart/2018/2/layout/IconVerticalSolidList"/>
    <dgm:cxn modelId="{66A41904-A4DD-4395-9B06-E420D311DA93}" type="presParOf" srcId="{8BD2CD23-010E-4410-A3CE-2A5AC5BDCA2C}" destId="{1A485535-7EF7-4E07-9B0A-E5709E5ADB8C}" srcOrd="3" destOrd="0" presId="urn:microsoft.com/office/officeart/2018/2/layout/IconVerticalSolidList"/>
    <dgm:cxn modelId="{4B4B1ACD-C6CD-4B9A-BE4D-DF0FD9942109}" type="presParOf" srcId="{97CBAF4F-405B-4164-91E6-27C874FACCCC}" destId="{18B3C079-F33E-4923-9873-F6251DB279B8}" srcOrd="3" destOrd="0" presId="urn:microsoft.com/office/officeart/2018/2/layout/IconVerticalSolidList"/>
    <dgm:cxn modelId="{CFEE2727-280C-4459-91C4-DF8F1C459845}" type="presParOf" srcId="{97CBAF4F-405B-4164-91E6-27C874FACCCC}" destId="{61EDB82F-99A5-4130-970D-9513D631015E}" srcOrd="4" destOrd="0" presId="urn:microsoft.com/office/officeart/2018/2/layout/IconVerticalSolidList"/>
    <dgm:cxn modelId="{FE7F5F8E-E40C-4105-8279-01B3393AA7AD}" type="presParOf" srcId="{61EDB82F-99A5-4130-970D-9513D631015E}" destId="{BD1FDF27-3B7B-4F2D-ACC6-6C8D523BD49E}" srcOrd="0" destOrd="0" presId="urn:microsoft.com/office/officeart/2018/2/layout/IconVerticalSolidList"/>
    <dgm:cxn modelId="{3664A97E-CF40-4625-8CCE-D21ADA57AF6B}" type="presParOf" srcId="{61EDB82F-99A5-4130-970D-9513D631015E}" destId="{C3A4E9DC-E6D8-4A6D-AEAC-8897AC8049FA}" srcOrd="1" destOrd="0" presId="urn:microsoft.com/office/officeart/2018/2/layout/IconVerticalSolidList"/>
    <dgm:cxn modelId="{6FFB2803-B727-4AA5-BF22-8A0FF9361F55}" type="presParOf" srcId="{61EDB82F-99A5-4130-970D-9513D631015E}" destId="{8FADDD08-8390-4A91-A14A-F6A1703A251A}" srcOrd="2" destOrd="0" presId="urn:microsoft.com/office/officeart/2018/2/layout/IconVerticalSolidList"/>
    <dgm:cxn modelId="{5180D7A0-FBC5-4522-9CE6-D7C7A82CD046}" type="presParOf" srcId="{61EDB82F-99A5-4130-970D-9513D631015E}" destId="{A3A7EBF8-D000-4DD6-A2C3-F9E8769B78C5}" srcOrd="3" destOrd="0" presId="urn:microsoft.com/office/officeart/2018/2/layout/IconVerticalSolidList"/>
    <dgm:cxn modelId="{FF58B0D9-A101-4122-BBDA-7A1577CE3EDC}" type="presParOf" srcId="{97CBAF4F-405B-4164-91E6-27C874FACCCC}" destId="{AB95F51F-334D-46B1-8E57-A9E801BAE7F4}" srcOrd="5" destOrd="0" presId="urn:microsoft.com/office/officeart/2018/2/layout/IconVerticalSolidList"/>
    <dgm:cxn modelId="{4F371722-23DC-4B4F-B898-04EFC1F53261}" type="presParOf" srcId="{97CBAF4F-405B-4164-91E6-27C874FACCCC}" destId="{78D93AD6-4205-4FDA-BBA3-FC9B7500A435}" srcOrd="6" destOrd="0" presId="urn:microsoft.com/office/officeart/2018/2/layout/IconVerticalSolidList"/>
    <dgm:cxn modelId="{261D95F7-04C6-4B1B-B2E2-08FF848E39AC}" type="presParOf" srcId="{78D93AD6-4205-4FDA-BBA3-FC9B7500A435}" destId="{11B638B7-99E6-48B2-B709-10A695A20915}" srcOrd="0" destOrd="0" presId="urn:microsoft.com/office/officeart/2018/2/layout/IconVerticalSolidList"/>
    <dgm:cxn modelId="{1244B74F-CAA5-4240-B945-77912FAA782E}" type="presParOf" srcId="{78D93AD6-4205-4FDA-BBA3-FC9B7500A435}" destId="{4C3D092E-C462-415B-9C88-5D1BEC90F5C8}" srcOrd="1" destOrd="0" presId="urn:microsoft.com/office/officeart/2018/2/layout/IconVerticalSolidList"/>
    <dgm:cxn modelId="{C31A1365-7B5C-4337-B068-705809D9195D}" type="presParOf" srcId="{78D93AD6-4205-4FDA-BBA3-FC9B7500A435}" destId="{7B7F513B-4931-44D5-BA67-A0089551FAF5}" srcOrd="2" destOrd="0" presId="urn:microsoft.com/office/officeart/2018/2/layout/IconVerticalSolidList"/>
    <dgm:cxn modelId="{471614CC-EF89-4EAF-8B64-1EFBBE5E1A3E}" type="presParOf" srcId="{78D93AD6-4205-4FDA-BBA3-FC9B7500A435}" destId="{1429E6C8-E110-4CB0-A9E4-A0817616CD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2C382AA-518D-4B28-87C1-287761B5BFB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7E712A9-4610-4F0E-87EB-B0E7E4D17A03}">
      <dgm:prSet/>
      <dgm:spPr/>
      <dgm:t>
        <a:bodyPr/>
        <a:lstStyle/>
        <a:p>
          <a:r>
            <a:rPr lang="en-GB" dirty="0"/>
            <a:t>Git manages your code</a:t>
          </a:r>
          <a:endParaRPr lang="en-US" dirty="0"/>
        </a:p>
      </dgm:t>
    </dgm:pt>
    <dgm:pt modelId="{F22818FA-B4FD-402C-9170-1A083172E9E1}" type="parTrans" cxnId="{005E2BD5-FFAE-4D58-ABE4-DAEB750BD9AA}">
      <dgm:prSet/>
      <dgm:spPr/>
      <dgm:t>
        <a:bodyPr/>
        <a:lstStyle/>
        <a:p>
          <a:endParaRPr lang="en-US"/>
        </a:p>
      </dgm:t>
    </dgm:pt>
    <dgm:pt modelId="{A8742512-24F5-4B38-84B4-E50045E16E9F}" type="sibTrans" cxnId="{005E2BD5-FFAE-4D58-ABE4-DAEB750BD9AA}">
      <dgm:prSet/>
      <dgm:spPr/>
      <dgm:t>
        <a:bodyPr/>
        <a:lstStyle/>
        <a:p>
          <a:endParaRPr lang="en-US"/>
        </a:p>
      </dgm:t>
    </dgm:pt>
    <dgm:pt modelId="{10102D8C-6C8A-4BBD-A44F-ADD3FD385D6E}">
      <dgm:prSet/>
      <dgm:spPr/>
      <dgm:t>
        <a:bodyPr/>
        <a:lstStyle/>
        <a:p>
          <a:r>
            <a:rPr lang="en-GB" dirty="0"/>
            <a:t>Testing ensures quality</a:t>
          </a:r>
          <a:endParaRPr lang="en-US" dirty="0"/>
        </a:p>
      </dgm:t>
    </dgm:pt>
    <dgm:pt modelId="{CB623CC8-D2B0-45EB-896E-B749C7CB72C6}" type="parTrans" cxnId="{A83B0B3C-D695-4BBF-8D23-E8BFB439A84A}">
      <dgm:prSet/>
      <dgm:spPr/>
      <dgm:t>
        <a:bodyPr/>
        <a:lstStyle/>
        <a:p>
          <a:endParaRPr lang="en-US"/>
        </a:p>
      </dgm:t>
    </dgm:pt>
    <dgm:pt modelId="{C1B4572F-7EA5-4700-A88A-3E72C9A0A2D3}" type="sibTrans" cxnId="{A83B0B3C-D695-4BBF-8D23-E8BFB439A84A}">
      <dgm:prSet/>
      <dgm:spPr/>
      <dgm:t>
        <a:bodyPr/>
        <a:lstStyle/>
        <a:p>
          <a:endParaRPr lang="en-US"/>
        </a:p>
      </dgm:t>
    </dgm:pt>
    <dgm:pt modelId="{8164A7DE-6EE4-4FCE-B127-C95EDC15A7DA}">
      <dgm:prSet/>
      <dgm:spPr/>
      <dgm:t>
        <a:bodyPr/>
        <a:lstStyle/>
        <a:p>
          <a:r>
            <a:rPr lang="en-GB" dirty="0"/>
            <a:t>CI pipelines automate checks</a:t>
          </a:r>
          <a:endParaRPr lang="en-US" dirty="0"/>
        </a:p>
      </dgm:t>
    </dgm:pt>
    <dgm:pt modelId="{6B8B2BD9-7CA1-421E-8B55-E3C1B74D2B09}" type="parTrans" cxnId="{67EAEB91-DF15-4F41-BF1A-CC0EAD7B3D2C}">
      <dgm:prSet/>
      <dgm:spPr/>
      <dgm:t>
        <a:bodyPr/>
        <a:lstStyle/>
        <a:p>
          <a:endParaRPr lang="en-US"/>
        </a:p>
      </dgm:t>
    </dgm:pt>
    <dgm:pt modelId="{9344AAA3-678F-41B4-AE4D-8F57AD21B4C3}" type="sibTrans" cxnId="{67EAEB91-DF15-4F41-BF1A-CC0EAD7B3D2C}">
      <dgm:prSet/>
      <dgm:spPr/>
      <dgm:t>
        <a:bodyPr/>
        <a:lstStyle/>
        <a:p>
          <a:endParaRPr lang="en-US"/>
        </a:p>
      </dgm:t>
    </dgm:pt>
    <dgm:pt modelId="{0711BB7B-0700-4D5D-A286-3D7DA2A0FBD5}">
      <dgm:prSet/>
      <dgm:spPr/>
      <dgm:t>
        <a:bodyPr/>
        <a:lstStyle/>
        <a:p>
          <a:r>
            <a:rPr lang="en-GB" dirty="0"/>
            <a:t>GitHub Actions deploys to the cloud</a:t>
          </a:r>
          <a:endParaRPr lang="en-US" dirty="0"/>
        </a:p>
      </dgm:t>
    </dgm:pt>
    <dgm:pt modelId="{EF7A2FC4-04AA-4909-98F1-3990D0D731A6}" type="parTrans" cxnId="{1E3028AA-431E-4C05-AF43-9B5192E7BFA8}">
      <dgm:prSet/>
      <dgm:spPr/>
      <dgm:t>
        <a:bodyPr/>
        <a:lstStyle/>
        <a:p>
          <a:endParaRPr lang="en-US"/>
        </a:p>
      </dgm:t>
    </dgm:pt>
    <dgm:pt modelId="{0AFADEFC-7414-4094-AD83-5E77473B0329}" type="sibTrans" cxnId="{1E3028AA-431E-4C05-AF43-9B5192E7BFA8}">
      <dgm:prSet/>
      <dgm:spPr/>
      <dgm:t>
        <a:bodyPr/>
        <a:lstStyle/>
        <a:p>
          <a:endParaRPr lang="en-US"/>
        </a:p>
      </dgm:t>
    </dgm:pt>
    <dgm:pt modelId="{EE5D672F-3CA1-45E3-A90B-4D2F18E8CA4E}">
      <dgm:prSet/>
      <dgm:spPr/>
      <dgm:t>
        <a:bodyPr/>
        <a:lstStyle/>
        <a:p>
          <a:r>
            <a:rPr lang="en-GB" dirty="0"/>
            <a:t>You now have a full delivery workflow</a:t>
          </a:r>
          <a:br>
            <a:rPr lang="en-GB" dirty="0"/>
          </a:br>
          <a:r>
            <a:rPr lang="en-GB" dirty="0">
              <a:solidFill>
                <a:schemeClr val="bg1"/>
              </a:solidFill>
            </a:rPr>
            <a:t>✔️</a:t>
          </a:r>
          <a:endParaRPr lang="en-US" dirty="0">
            <a:solidFill>
              <a:schemeClr val="bg1"/>
            </a:solidFill>
          </a:endParaRPr>
        </a:p>
      </dgm:t>
    </dgm:pt>
    <dgm:pt modelId="{8F722A28-8F2C-4D70-A660-1EC1257D7A10}" type="parTrans" cxnId="{02C03415-A324-4B35-801F-8D8E1D48B9AF}">
      <dgm:prSet/>
      <dgm:spPr/>
      <dgm:t>
        <a:bodyPr/>
        <a:lstStyle/>
        <a:p>
          <a:endParaRPr lang="en-US"/>
        </a:p>
      </dgm:t>
    </dgm:pt>
    <dgm:pt modelId="{68ACA0F6-F8A5-44B0-B301-DA2429F25A7A}" type="sibTrans" cxnId="{02C03415-A324-4B35-801F-8D8E1D48B9AF}">
      <dgm:prSet/>
      <dgm:spPr/>
      <dgm:t>
        <a:bodyPr/>
        <a:lstStyle/>
        <a:p>
          <a:endParaRPr lang="en-US"/>
        </a:p>
      </dgm:t>
    </dgm:pt>
    <dgm:pt modelId="{319097D3-31BF-4293-8FFE-DD9BD5F27756}" type="pres">
      <dgm:prSet presAssocID="{02C382AA-518D-4B28-87C1-287761B5BFB0}" presName="Name0" presStyleCnt="0">
        <dgm:presLayoutVars>
          <dgm:dir/>
          <dgm:resizeHandles val="exact"/>
        </dgm:presLayoutVars>
      </dgm:prSet>
      <dgm:spPr/>
    </dgm:pt>
    <dgm:pt modelId="{D9E91608-98B0-45D2-9CA8-A856685D8A66}" type="pres">
      <dgm:prSet presAssocID="{87E712A9-4610-4F0E-87EB-B0E7E4D17A03}" presName="node" presStyleLbl="node1" presStyleIdx="0" presStyleCnt="5">
        <dgm:presLayoutVars>
          <dgm:bulletEnabled val="1"/>
        </dgm:presLayoutVars>
      </dgm:prSet>
      <dgm:spPr/>
    </dgm:pt>
    <dgm:pt modelId="{FC62B995-83C4-40E2-AC55-321923EABDEA}" type="pres">
      <dgm:prSet presAssocID="{A8742512-24F5-4B38-84B4-E50045E16E9F}" presName="sibTrans" presStyleLbl="sibTrans1D1" presStyleIdx="0" presStyleCnt="4"/>
      <dgm:spPr/>
    </dgm:pt>
    <dgm:pt modelId="{BCA4E37C-88C9-4110-A91F-EDD31A27436C}" type="pres">
      <dgm:prSet presAssocID="{A8742512-24F5-4B38-84B4-E50045E16E9F}" presName="connectorText" presStyleLbl="sibTrans1D1" presStyleIdx="0" presStyleCnt="4"/>
      <dgm:spPr/>
    </dgm:pt>
    <dgm:pt modelId="{12BCE9D5-DEC2-4EAC-816F-DDD206E6BFF2}" type="pres">
      <dgm:prSet presAssocID="{10102D8C-6C8A-4BBD-A44F-ADD3FD385D6E}" presName="node" presStyleLbl="node1" presStyleIdx="1" presStyleCnt="5">
        <dgm:presLayoutVars>
          <dgm:bulletEnabled val="1"/>
        </dgm:presLayoutVars>
      </dgm:prSet>
      <dgm:spPr/>
    </dgm:pt>
    <dgm:pt modelId="{3C0A84CF-44B9-44E8-82BD-75C01C3ACE74}" type="pres">
      <dgm:prSet presAssocID="{C1B4572F-7EA5-4700-A88A-3E72C9A0A2D3}" presName="sibTrans" presStyleLbl="sibTrans1D1" presStyleIdx="1" presStyleCnt="4"/>
      <dgm:spPr/>
    </dgm:pt>
    <dgm:pt modelId="{3B4BDE31-D1BD-4279-B017-8F1558D2E188}" type="pres">
      <dgm:prSet presAssocID="{C1B4572F-7EA5-4700-A88A-3E72C9A0A2D3}" presName="connectorText" presStyleLbl="sibTrans1D1" presStyleIdx="1" presStyleCnt="4"/>
      <dgm:spPr/>
    </dgm:pt>
    <dgm:pt modelId="{546A42BC-52B8-4374-AFB7-D530565F9DC7}" type="pres">
      <dgm:prSet presAssocID="{8164A7DE-6EE4-4FCE-B127-C95EDC15A7DA}" presName="node" presStyleLbl="node1" presStyleIdx="2" presStyleCnt="5">
        <dgm:presLayoutVars>
          <dgm:bulletEnabled val="1"/>
        </dgm:presLayoutVars>
      </dgm:prSet>
      <dgm:spPr/>
    </dgm:pt>
    <dgm:pt modelId="{33E8D42D-03E6-4A2F-8A6C-F8FE35F305B7}" type="pres">
      <dgm:prSet presAssocID="{9344AAA3-678F-41B4-AE4D-8F57AD21B4C3}" presName="sibTrans" presStyleLbl="sibTrans1D1" presStyleIdx="2" presStyleCnt="4"/>
      <dgm:spPr/>
    </dgm:pt>
    <dgm:pt modelId="{0768FE0E-0AEA-43BC-A9D1-56DBAF29C2BE}" type="pres">
      <dgm:prSet presAssocID="{9344AAA3-678F-41B4-AE4D-8F57AD21B4C3}" presName="connectorText" presStyleLbl="sibTrans1D1" presStyleIdx="2" presStyleCnt="4"/>
      <dgm:spPr/>
    </dgm:pt>
    <dgm:pt modelId="{DEB31D9B-5D53-49A5-98BD-AEB0B354838A}" type="pres">
      <dgm:prSet presAssocID="{0711BB7B-0700-4D5D-A286-3D7DA2A0FBD5}" presName="node" presStyleLbl="node1" presStyleIdx="3" presStyleCnt="5">
        <dgm:presLayoutVars>
          <dgm:bulletEnabled val="1"/>
        </dgm:presLayoutVars>
      </dgm:prSet>
      <dgm:spPr/>
    </dgm:pt>
    <dgm:pt modelId="{D0F23BD5-CC93-410A-A45B-33E4E3BFCAE4}" type="pres">
      <dgm:prSet presAssocID="{0AFADEFC-7414-4094-AD83-5E77473B0329}" presName="sibTrans" presStyleLbl="sibTrans1D1" presStyleIdx="3" presStyleCnt="4"/>
      <dgm:spPr/>
    </dgm:pt>
    <dgm:pt modelId="{A11F25EC-57F6-4F4E-AB26-E01BE24F5EDB}" type="pres">
      <dgm:prSet presAssocID="{0AFADEFC-7414-4094-AD83-5E77473B0329}" presName="connectorText" presStyleLbl="sibTrans1D1" presStyleIdx="3" presStyleCnt="4"/>
      <dgm:spPr/>
    </dgm:pt>
    <dgm:pt modelId="{31DE9FB0-C852-45E6-914D-5930D9FAC95A}" type="pres">
      <dgm:prSet presAssocID="{EE5D672F-3CA1-45E3-A90B-4D2F18E8CA4E}" presName="node" presStyleLbl="node1" presStyleIdx="4" presStyleCnt="5">
        <dgm:presLayoutVars>
          <dgm:bulletEnabled val="1"/>
        </dgm:presLayoutVars>
      </dgm:prSet>
      <dgm:spPr/>
    </dgm:pt>
  </dgm:ptLst>
  <dgm:cxnLst>
    <dgm:cxn modelId="{B981BE08-4717-419D-A52F-C877E9C6C492}" type="presOf" srcId="{9344AAA3-678F-41B4-AE4D-8F57AD21B4C3}" destId="{33E8D42D-03E6-4A2F-8A6C-F8FE35F305B7}" srcOrd="0" destOrd="0" presId="urn:microsoft.com/office/officeart/2016/7/layout/RepeatingBendingProcessNew"/>
    <dgm:cxn modelId="{02C03415-A324-4B35-801F-8D8E1D48B9AF}" srcId="{02C382AA-518D-4B28-87C1-287761B5BFB0}" destId="{EE5D672F-3CA1-45E3-A90B-4D2F18E8CA4E}" srcOrd="4" destOrd="0" parTransId="{8F722A28-8F2C-4D70-A660-1EC1257D7A10}" sibTransId="{68ACA0F6-F8A5-44B0-B301-DA2429F25A7A}"/>
    <dgm:cxn modelId="{B456E21E-E52E-4346-A99C-1DFA2DE80958}" type="presOf" srcId="{C1B4572F-7EA5-4700-A88A-3E72C9A0A2D3}" destId="{3C0A84CF-44B9-44E8-82BD-75C01C3ACE74}" srcOrd="0" destOrd="0" presId="urn:microsoft.com/office/officeart/2016/7/layout/RepeatingBendingProcessNew"/>
    <dgm:cxn modelId="{6988162D-76EF-4E48-ABC2-924DCD054F54}" type="presOf" srcId="{0AFADEFC-7414-4094-AD83-5E77473B0329}" destId="{D0F23BD5-CC93-410A-A45B-33E4E3BFCAE4}" srcOrd="0" destOrd="0" presId="urn:microsoft.com/office/officeart/2016/7/layout/RepeatingBendingProcessNew"/>
    <dgm:cxn modelId="{70AA2E2D-DAB2-4C77-AED4-E5606C201915}" type="presOf" srcId="{9344AAA3-678F-41B4-AE4D-8F57AD21B4C3}" destId="{0768FE0E-0AEA-43BC-A9D1-56DBAF29C2BE}" srcOrd="1" destOrd="0" presId="urn:microsoft.com/office/officeart/2016/7/layout/RepeatingBendingProcessNew"/>
    <dgm:cxn modelId="{F037DE3A-E02D-4BE1-B38A-4389B260DEEA}" type="presOf" srcId="{A8742512-24F5-4B38-84B4-E50045E16E9F}" destId="{FC62B995-83C4-40E2-AC55-321923EABDEA}" srcOrd="0" destOrd="0" presId="urn:microsoft.com/office/officeart/2016/7/layout/RepeatingBendingProcessNew"/>
    <dgm:cxn modelId="{A83B0B3C-D695-4BBF-8D23-E8BFB439A84A}" srcId="{02C382AA-518D-4B28-87C1-287761B5BFB0}" destId="{10102D8C-6C8A-4BBD-A44F-ADD3FD385D6E}" srcOrd="1" destOrd="0" parTransId="{CB623CC8-D2B0-45EB-896E-B749C7CB72C6}" sibTransId="{C1B4572F-7EA5-4700-A88A-3E72C9A0A2D3}"/>
    <dgm:cxn modelId="{2BC2115F-3042-4D16-86BC-0DD9D4AB2DE3}" type="presOf" srcId="{0711BB7B-0700-4D5D-A286-3D7DA2A0FBD5}" destId="{DEB31D9B-5D53-49A5-98BD-AEB0B354838A}" srcOrd="0" destOrd="0" presId="urn:microsoft.com/office/officeart/2016/7/layout/RepeatingBendingProcessNew"/>
    <dgm:cxn modelId="{3377796A-6E0D-417F-86C2-FB0C57F2485F}" type="presOf" srcId="{EE5D672F-3CA1-45E3-A90B-4D2F18E8CA4E}" destId="{31DE9FB0-C852-45E6-914D-5930D9FAC95A}" srcOrd="0" destOrd="0" presId="urn:microsoft.com/office/officeart/2016/7/layout/RepeatingBendingProcessNew"/>
    <dgm:cxn modelId="{22DC138B-45E8-4B68-81FE-7E92CB699FF4}" type="presOf" srcId="{A8742512-24F5-4B38-84B4-E50045E16E9F}" destId="{BCA4E37C-88C9-4110-A91F-EDD31A27436C}" srcOrd="1" destOrd="0" presId="urn:microsoft.com/office/officeart/2016/7/layout/RepeatingBendingProcessNew"/>
    <dgm:cxn modelId="{67EAEB91-DF15-4F41-BF1A-CC0EAD7B3D2C}" srcId="{02C382AA-518D-4B28-87C1-287761B5BFB0}" destId="{8164A7DE-6EE4-4FCE-B127-C95EDC15A7DA}" srcOrd="2" destOrd="0" parTransId="{6B8B2BD9-7CA1-421E-8B55-E3C1B74D2B09}" sibTransId="{9344AAA3-678F-41B4-AE4D-8F57AD21B4C3}"/>
    <dgm:cxn modelId="{1E3028AA-431E-4C05-AF43-9B5192E7BFA8}" srcId="{02C382AA-518D-4B28-87C1-287761B5BFB0}" destId="{0711BB7B-0700-4D5D-A286-3D7DA2A0FBD5}" srcOrd="3" destOrd="0" parTransId="{EF7A2FC4-04AA-4909-98F1-3990D0D731A6}" sibTransId="{0AFADEFC-7414-4094-AD83-5E77473B0329}"/>
    <dgm:cxn modelId="{0E2ACEB1-39EC-440E-9B98-85FE9FBB8684}" type="presOf" srcId="{02C382AA-518D-4B28-87C1-287761B5BFB0}" destId="{319097D3-31BF-4293-8FFE-DD9BD5F27756}" srcOrd="0" destOrd="0" presId="urn:microsoft.com/office/officeart/2016/7/layout/RepeatingBendingProcessNew"/>
    <dgm:cxn modelId="{C1C6C0B9-81E7-4F70-A533-757CD8D94AD4}" type="presOf" srcId="{0AFADEFC-7414-4094-AD83-5E77473B0329}" destId="{A11F25EC-57F6-4F4E-AB26-E01BE24F5EDB}" srcOrd="1" destOrd="0" presId="urn:microsoft.com/office/officeart/2016/7/layout/RepeatingBendingProcessNew"/>
    <dgm:cxn modelId="{AA37A3C3-5147-4CE0-A03A-763A2153D833}" type="presOf" srcId="{C1B4572F-7EA5-4700-A88A-3E72C9A0A2D3}" destId="{3B4BDE31-D1BD-4279-B017-8F1558D2E188}" srcOrd="1" destOrd="0" presId="urn:microsoft.com/office/officeart/2016/7/layout/RepeatingBendingProcessNew"/>
    <dgm:cxn modelId="{005E2BD5-FFAE-4D58-ABE4-DAEB750BD9AA}" srcId="{02C382AA-518D-4B28-87C1-287761B5BFB0}" destId="{87E712A9-4610-4F0E-87EB-B0E7E4D17A03}" srcOrd="0" destOrd="0" parTransId="{F22818FA-B4FD-402C-9170-1A083172E9E1}" sibTransId="{A8742512-24F5-4B38-84B4-E50045E16E9F}"/>
    <dgm:cxn modelId="{4EC404E2-A860-4951-8B82-17FD1FC32374}" type="presOf" srcId="{8164A7DE-6EE4-4FCE-B127-C95EDC15A7DA}" destId="{546A42BC-52B8-4374-AFB7-D530565F9DC7}" srcOrd="0" destOrd="0" presId="urn:microsoft.com/office/officeart/2016/7/layout/RepeatingBendingProcessNew"/>
    <dgm:cxn modelId="{293B8AF2-0A6A-4E52-96D1-3E975AF0495B}" type="presOf" srcId="{10102D8C-6C8A-4BBD-A44F-ADD3FD385D6E}" destId="{12BCE9D5-DEC2-4EAC-816F-DDD206E6BFF2}" srcOrd="0" destOrd="0" presId="urn:microsoft.com/office/officeart/2016/7/layout/RepeatingBendingProcessNew"/>
    <dgm:cxn modelId="{FAA464F7-BB2B-4BA3-A845-5059A4B7AE8B}" type="presOf" srcId="{87E712A9-4610-4F0E-87EB-B0E7E4D17A03}" destId="{D9E91608-98B0-45D2-9CA8-A856685D8A66}" srcOrd="0" destOrd="0" presId="urn:microsoft.com/office/officeart/2016/7/layout/RepeatingBendingProcessNew"/>
    <dgm:cxn modelId="{6C162549-078B-4120-A9F2-D8D58560655C}" type="presParOf" srcId="{319097D3-31BF-4293-8FFE-DD9BD5F27756}" destId="{D9E91608-98B0-45D2-9CA8-A856685D8A66}" srcOrd="0" destOrd="0" presId="urn:microsoft.com/office/officeart/2016/7/layout/RepeatingBendingProcessNew"/>
    <dgm:cxn modelId="{A009027D-0765-4CE8-AD4C-DCF40FD6A1F1}" type="presParOf" srcId="{319097D3-31BF-4293-8FFE-DD9BD5F27756}" destId="{FC62B995-83C4-40E2-AC55-321923EABDEA}" srcOrd="1" destOrd="0" presId="urn:microsoft.com/office/officeart/2016/7/layout/RepeatingBendingProcessNew"/>
    <dgm:cxn modelId="{320D03BB-9222-40D6-A6B4-002EE44A5C3D}" type="presParOf" srcId="{FC62B995-83C4-40E2-AC55-321923EABDEA}" destId="{BCA4E37C-88C9-4110-A91F-EDD31A27436C}" srcOrd="0" destOrd="0" presId="urn:microsoft.com/office/officeart/2016/7/layout/RepeatingBendingProcessNew"/>
    <dgm:cxn modelId="{BBE95258-C4CE-45B8-BA0C-108D1976F31A}" type="presParOf" srcId="{319097D3-31BF-4293-8FFE-DD9BD5F27756}" destId="{12BCE9D5-DEC2-4EAC-816F-DDD206E6BFF2}" srcOrd="2" destOrd="0" presId="urn:microsoft.com/office/officeart/2016/7/layout/RepeatingBendingProcessNew"/>
    <dgm:cxn modelId="{45F87566-1301-4F0D-B9BC-9482C43971BD}" type="presParOf" srcId="{319097D3-31BF-4293-8FFE-DD9BD5F27756}" destId="{3C0A84CF-44B9-44E8-82BD-75C01C3ACE74}" srcOrd="3" destOrd="0" presId="urn:microsoft.com/office/officeart/2016/7/layout/RepeatingBendingProcessNew"/>
    <dgm:cxn modelId="{3FFAD2C2-057B-4C6A-BA8A-96A9B85A56F9}" type="presParOf" srcId="{3C0A84CF-44B9-44E8-82BD-75C01C3ACE74}" destId="{3B4BDE31-D1BD-4279-B017-8F1558D2E188}" srcOrd="0" destOrd="0" presId="urn:microsoft.com/office/officeart/2016/7/layout/RepeatingBendingProcessNew"/>
    <dgm:cxn modelId="{683FD440-B44C-47E3-AA99-DB88424A7040}" type="presParOf" srcId="{319097D3-31BF-4293-8FFE-DD9BD5F27756}" destId="{546A42BC-52B8-4374-AFB7-D530565F9DC7}" srcOrd="4" destOrd="0" presId="urn:microsoft.com/office/officeart/2016/7/layout/RepeatingBendingProcessNew"/>
    <dgm:cxn modelId="{B87336B9-58F3-418C-828E-0ED3E4876254}" type="presParOf" srcId="{319097D3-31BF-4293-8FFE-DD9BD5F27756}" destId="{33E8D42D-03E6-4A2F-8A6C-F8FE35F305B7}" srcOrd="5" destOrd="0" presId="urn:microsoft.com/office/officeart/2016/7/layout/RepeatingBendingProcessNew"/>
    <dgm:cxn modelId="{ECD3E073-9726-4714-B292-38001595F743}" type="presParOf" srcId="{33E8D42D-03E6-4A2F-8A6C-F8FE35F305B7}" destId="{0768FE0E-0AEA-43BC-A9D1-56DBAF29C2BE}" srcOrd="0" destOrd="0" presId="urn:microsoft.com/office/officeart/2016/7/layout/RepeatingBendingProcessNew"/>
    <dgm:cxn modelId="{3386AD0C-F73D-4338-9C6B-9FACCF9EFF30}" type="presParOf" srcId="{319097D3-31BF-4293-8FFE-DD9BD5F27756}" destId="{DEB31D9B-5D53-49A5-98BD-AEB0B354838A}" srcOrd="6" destOrd="0" presId="urn:microsoft.com/office/officeart/2016/7/layout/RepeatingBendingProcessNew"/>
    <dgm:cxn modelId="{9C16B669-A622-4964-A8BB-920B4B6CCAE7}" type="presParOf" srcId="{319097D3-31BF-4293-8FFE-DD9BD5F27756}" destId="{D0F23BD5-CC93-410A-A45B-33E4E3BFCAE4}" srcOrd="7" destOrd="0" presId="urn:microsoft.com/office/officeart/2016/7/layout/RepeatingBendingProcessNew"/>
    <dgm:cxn modelId="{87F2703C-3740-42CA-9CAC-3B09FAF8789C}" type="presParOf" srcId="{D0F23BD5-CC93-410A-A45B-33E4E3BFCAE4}" destId="{A11F25EC-57F6-4F4E-AB26-E01BE24F5EDB}" srcOrd="0" destOrd="0" presId="urn:microsoft.com/office/officeart/2016/7/layout/RepeatingBendingProcessNew"/>
    <dgm:cxn modelId="{29ECF22B-CFA1-4114-BE76-9AFC26B32ACF}" type="presParOf" srcId="{319097D3-31BF-4293-8FFE-DD9BD5F27756}" destId="{31DE9FB0-C852-45E6-914D-5930D9FAC95A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992496C-3D97-4DD0-909C-AABD622E44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GB"/>
        </a:p>
      </dgm:t>
    </dgm:pt>
    <dgm:pt modelId="{12A9F5C5-AA0E-4CAC-A861-CB815C34CFA9}">
      <dgm:prSet/>
      <dgm:spPr/>
      <dgm:t>
        <a:bodyPr spcFirstLastPara="0" vert="horz" wrap="square" lIns="83820" tIns="83820" rIns="83820" bIns="83820" numCol="1" spcCol="1270" anchor="ctr" anchorCtr="0"/>
        <a:lstStyle/>
        <a:p>
          <a:pPr>
            <a:lnSpc>
              <a:spcPct val="100000"/>
            </a:lnSpc>
          </a:pPr>
          <a:r>
            <a:rPr lang="en-GB" b="0" i="0"/>
            <a:t>Timings      </a:t>
          </a:r>
          <a:endParaRPr lang="en-GB" kern="1200">
            <a:latin typeface="Figtree"/>
            <a:ea typeface="+mn-ea"/>
            <a:cs typeface="+mn-cs"/>
          </a:endParaRPr>
        </a:p>
      </dgm:t>
    </dgm:pt>
    <dgm:pt modelId="{D842FE16-6F10-4124-8419-AC0D90F95AC3}" type="parTrans" cxnId="{C421789F-026F-47D8-9679-7563BFAE5922}">
      <dgm:prSet/>
      <dgm:spPr/>
      <dgm:t>
        <a:bodyPr/>
        <a:lstStyle/>
        <a:p>
          <a:endParaRPr lang="en-GB" sz="2800"/>
        </a:p>
      </dgm:t>
    </dgm:pt>
    <dgm:pt modelId="{954062A1-01E3-418D-8C5D-01234156F275}" type="sibTrans" cxnId="{C421789F-026F-47D8-9679-7563BFAE5922}">
      <dgm:prSet/>
      <dgm:spPr/>
      <dgm:t>
        <a:bodyPr/>
        <a:lstStyle/>
        <a:p>
          <a:endParaRPr lang="en-GB"/>
        </a:p>
      </dgm:t>
    </dgm:pt>
    <dgm:pt modelId="{A41A42C6-A871-4CD7-A41D-7852FCC58AD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dirty="0"/>
            <a:t>Breaks       </a:t>
          </a:r>
          <a:endParaRPr lang="en-GB" dirty="0"/>
        </a:p>
      </dgm:t>
    </dgm:pt>
    <dgm:pt modelId="{0E80DF41-75BB-436B-A438-37E4FBC86C49}" type="parTrans" cxnId="{D3F500E5-6A70-4CC6-8DE8-94E882B95086}">
      <dgm:prSet/>
      <dgm:spPr/>
      <dgm:t>
        <a:bodyPr/>
        <a:lstStyle/>
        <a:p>
          <a:endParaRPr lang="en-GB" sz="2800"/>
        </a:p>
      </dgm:t>
    </dgm:pt>
    <dgm:pt modelId="{6EE35359-C192-444A-9D3A-F3ABB73A5E61}" type="sibTrans" cxnId="{D3F500E5-6A70-4CC6-8DE8-94E882B95086}">
      <dgm:prSet/>
      <dgm:spPr/>
      <dgm:t>
        <a:bodyPr/>
        <a:lstStyle/>
        <a:p>
          <a:endParaRPr lang="en-GB"/>
        </a:p>
      </dgm:t>
    </dgm:pt>
    <dgm:pt modelId="{E4116C2F-9860-46DD-9B56-7E5BE7A54FD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Lunch       </a:t>
          </a:r>
          <a:endParaRPr lang="en-GB"/>
        </a:p>
      </dgm:t>
    </dgm:pt>
    <dgm:pt modelId="{8AE65188-BE2E-4030-A073-B56F4D9E2DE9}" type="parTrans" cxnId="{C42AC6E1-9F22-4E1C-9018-8FC8331107E4}">
      <dgm:prSet/>
      <dgm:spPr/>
      <dgm:t>
        <a:bodyPr/>
        <a:lstStyle/>
        <a:p>
          <a:endParaRPr lang="en-GB" sz="2800"/>
        </a:p>
      </dgm:t>
    </dgm:pt>
    <dgm:pt modelId="{B410F650-831F-4A12-AF90-133AEFF50D9A}" type="sibTrans" cxnId="{C42AC6E1-9F22-4E1C-9018-8FC8331107E4}">
      <dgm:prSet/>
      <dgm:spPr/>
      <dgm:t>
        <a:bodyPr/>
        <a:lstStyle/>
        <a:p>
          <a:endParaRPr lang="en-GB"/>
        </a:p>
      </dgm:t>
    </dgm:pt>
    <dgm:pt modelId="{DB724878-9094-4557-B943-35D9DEC80D1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Fire exit     </a:t>
          </a:r>
        </a:p>
      </dgm:t>
    </dgm:pt>
    <dgm:pt modelId="{2FB137F0-7712-48C8-9155-48BC7FDEFF00}" type="parTrans" cxnId="{5E1E1025-98E6-4B38-B1E6-0D682D552BAC}">
      <dgm:prSet/>
      <dgm:spPr/>
      <dgm:t>
        <a:bodyPr/>
        <a:lstStyle/>
        <a:p>
          <a:endParaRPr lang="en-GB"/>
        </a:p>
      </dgm:t>
    </dgm:pt>
    <dgm:pt modelId="{1F29A6CE-1B17-490C-B079-19E41C9B0905}" type="sibTrans" cxnId="{5E1E1025-98E6-4B38-B1E6-0D682D552BAC}">
      <dgm:prSet/>
      <dgm:spPr/>
      <dgm:t>
        <a:bodyPr/>
        <a:lstStyle/>
        <a:p>
          <a:endParaRPr lang="en-GB"/>
        </a:p>
      </dgm:t>
    </dgm:pt>
    <dgm:pt modelId="{A210F412-0E1F-461A-9445-3908B317B437}" type="pres">
      <dgm:prSet presAssocID="{4992496C-3D97-4DD0-909C-AABD622E4400}" presName="root" presStyleCnt="0">
        <dgm:presLayoutVars>
          <dgm:dir/>
          <dgm:resizeHandles val="exact"/>
        </dgm:presLayoutVars>
      </dgm:prSet>
      <dgm:spPr/>
    </dgm:pt>
    <dgm:pt modelId="{749FAA0F-EEAF-4A7A-8038-4281D4E4CCD8}" type="pres">
      <dgm:prSet presAssocID="{12A9F5C5-AA0E-4CAC-A861-CB815C34CFA9}" presName="compNode" presStyleCnt="0"/>
      <dgm:spPr/>
    </dgm:pt>
    <dgm:pt modelId="{FF1A7C1D-6BB6-4F0F-9571-CE22018BADE2}" type="pres">
      <dgm:prSet presAssocID="{12A9F5C5-AA0E-4CAC-A861-CB815C34CFA9}" presName="bgRect" presStyleLbl="bgShp" presStyleIdx="0" presStyleCnt="4"/>
      <dgm:spPr/>
    </dgm:pt>
    <dgm:pt modelId="{2AE896E3-A78F-49A9-B182-F60AEA527804}" type="pres">
      <dgm:prSet presAssocID="{12A9F5C5-AA0E-4CAC-A861-CB815C34CFA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1946577-9523-42E3-8C10-9723BFAB6AAD}" type="pres">
      <dgm:prSet presAssocID="{12A9F5C5-AA0E-4CAC-A861-CB815C34CFA9}" presName="spaceRect" presStyleCnt="0"/>
      <dgm:spPr/>
    </dgm:pt>
    <dgm:pt modelId="{8BC62F12-791C-4EC1-A81F-9F3CB28B7F68}" type="pres">
      <dgm:prSet presAssocID="{12A9F5C5-AA0E-4CAC-A861-CB815C34CFA9}" presName="parTx" presStyleLbl="revTx" presStyleIdx="0" presStyleCnt="4">
        <dgm:presLayoutVars>
          <dgm:chMax val="0"/>
          <dgm:chPref val="0"/>
        </dgm:presLayoutVars>
      </dgm:prSet>
      <dgm:spPr/>
    </dgm:pt>
    <dgm:pt modelId="{BA40A85B-E9F8-4AE1-8D98-F6431D0C0B3A}" type="pres">
      <dgm:prSet presAssocID="{954062A1-01E3-418D-8C5D-01234156F275}" presName="sibTrans" presStyleCnt="0"/>
      <dgm:spPr/>
    </dgm:pt>
    <dgm:pt modelId="{5C5098F8-1562-42DF-9F72-16D8AB5E0678}" type="pres">
      <dgm:prSet presAssocID="{A41A42C6-A871-4CD7-A41D-7852FCC58AD3}" presName="compNode" presStyleCnt="0"/>
      <dgm:spPr/>
    </dgm:pt>
    <dgm:pt modelId="{3EB11E74-FC79-4770-AE96-EBF44040613F}" type="pres">
      <dgm:prSet presAssocID="{A41A42C6-A871-4CD7-A41D-7852FCC58AD3}" presName="bgRect" presStyleLbl="bgShp" presStyleIdx="1" presStyleCnt="4"/>
      <dgm:spPr/>
    </dgm:pt>
    <dgm:pt modelId="{6C417660-F652-402C-B882-E144E90D9F8B}" type="pres">
      <dgm:prSet presAssocID="{A41A42C6-A871-4CD7-A41D-7852FCC58AD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"/>
        </a:ext>
      </dgm:extLst>
    </dgm:pt>
    <dgm:pt modelId="{0F8C4F07-62D6-4E34-A533-2C364EABAEAF}" type="pres">
      <dgm:prSet presAssocID="{A41A42C6-A871-4CD7-A41D-7852FCC58AD3}" presName="spaceRect" presStyleCnt="0"/>
      <dgm:spPr/>
    </dgm:pt>
    <dgm:pt modelId="{E86138D5-E9AE-4ECE-9987-172297258D88}" type="pres">
      <dgm:prSet presAssocID="{A41A42C6-A871-4CD7-A41D-7852FCC58AD3}" presName="parTx" presStyleLbl="revTx" presStyleIdx="1" presStyleCnt="4">
        <dgm:presLayoutVars>
          <dgm:chMax val="0"/>
          <dgm:chPref val="0"/>
        </dgm:presLayoutVars>
      </dgm:prSet>
      <dgm:spPr/>
    </dgm:pt>
    <dgm:pt modelId="{3985F927-8834-4F87-914F-FB0D3B81E47E}" type="pres">
      <dgm:prSet presAssocID="{6EE35359-C192-444A-9D3A-F3ABB73A5E61}" presName="sibTrans" presStyleCnt="0"/>
      <dgm:spPr/>
    </dgm:pt>
    <dgm:pt modelId="{9CA9A13B-9588-43D4-8177-2A035E3F98C8}" type="pres">
      <dgm:prSet presAssocID="{E4116C2F-9860-46DD-9B56-7E5BE7A54FDD}" presName="compNode" presStyleCnt="0"/>
      <dgm:spPr/>
    </dgm:pt>
    <dgm:pt modelId="{796A617C-5563-416B-AAE8-B3FF74DE0E41}" type="pres">
      <dgm:prSet presAssocID="{E4116C2F-9860-46DD-9B56-7E5BE7A54FDD}" presName="bgRect" presStyleLbl="bgShp" presStyleIdx="2" presStyleCnt="4"/>
      <dgm:spPr/>
    </dgm:pt>
    <dgm:pt modelId="{8EAFB936-C37A-4A81-B8EF-5AB15FC74219}" type="pres">
      <dgm:prSet presAssocID="{E4116C2F-9860-46DD-9B56-7E5BE7A54FD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CC194BF9-ABDF-4474-92F2-1135B0AAFE8C}" type="pres">
      <dgm:prSet presAssocID="{E4116C2F-9860-46DD-9B56-7E5BE7A54FDD}" presName="spaceRect" presStyleCnt="0"/>
      <dgm:spPr/>
    </dgm:pt>
    <dgm:pt modelId="{77B57D01-4055-4197-ADC4-27A46A3BD7DD}" type="pres">
      <dgm:prSet presAssocID="{E4116C2F-9860-46DD-9B56-7E5BE7A54FDD}" presName="parTx" presStyleLbl="revTx" presStyleIdx="2" presStyleCnt="4">
        <dgm:presLayoutVars>
          <dgm:chMax val="0"/>
          <dgm:chPref val="0"/>
        </dgm:presLayoutVars>
      </dgm:prSet>
      <dgm:spPr/>
    </dgm:pt>
    <dgm:pt modelId="{B1EF4E33-A6DE-44F8-AB2E-AA55D4595F0C}" type="pres">
      <dgm:prSet presAssocID="{B410F650-831F-4A12-AF90-133AEFF50D9A}" presName="sibTrans" presStyleCnt="0"/>
      <dgm:spPr/>
    </dgm:pt>
    <dgm:pt modelId="{37E4292C-8003-49DB-941E-4D5787C21591}" type="pres">
      <dgm:prSet presAssocID="{DB724878-9094-4557-B943-35D9DEC80D16}" presName="compNode" presStyleCnt="0"/>
      <dgm:spPr/>
    </dgm:pt>
    <dgm:pt modelId="{C19AA37F-2669-4020-99EC-768B01382BDB}" type="pres">
      <dgm:prSet presAssocID="{DB724878-9094-4557-B943-35D9DEC80D16}" presName="bgRect" presStyleLbl="bgShp" presStyleIdx="3" presStyleCnt="4"/>
      <dgm:spPr/>
    </dgm:pt>
    <dgm:pt modelId="{6FA327FF-3A12-47F8-B340-B20AF51EB29C}" type="pres">
      <dgm:prSet presAssocID="{DB724878-9094-4557-B943-35D9DEC80D1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0F36990B-1428-4CED-89D9-25012C8CD090}" type="pres">
      <dgm:prSet presAssocID="{DB724878-9094-4557-B943-35D9DEC80D16}" presName="spaceRect" presStyleCnt="0"/>
      <dgm:spPr/>
    </dgm:pt>
    <dgm:pt modelId="{7D0E8F03-3E70-4274-884B-E63893941DCC}" type="pres">
      <dgm:prSet presAssocID="{DB724878-9094-4557-B943-35D9DEC80D1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E1E1025-98E6-4B38-B1E6-0D682D552BAC}" srcId="{4992496C-3D97-4DD0-909C-AABD622E4400}" destId="{DB724878-9094-4557-B943-35D9DEC80D16}" srcOrd="3" destOrd="0" parTransId="{2FB137F0-7712-48C8-9155-48BC7FDEFF00}" sibTransId="{1F29A6CE-1B17-490C-B079-19E41C9B0905}"/>
    <dgm:cxn modelId="{07A13C7F-3B9B-4B58-8BEF-6FF433930A7A}" type="presOf" srcId="{E4116C2F-9860-46DD-9B56-7E5BE7A54FDD}" destId="{77B57D01-4055-4197-ADC4-27A46A3BD7DD}" srcOrd="0" destOrd="0" presId="urn:microsoft.com/office/officeart/2018/2/layout/IconVerticalSolidList"/>
    <dgm:cxn modelId="{E4321991-420C-443C-905B-B1EC8459BE8E}" type="presOf" srcId="{12A9F5C5-AA0E-4CAC-A861-CB815C34CFA9}" destId="{8BC62F12-791C-4EC1-A81F-9F3CB28B7F68}" srcOrd="0" destOrd="0" presId="urn:microsoft.com/office/officeart/2018/2/layout/IconVerticalSolidList"/>
    <dgm:cxn modelId="{12A68A98-1355-4797-BCF1-898E216167CE}" type="presOf" srcId="{DB724878-9094-4557-B943-35D9DEC80D16}" destId="{7D0E8F03-3E70-4274-884B-E63893941DCC}" srcOrd="0" destOrd="0" presId="urn:microsoft.com/office/officeart/2018/2/layout/IconVerticalSolidList"/>
    <dgm:cxn modelId="{C421789F-026F-47D8-9679-7563BFAE5922}" srcId="{4992496C-3D97-4DD0-909C-AABD622E4400}" destId="{12A9F5C5-AA0E-4CAC-A861-CB815C34CFA9}" srcOrd="0" destOrd="0" parTransId="{D842FE16-6F10-4124-8419-AC0D90F95AC3}" sibTransId="{954062A1-01E3-418D-8C5D-01234156F275}"/>
    <dgm:cxn modelId="{C42AC6E1-9F22-4E1C-9018-8FC8331107E4}" srcId="{4992496C-3D97-4DD0-909C-AABD622E4400}" destId="{E4116C2F-9860-46DD-9B56-7E5BE7A54FDD}" srcOrd="2" destOrd="0" parTransId="{8AE65188-BE2E-4030-A073-B56F4D9E2DE9}" sibTransId="{B410F650-831F-4A12-AF90-133AEFF50D9A}"/>
    <dgm:cxn modelId="{F118C1E3-796C-4E4F-95BC-1C83ED950053}" type="presOf" srcId="{A41A42C6-A871-4CD7-A41D-7852FCC58AD3}" destId="{E86138D5-E9AE-4ECE-9987-172297258D88}" srcOrd="0" destOrd="0" presId="urn:microsoft.com/office/officeart/2018/2/layout/IconVerticalSolidList"/>
    <dgm:cxn modelId="{D3F500E5-6A70-4CC6-8DE8-94E882B95086}" srcId="{4992496C-3D97-4DD0-909C-AABD622E4400}" destId="{A41A42C6-A871-4CD7-A41D-7852FCC58AD3}" srcOrd="1" destOrd="0" parTransId="{0E80DF41-75BB-436B-A438-37E4FBC86C49}" sibTransId="{6EE35359-C192-444A-9D3A-F3ABB73A5E61}"/>
    <dgm:cxn modelId="{9F82F5F3-ED38-418C-960A-8F38BF701B6E}" type="presOf" srcId="{4992496C-3D97-4DD0-909C-AABD622E4400}" destId="{A210F412-0E1F-461A-9445-3908B317B437}" srcOrd="0" destOrd="0" presId="urn:microsoft.com/office/officeart/2018/2/layout/IconVerticalSolidList"/>
    <dgm:cxn modelId="{291C7305-B4ED-4194-B6E5-07685D3BEFD0}" type="presParOf" srcId="{A210F412-0E1F-461A-9445-3908B317B437}" destId="{749FAA0F-EEAF-4A7A-8038-4281D4E4CCD8}" srcOrd="0" destOrd="0" presId="urn:microsoft.com/office/officeart/2018/2/layout/IconVerticalSolidList"/>
    <dgm:cxn modelId="{F58B62A1-48A3-4EC8-9E4E-DB1DC7D9ED19}" type="presParOf" srcId="{749FAA0F-EEAF-4A7A-8038-4281D4E4CCD8}" destId="{FF1A7C1D-6BB6-4F0F-9571-CE22018BADE2}" srcOrd="0" destOrd="0" presId="urn:microsoft.com/office/officeart/2018/2/layout/IconVerticalSolidList"/>
    <dgm:cxn modelId="{C9DD8F34-99AB-4559-A3E8-85C99C2884B7}" type="presParOf" srcId="{749FAA0F-EEAF-4A7A-8038-4281D4E4CCD8}" destId="{2AE896E3-A78F-49A9-B182-F60AEA527804}" srcOrd="1" destOrd="0" presId="urn:microsoft.com/office/officeart/2018/2/layout/IconVerticalSolidList"/>
    <dgm:cxn modelId="{C2C0B880-0482-46F5-9321-7C618BB94572}" type="presParOf" srcId="{749FAA0F-EEAF-4A7A-8038-4281D4E4CCD8}" destId="{81946577-9523-42E3-8C10-9723BFAB6AAD}" srcOrd="2" destOrd="0" presId="urn:microsoft.com/office/officeart/2018/2/layout/IconVerticalSolidList"/>
    <dgm:cxn modelId="{F20AD935-C10F-4951-9548-382266B7C28F}" type="presParOf" srcId="{749FAA0F-EEAF-4A7A-8038-4281D4E4CCD8}" destId="{8BC62F12-791C-4EC1-A81F-9F3CB28B7F68}" srcOrd="3" destOrd="0" presId="urn:microsoft.com/office/officeart/2018/2/layout/IconVerticalSolidList"/>
    <dgm:cxn modelId="{4B24024B-037F-4322-A594-CB275530A392}" type="presParOf" srcId="{A210F412-0E1F-461A-9445-3908B317B437}" destId="{BA40A85B-E9F8-4AE1-8D98-F6431D0C0B3A}" srcOrd="1" destOrd="0" presId="urn:microsoft.com/office/officeart/2018/2/layout/IconVerticalSolidList"/>
    <dgm:cxn modelId="{885BEADE-B7EE-4251-8EDA-0FE958E1ED44}" type="presParOf" srcId="{A210F412-0E1F-461A-9445-3908B317B437}" destId="{5C5098F8-1562-42DF-9F72-16D8AB5E0678}" srcOrd="2" destOrd="0" presId="urn:microsoft.com/office/officeart/2018/2/layout/IconVerticalSolidList"/>
    <dgm:cxn modelId="{9807BDFE-6A3B-4DF1-A72F-E3836AD6FFA1}" type="presParOf" srcId="{5C5098F8-1562-42DF-9F72-16D8AB5E0678}" destId="{3EB11E74-FC79-4770-AE96-EBF44040613F}" srcOrd="0" destOrd="0" presId="urn:microsoft.com/office/officeart/2018/2/layout/IconVerticalSolidList"/>
    <dgm:cxn modelId="{C4F2BCB2-7B0D-484E-BEDD-3F5A2669F640}" type="presParOf" srcId="{5C5098F8-1562-42DF-9F72-16D8AB5E0678}" destId="{6C417660-F652-402C-B882-E144E90D9F8B}" srcOrd="1" destOrd="0" presId="urn:microsoft.com/office/officeart/2018/2/layout/IconVerticalSolidList"/>
    <dgm:cxn modelId="{9ECF4479-F153-4A16-81E3-5DA0E2F4B076}" type="presParOf" srcId="{5C5098F8-1562-42DF-9F72-16D8AB5E0678}" destId="{0F8C4F07-62D6-4E34-A533-2C364EABAEAF}" srcOrd="2" destOrd="0" presId="urn:microsoft.com/office/officeart/2018/2/layout/IconVerticalSolidList"/>
    <dgm:cxn modelId="{EEEA0820-3345-4B27-B649-FFB0D2BE5656}" type="presParOf" srcId="{5C5098F8-1562-42DF-9F72-16D8AB5E0678}" destId="{E86138D5-E9AE-4ECE-9987-172297258D88}" srcOrd="3" destOrd="0" presId="urn:microsoft.com/office/officeart/2018/2/layout/IconVerticalSolidList"/>
    <dgm:cxn modelId="{DD0EAD47-5A71-48D8-8CFB-F10888C68E9D}" type="presParOf" srcId="{A210F412-0E1F-461A-9445-3908B317B437}" destId="{3985F927-8834-4F87-914F-FB0D3B81E47E}" srcOrd="3" destOrd="0" presId="urn:microsoft.com/office/officeart/2018/2/layout/IconVerticalSolidList"/>
    <dgm:cxn modelId="{8AF2829D-A2CF-4A8B-B4BE-BB3283189532}" type="presParOf" srcId="{A210F412-0E1F-461A-9445-3908B317B437}" destId="{9CA9A13B-9588-43D4-8177-2A035E3F98C8}" srcOrd="4" destOrd="0" presId="urn:microsoft.com/office/officeart/2018/2/layout/IconVerticalSolidList"/>
    <dgm:cxn modelId="{B19473B7-992A-44B0-A999-B3E7C6403163}" type="presParOf" srcId="{9CA9A13B-9588-43D4-8177-2A035E3F98C8}" destId="{796A617C-5563-416B-AAE8-B3FF74DE0E41}" srcOrd="0" destOrd="0" presId="urn:microsoft.com/office/officeart/2018/2/layout/IconVerticalSolidList"/>
    <dgm:cxn modelId="{9A25B401-5240-4007-843D-9E4188BE5FCE}" type="presParOf" srcId="{9CA9A13B-9588-43D4-8177-2A035E3F98C8}" destId="{8EAFB936-C37A-4A81-B8EF-5AB15FC74219}" srcOrd="1" destOrd="0" presId="urn:microsoft.com/office/officeart/2018/2/layout/IconVerticalSolidList"/>
    <dgm:cxn modelId="{9AD8996D-0A46-453A-90F8-C82F6DCFC2AD}" type="presParOf" srcId="{9CA9A13B-9588-43D4-8177-2A035E3F98C8}" destId="{CC194BF9-ABDF-4474-92F2-1135B0AAFE8C}" srcOrd="2" destOrd="0" presId="urn:microsoft.com/office/officeart/2018/2/layout/IconVerticalSolidList"/>
    <dgm:cxn modelId="{5F52D7C2-D91A-4459-9B38-BAC69480C63E}" type="presParOf" srcId="{9CA9A13B-9588-43D4-8177-2A035E3F98C8}" destId="{77B57D01-4055-4197-ADC4-27A46A3BD7DD}" srcOrd="3" destOrd="0" presId="urn:microsoft.com/office/officeart/2018/2/layout/IconVerticalSolidList"/>
    <dgm:cxn modelId="{A8A65A75-2EED-43D6-B45E-5E735A0B666C}" type="presParOf" srcId="{A210F412-0E1F-461A-9445-3908B317B437}" destId="{B1EF4E33-A6DE-44F8-AB2E-AA55D4595F0C}" srcOrd="5" destOrd="0" presId="urn:microsoft.com/office/officeart/2018/2/layout/IconVerticalSolidList"/>
    <dgm:cxn modelId="{7E3E7032-4BC2-4C74-A326-D38176CA34B3}" type="presParOf" srcId="{A210F412-0E1F-461A-9445-3908B317B437}" destId="{37E4292C-8003-49DB-941E-4D5787C21591}" srcOrd="6" destOrd="0" presId="urn:microsoft.com/office/officeart/2018/2/layout/IconVerticalSolidList"/>
    <dgm:cxn modelId="{CB0A28F2-9C29-46A0-94C1-2F0E41721FB2}" type="presParOf" srcId="{37E4292C-8003-49DB-941E-4D5787C21591}" destId="{C19AA37F-2669-4020-99EC-768B01382BDB}" srcOrd="0" destOrd="0" presId="urn:microsoft.com/office/officeart/2018/2/layout/IconVerticalSolidList"/>
    <dgm:cxn modelId="{FD3C1172-1391-4C9B-BB9C-1546DFE4F770}" type="presParOf" srcId="{37E4292C-8003-49DB-941E-4D5787C21591}" destId="{6FA327FF-3A12-47F8-B340-B20AF51EB29C}" srcOrd="1" destOrd="0" presId="urn:microsoft.com/office/officeart/2018/2/layout/IconVerticalSolidList"/>
    <dgm:cxn modelId="{8D8824AC-D374-47C6-9AC3-06AE66A4D88C}" type="presParOf" srcId="{37E4292C-8003-49DB-941E-4D5787C21591}" destId="{0F36990B-1428-4CED-89D9-25012C8CD090}" srcOrd="2" destOrd="0" presId="urn:microsoft.com/office/officeart/2018/2/layout/IconVerticalSolidList"/>
    <dgm:cxn modelId="{46B8F620-F968-4176-9D03-A3E49A7DE069}" type="presParOf" srcId="{37E4292C-8003-49DB-941E-4D5787C21591}" destId="{7D0E8F03-3E70-4274-884B-E63893941D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4BBF99D-47E1-448F-8763-9BF225C46419}" type="doc">
      <dgm:prSet loTypeId="urn:microsoft.com/office/officeart/2005/8/layout/vProcess5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GB"/>
        </a:p>
      </dgm:t>
    </dgm:pt>
    <dgm:pt modelId="{5035C208-F4E9-4A55-945A-1AFA96CE2353}">
      <dgm:prSet/>
      <dgm:spPr/>
      <dgm:t>
        <a:bodyPr/>
        <a:lstStyle/>
        <a:p>
          <a:r>
            <a:rPr lang="en-GB" b="0"/>
            <a:t>Name</a:t>
          </a:r>
          <a:endParaRPr lang="en-GB" dirty="0"/>
        </a:p>
      </dgm:t>
    </dgm:pt>
    <dgm:pt modelId="{1C66D952-8D17-4395-AE83-398B2296F10B}" type="parTrans" cxnId="{7413A59C-F5EB-438A-88D1-DFE621E7B166}">
      <dgm:prSet/>
      <dgm:spPr/>
      <dgm:t>
        <a:bodyPr/>
        <a:lstStyle/>
        <a:p>
          <a:endParaRPr lang="en-GB"/>
        </a:p>
      </dgm:t>
    </dgm:pt>
    <dgm:pt modelId="{5FDB2AA5-E5A9-4990-850A-E66EAAAD9882}" type="sibTrans" cxnId="{7413A59C-F5EB-438A-88D1-DFE621E7B166}">
      <dgm:prSet/>
      <dgm:spPr/>
      <dgm:t>
        <a:bodyPr/>
        <a:lstStyle/>
        <a:p>
          <a:endParaRPr lang="en-GB"/>
        </a:p>
      </dgm:t>
    </dgm:pt>
    <dgm:pt modelId="{E7A2EF89-C6C8-4C60-8F28-D4B06A514E28}">
      <dgm:prSet/>
      <dgm:spPr/>
      <dgm:t>
        <a:bodyPr/>
        <a:lstStyle/>
        <a:p>
          <a:r>
            <a:rPr lang="en-GB" b="0"/>
            <a:t>Your role and experience </a:t>
          </a:r>
          <a:br>
            <a:rPr lang="en-GB" b="0"/>
          </a:br>
          <a:r>
            <a:rPr lang="en-GB" b="0"/>
            <a:t>Code, GIT, Cloud, Testing</a:t>
          </a:r>
          <a:r>
            <a:rPr lang="en-GB"/>
            <a:t>…</a:t>
          </a:r>
          <a:endParaRPr lang="en-GB" dirty="0"/>
        </a:p>
      </dgm:t>
    </dgm:pt>
    <dgm:pt modelId="{FD6E4A9A-EBDB-462D-AFD1-D8001CA69CD4}" type="parTrans" cxnId="{351D88DB-B259-4588-AE05-124055BB7B15}">
      <dgm:prSet/>
      <dgm:spPr/>
      <dgm:t>
        <a:bodyPr/>
        <a:lstStyle/>
        <a:p>
          <a:endParaRPr lang="en-GB"/>
        </a:p>
      </dgm:t>
    </dgm:pt>
    <dgm:pt modelId="{85EA0566-A651-491F-B631-F6BEEA9FB930}" type="sibTrans" cxnId="{351D88DB-B259-4588-AE05-124055BB7B15}">
      <dgm:prSet/>
      <dgm:spPr/>
      <dgm:t>
        <a:bodyPr/>
        <a:lstStyle/>
        <a:p>
          <a:endParaRPr lang="en-GB"/>
        </a:p>
      </dgm:t>
    </dgm:pt>
    <dgm:pt modelId="{0C26A005-34E1-4E82-9D6B-7597F7A2EF14}">
      <dgm:prSet/>
      <dgm:spPr/>
      <dgm:t>
        <a:bodyPr/>
        <a:lstStyle/>
        <a:p>
          <a:r>
            <a:rPr lang="en-GB" b="0"/>
            <a:t>Expectation</a:t>
          </a:r>
          <a:endParaRPr lang="en-GB"/>
        </a:p>
      </dgm:t>
    </dgm:pt>
    <dgm:pt modelId="{137BA504-D2D7-4246-A358-AE38D1C5A536}" type="parTrans" cxnId="{E7FF6839-DFD3-44F1-BC54-967D0A0333AF}">
      <dgm:prSet/>
      <dgm:spPr/>
      <dgm:t>
        <a:bodyPr/>
        <a:lstStyle/>
        <a:p>
          <a:endParaRPr lang="en-GB"/>
        </a:p>
      </dgm:t>
    </dgm:pt>
    <dgm:pt modelId="{6BEB70E8-E9F6-4507-96E8-18DA69D401C2}" type="sibTrans" cxnId="{E7FF6839-DFD3-44F1-BC54-967D0A0333AF}">
      <dgm:prSet/>
      <dgm:spPr/>
      <dgm:t>
        <a:bodyPr/>
        <a:lstStyle/>
        <a:p>
          <a:endParaRPr lang="en-GB"/>
        </a:p>
      </dgm:t>
    </dgm:pt>
    <dgm:pt modelId="{9E7D15C3-3948-40DF-997F-3E3F50E87210}" type="pres">
      <dgm:prSet presAssocID="{04BBF99D-47E1-448F-8763-9BF225C46419}" presName="outerComposite" presStyleCnt="0">
        <dgm:presLayoutVars>
          <dgm:chMax val="5"/>
          <dgm:dir/>
          <dgm:resizeHandles val="exact"/>
        </dgm:presLayoutVars>
      </dgm:prSet>
      <dgm:spPr/>
    </dgm:pt>
    <dgm:pt modelId="{55EFD825-0EB8-42EC-8ED6-61B94672818D}" type="pres">
      <dgm:prSet presAssocID="{04BBF99D-47E1-448F-8763-9BF225C46419}" presName="dummyMaxCanvas" presStyleCnt="0">
        <dgm:presLayoutVars/>
      </dgm:prSet>
      <dgm:spPr/>
    </dgm:pt>
    <dgm:pt modelId="{D589E9D0-527A-492B-9185-CC0303CF7D71}" type="pres">
      <dgm:prSet presAssocID="{04BBF99D-47E1-448F-8763-9BF225C46419}" presName="ThreeNodes_1" presStyleLbl="node1" presStyleIdx="0" presStyleCnt="3">
        <dgm:presLayoutVars>
          <dgm:bulletEnabled val="1"/>
        </dgm:presLayoutVars>
      </dgm:prSet>
      <dgm:spPr/>
    </dgm:pt>
    <dgm:pt modelId="{24BDCEAF-FD43-4B77-8DF0-8844176AF82A}" type="pres">
      <dgm:prSet presAssocID="{04BBF99D-47E1-448F-8763-9BF225C46419}" presName="ThreeNodes_2" presStyleLbl="node1" presStyleIdx="1" presStyleCnt="3">
        <dgm:presLayoutVars>
          <dgm:bulletEnabled val="1"/>
        </dgm:presLayoutVars>
      </dgm:prSet>
      <dgm:spPr/>
    </dgm:pt>
    <dgm:pt modelId="{338AA954-C3DB-470E-B180-27390752BBB4}" type="pres">
      <dgm:prSet presAssocID="{04BBF99D-47E1-448F-8763-9BF225C46419}" presName="ThreeNodes_3" presStyleLbl="node1" presStyleIdx="2" presStyleCnt="3">
        <dgm:presLayoutVars>
          <dgm:bulletEnabled val="1"/>
        </dgm:presLayoutVars>
      </dgm:prSet>
      <dgm:spPr/>
    </dgm:pt>
    <dgm:pt modelId="{B6B629BE-5A07-41CE-8334-04B48681A871}" type="pres">
      <dgm:prSet presAssocID="{04BBF99D-47E1-448F-8763-9BF225C46419}" presName="ThreeConn_1-2" presStyleLbl="fgAccFollowNode1" presStyleIdx="0" presStyleCnt="2">
        <dgm:presLayoutVars>
          <dgm:bulletEnabled val="1"/>
        </dgm:presLayoutVars>
      </dgm:prSet>
      <dgm:spPr/>
    </dgm:pt>
    <dgm:pt modelId="{452AC61B-9A29-45BF-8911-6DA04A7A2726}" type="pres">
      <dgm:prSet presAssocID="{04BBF99D-47E1-448F-8763-9BF225C46419}" presName="ThreeConn_2-3" presStyleLbl="fgAccFollowNode1" presStyleIdx="1" presStyleCnt="2">
        <dgm:presLayoutVars>
          <dgm:bulletEnabled val="1"/>
        </dgm:presLayoutVars>
      </dgm:prSet>
      <dgm:spPr/>
    </dgm:pt>
    <dgm:pt modelId="{9715E2F3-688E-4B38-9232-1A7C647278DF}" type="pres">
      <dgm:prSet presAssocID="{04BBF99D-47E1-448F-8763-9BF225C46419}" presName="ThreeNodes_1_text" presStyleLbl="node1" presStyleIdx="2" presStyleCnt="3">
        <dgm:presLayoutVars>
          <dgm:bulletEnabled val="1"/>
        </dgm:presLayoutVars>
      </dgm:prSet>
      <dgm:spPr/>
    </dgm:pt>
    <dgm:pt modelId="{E953E98A-C593-4480-A799-A2004189E5A7}" type="pres">
      <dgm:prSet presAssocID="{04BBF99D-47E1-448F-8763-9BF225C46419}" presName="ThreeNodes_2_text" presStyleLbl="node1" presStyleIdx="2" presStyleCnt="3">
        <dgm:presLayoutVars>
          <dgm:bulletEnabled val="1"/>
        </dgm:presLayoutVars>
      </dgm:prSet>
      <dgm:spPr/>
    </dgm:pt>
    <dgm:pt modelId="{E71FA50D-CE12-45C3-83D5-CE5F8329038E}" type="pres">
      <dgm:prSet presAssocID="{04BBF99D-47E1-448F-8763-9BF225C4641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ACCBD12-FC63-4BB6-B77A-E5FDE306CA86}" type="presOf" srcId="{E7A2EF89-C6C8-4C60-8F28-D4B06A514E28}" destId="{24BDCEAF-FD43-4B77-8DF0-8844176AF82A}" srcOrd="0" destOrd="0" presId="urn:microsoft.com/office/officeart/2005/8/layout/vProcess5"/>
    <dgm:cxn modelId="{852FCF34-28DD-4175-BA8F-32B03D177ACA}" type="presOf" srcId="{04BBF99D-47E1-448F-8763-9BF225C46419}" destId="{9E7D15C3-3948-40DF-997F-3E3F50E87210}" srcOrd="0" destOrd="0" presId="urn:microsoft.com/office/officeart/2005/8/layout/vProcess5"/>
    <dgm:cxn modelId="{E7FF6839-DFD3-44F1-BC54-967D0A0333AF}" srcId="{04BBF99D-47E1-448F-8763-9BF225C46419}" destId="{0C26A005-34E1-4E82-9D6B-7597F7A2EF14}" srcOrd="2" destOrd="0" parTransId="{137BA504-D2D7-4246-A358-AE38D1C5A536}" sibTransId="{6BEB70E8-E9F6-4507-96E8-18DA69D401C2}"/>
    <dgm:cxn modelId="{44600F68-F92A-4DA4-9600-841930A5D19F}" type="presOf" srcId="{85EA0566-A651-491F-B631-F6BEEA9FB930}" destId="{452AC61B-9A29-45BF-8911-6DA04A7A2726}" srcOrd="0" destOrd="0" presId="urn:microsoft.com/office/officeart/2005/8/layout/vProcess5"/>
    <dgm:cxn modelId="{1F5B4976-DBA8-4FC5-A60B-F5152EC70269}" type="presOf" srcId="{0C26A005-34E1-4E82-9D6B-7597F7A2EF14}" destId="{338AA954-C3DB-470E-B180-27390752BBB4}" srcOrd="0" destOrd="0" presId="urn:microsoft.com/office/officeart/2005/8/layout/vProcess5"/>
    <dgm:cxn modelId="{7413A59C-F5EB-438A-88D1-DFE621E7B166}" srcId="{04BBF99D-47E1-448F-8763-9BF225C46419}" destId="{5035C208-F4E9-4A55-945A-1AFA96CE2353}" srcOrd="0" destOrd="0" parTransId="{1C66D952-8D17-4395-AE83-398B2296F10B}" sibTransId="{5FDB2AA5-E5A9-4990-850A-E66EAAAD9882}"/>
    <dgm:cxn modelId="{2B0EE8BB-111A-4B26-9D8E-9769BFC688BA}" type="presOf" srcId="{5FDB2AA5-E5A9-4990-850A-E66EAAAD9882}" destId="{B6B629BE-5A07-41CE-8334-04B48681A871}" srcOrd="0" destOrd="0" presId="urn:microsoft.com/office/officeart/2005/8/layout/vProcess5"/>
    <dgm:cxn modelId="{C5EF07BC-6842-4A64-95A3-94BCF0CBB8EC}" type="presOf" srcId="{E7A2EF89-C6C8-4C60-8F28-D4B06A514E28}" destId="{E953E98A-C593-4480-A799-A2004189E5A7}" srcOrd="1" destOrd="0" presId="urn:microsoft.com/office/officeart/2005/8/layout/vProcess5"/>
    <dgm:cxn modelId="{417E0CBC-8C87-4F49-B0A2-C6C330767A56}" type="presOf" srcId="{5035C208-F4E9-4A55-945A-1AFA96CE2353}" destId="{9715E2F3-688E-4B38-9232-1A7C647278DF}" srcOrd="1" destOrd="0" presId="urn:microsoft.com/office/officeart/2005/8/layout/vProcess5"/>
    <dgm:cxn modelId="{75A174C6-A355-4A54-B5BD-5726BBBA640B}" type="presOf" srcId="{5035C208-F4E9-4A55-945A-1AFA96CE2353}" destId="{D589E9D0-527A-492B-9185-CC0303CF7D71}" srcOrd="0" destOrd="0" presId="urn:microsoft.com/office/officeart/2005/8/layout/vProcess5"/>
    <dgm:cxn modelId="{351D88DB-B259-4588-AE05-124055BB7B15}" srcId="{04BBF99D-47E1-448F-8763-9BF225C46419}" destId="{E7A2EF89-C6C8-4C60-8F28-D4B06A514E28}" srcOrd="1" destOrd="0" parTransId="{FD6E4A9A-EBDB-462D-AFD1-D8001CA69CD4}" sibTransId="{85EA0566-A651-491F-B631-F6BEEA9FB930}"/>
    <dgm:cxn modelId="{A475E3F6-58EB-41CC-BD49-7998AADEACCF}" type="presOf" srcId="{0C26A005-34E1-4E82-9D6B-7597F7A2EF14}" destId="{E71FA50D-CE12-45C3-83D5-CE5F8329038E}" srcOrd="1" destOrd="0" presId="urn:microsoft.com/office/officeart/2005/8/layout/vProcess5"/>
    <dgm:cxn modelId="{6DD8E213-416B-4578-8014-8544E54EF586}" type="presParOf" srcId="{9E7D15C3-3948-40DF-997F-3E3F50E87210}" destId="{55EFD825-0EB8-42EC-8ED6-61B94672818D}" srcOrd="0" destOrd="0" presId="urn:microsoft.com/office/officeart/2005/8/layout/vProcess5"/>
    <dgm:cxn modelId="{00347BA8-B3C0-4DE2-9713-9C12C23E5856}" type="presParOf" srcId="{9E7D15C3-3948-40DF-997F-3E3F50E87210}" destId="{D589E9D0-527A-492B-9185-CC0303CF7D71}" srcOrd="1" destOrd="0" presId="urn:microsoft.com/office/officeart/2005/8/layout/vProcess5"/>
    <dgm:cxn modelId="{8627B1FB-F6E1-411F-8453-A0A3DEB22ECA}" type="presParOf" srcId="{9E7D15C3-3948-40DF-997F-3E3F50E87210}" destId="{24BDCEAF-FD43-4B77-8DF0-8844176AF82A}" srcOrd="2" destOrd="0" presId="urn:microsoft.com/office/officeart/2005/8/layout/vProcess5"/>
    <dgm:cxn modelId="{75D5EF70-7CD3-4642-AF42-D14C58959822}" type="presParOf" srcId="{9E7D15C3-3948-40DF-997F-3E3F50E87210}" destId="{338AA954-C3DB-470E-B180-27390752BBB4}" srcOrd="3" destOrd="0" presId="urn:microsoft.com/office/officeart/2005/8/layout/vProcess5"/>
    <dgm:cxn modelId="{E269EBD2-502B-4F0B-A9D4-52880308B6D7}" type="presParOf" srcId="{9E7D15C3-3948-40DF-997F-3E3F50E87210}" destId="{B6B629BE-5A07-41CE-8334-04B48681A871}" srcOrd="4" destOrd="0" presId="urn:microsoft.com/office/officeart/2005/8/layout/vProcess5"/>
    <dgm:cxn modelId="{6295E903-4C08-4283-B620-D87534FAFECD}" type="presParOf" srcId="{9E7D15C3-3948-40DF-997F-3E3F50E87210}" destId="{452AC61B-9A29-45BF-8911-6DA04A7A2726}" srcOrd="5" destOrd="0" presId="urn:microsoft.com/office/officeart/2005/8/layout/vProcess5"/>
    <dgm:cxn modelId="{B0179166-ADBB-43EB-ACCB-A8F86827177C}" type="presParOf" srcId="{9E7D15C3-3948-40DF-997F-3E3F50E87210}" destId="{9715E2F3-688E-4B38-9232-1A7C647278DF}" srcOrd="6" destOrd="0" presId="urn:microsoft.com/office/officeart/2005/8/layout/vProcess5"/>
    <dgm:cxn modelId="{691B07D7-289A-4CD5-A7FF-B2ED40D91AE3}" type="presParOf" srcId="{9E7D15C3-3948-40DF-997F-3E3F50E87210}" destId="{E953E98A-C593-4480-A799-A2004189E5A7}" srcOrd="7" destOrd="0" presId="urn:microsoft.com/office/officeart/2005/8/layout/vProcess5"/>
    <dgm:cxn modelId="{33B875CD-5D7C-44AF-A3A4-414B722BC04F}" type="presParOf" srcId="{9E7D15C3-3948-40DF-997F-3E3F50E87210}" destId="{E71FA50D-CE12-45C3-83D5-CE5F8329038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AA589-9DEF-4E49-B00C-6EE24AFAAE9C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337EC-0B6C-41B2-B527-CFFEBC594F71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7ECC5-B29D-46FC-B9EF-F6CC69A5EF22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3‑day introduction to modern software delivery</a:t>
          </a:r>
          <a:endParaRPr lang="en-US" sz="2200" kern="1200"/>
        </a:p>
      </dsp:txBody>
      <dsp:txXfrm>
        <a:off x="1339618" y="2288"/>
        <a:ext cx="5024605" cy="1159843"/>
      </dsp:txXfrm>
    </dsp:sp>
    <dsp:sp modelId="{5119A99B-0F57-4AE2-BB67-531B51A78C4D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32183A-C8B4-42FF-B060-3025CCB9D9E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96A94-8430-4BBD-9F7B-4206C0F8F2FE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Learn how teams build, test, and deploy software reliably</a:t>
          </a:r>
          <a:endParaRPr lang="en-US" sz="2200" kern="1200"/>
        </a:p>
      </dsp:txBody>
      <dsp:txXfrm>
        <a:off x="1339618" y="1452092"/>
        <a:ext cx="5024605" cy="1159843"/>
      </dsp:txXfrm>
    </dsp:sp>
    <dsp:sp modelId="{B71716EA-5A62-496D-938C-65D6FB9551F8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F40325-3DD2-4B90-A9C4-AD025448AD47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13FA2-487A-48B8-9D53-485096570ADD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Hands‑on with Git, CI pipelines, GitHub Actions, and cloud deployment</a:t>
          </a:r>
          <a:endParaRPr lang="en-US" sz="2200" kern="1200"/>
        </a:p>
      </dsp:txBody>
      <dsp:txXfrm>
        <a:off x="1339618" y="2901896"/>
        <a:ext cx="5024605" cy="1159843"/>
      </dsp:txXfrm>
    </dsp:sp>
    <dsp:sp modelId="{8F0AEF48-22A6-445B-91BD-A7A7547DF715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5F150-F6CD-4A92-90B0-3D25BC6B189D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5B90E-1435-4A58-BA13-EE2788E15946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Real‑world workflows used in industry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5F9E9-3743-4A78-8055-3CFE79B72E0D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79C4BE-A5D5-4FFE-B48A-72B0D4A82F75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7B4E8-176D-4F79-9A78-177EB2545E36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Day 1:</a:t>
          </a:r>
          <a:r>
            <a:rPr lang="en-GB" sz="2500" kern="1200"/>
            <a:t> Version Control </a:t>
          </a:r>
          <a:endParaRPr lang="en-US" sz="2500" kern="1200"/>
        </a:p>
      </dsp:txBody>
      <dsp:txXfrm>
        <a:off x="1761361" y="651"/>
        <a:ext cx="4889891" cy="1524988"/>
      </dsp:txXfrm>
    </dsp:sp>
    <dsp:sp modelId="{B8FA8F45-098B-4F9B-8BA7-8CE058A30001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89244-A41E-4324-8682-A7BB4EB7D636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93C8B-2A79-4653-B313-A4422F9E7031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Day 2:</a:t>
          </a:r>
          <a:r>
            <a:rPr lang="en-GB" sz="2500" kern="1200"/>
            <a:t> Testing &amp; Continuous Integration </a:t>
          </a:r>
          <a:endParaRPr lang="en-US" sz="2500" kern="1200"/>
        </a:p>
      </dsp:txBody>
      <dsp:txXfrm>
        <a:off x="1761361" y="1906887"/>
        <a:ext cx="4889891" cy="1524988"/>
      </dsp:txXfrm>
    </dsp:sp>
    <dsp:sp modelId="{5065F80F-6FBD-442E-B12A-D5CB61D6AED2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421AF-5E54-46CD-A74C-3C2086CBDA63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ABE43-587B-49D7-B7A7-1D31354E1CD4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Day 3:</a:t>
          </a:r>
          <a:r>
            <a:rPr lang="en-GB" sz="2500" kern="1200"/>
            <a:t> Cloud Deployment with GitHub Actions</a:t>
          </a:r>
          <a:endParaRPr lang="en-US" sz="2500" kern="1200"/>
        </a:p>
      </dsp:txBody>
      <dsp:txXfrm>
        <a:off x="1761361" y="3813123"/>
        <a:ext cx="4889891" cy="15249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A0CBE7-B08F-40A1-B753-394862996D39}">
      <dsp:nvSpPr>
        <dsp:cNvPr id="0" name=""/>
        <dsp:cNvSpPr/>
      </dsp:nvSpPr>
      <dsp:spPr>
        <a:xfrm>
          <a:off x="0" y="225004"/>
          <a:ext cx="6496846" cy="121680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Tracks changes to code over time</a:t>
          </a:r>
          <a:endParaRPr lang="en-US" sz="2800" kern="1200" dirty="0"/>
        </a:p>
      </dsp:txBody>
      <dsp:txXfrm>
        <a:off x="59399" y="284403"/>
        <a:ext cx="6378048" cy="1098002"/>
      </dsp:txXfrm>
    </dsp:sp>
    <dsp:sp modelId="{0E58F5BE-2968-42F1-A76F-0949A3798758}">
      <dsp:nvSpPr>
        <dsp:cNvPr id="0" name=""/>
        <dsp:cNvSpPr/>
      </dsp:nvSpPr>
      <dsp:spPr>
        <a:xfrm>
          <a:off x="0" y="1629004"/>
          <a:ext cx="6496846" cy="1216800"/>
        </a:xfrm>
        <a:prstGeom prst="roundRect">
          <a:avLst/>
        </a:prstGeom>
        <a:solidFill>
          <a:schemeClr val="accent1">
            <a:shade val="80000"/>
            <a:hueOff val="181866"/>
            <a:satOff val="-18964"/>
            <a:lumOff val="127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Enables collaboration without overwriting work</a:t>
          </a:r>
          <a:endParaRPr lang="en-US" sz="2800" kern="1200" dirty="0"/>
        </a:p>
      </dsp:txBody>
      <dsp:txXfrm>
        <a:off x="59399" y="1688403"/>
        <a:ext cx="6378048" cy="1098002"/>
      </dsp:txXfrm>
    </dsp:sp>
    <dsp:sp modelId="{BD5D29F0-7B80-4146-AEC3-1C89F43FA3DE}">
      <dsp:nvSpPr>
        <dsp:cNvPr id="0" name=""/>
        <dsp:cNvSpPr/>
      </dsp:nvSpPr>
      <dsp:spPr>
        <a:xfrm>
          <a:off x="0" y="3033004"/>
          <a:ext cx="6496846" cy="1216800"/>
        </a:xfrm>
        <a:prstGeom prst="roundRect">
          <a:avLst/>
        </a:prstGeom>
        <a:solidFill>
          <a:schemeClr val="accent1">
            <a:shade val="80000"/>
            <a:hueOff val="363732"/>
            <a:satOff val="-37928"/>
            <a:lumOff val="254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Provides safety nets: history, backups, recovery</a:t>
          </a:r>
          <a:endParaRPr lang="en-US" sz="2800" kern="1200" dirty="0"/>
        </a:p>
      </dsp:txBody>
      <dsp:txXfrm>
        <a:off x="59399" y="3092403"/>
        <a:ext cx="6378048" cy="1098002"/>
      </dsp:txXfrm>
    </dsp:sp>
    <dsp:sp modelId="{2E105F7F-4A5C-4E0D-994F-EF2AE4F4125A}">
      <dsp:nvSpPr>
        <dsp:cNvPr id="0" name=""/>
        <dsp:cNvSpPr/>
      </dsp:nvSpPr>
      <dsp:spPr>
        <a:xfrm>
          <a:off x="0" y="4437004"/>
          <a:ext cx="6496846" cy="1216800"/>
        </a:xfrm>
        <a:prstGeom prst="roundRec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Industry standard for all software teams</a:t>
          </a:r>
          <a:endParaRPr lang="en-US" sz="2800" kern="1200" dirty="0"/>
        </a:p>
      </dsp:txBody>
      <dsp:txXfrm>
        <a:off x="59399" y="4496403"/>
        <a:ext cx="6378048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B1743-B6CF-4DA3-A589-20FA37B45914}">
      <dsp:nvSpPr>
        <dsp:cNvPr id="0" name=""/>
        <dsp:cNvSpPr/>
      </dsp:nvSpPr>
      <dsp:spPr>
        <a:xfrm>
          <a:off x="0" y="225004"/>
          <a:ext cx="6301601" cy="121680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Ensures code works as expected</a:t>
          </a:r>
          <a:endParaRPr lang="en-US" sz="2800" kern="1200" dirty="0"/>
        </a:p>
      </dsp:txBody>
      <dsp:txXfrm>
        <a:off x="59399" y="284403"/>
        <a:ext cx="6182803" cy="1098002"/>
      </dsp:txXfrm>
    </dsp:sp>
    <dsp:sp modelId="{5B11A362-AD7D-4FEB-8A44-BF2337557494}">
      <dsp:nvSpPr>
        <dsp:cNvPr id="0" name=""/>
        <dsp:cNvSpPr/>
      </dsp:nvSpPr>
      <dsp:spPr>
        <a:xfrm>
          <a:off x="0" y="1629004"/>
          <a:ext cx="6301601" cy="1216800"/>
        </a:xfrm>
        <a:prstGeom prst="roundRect">
          <a:avLst/>
        </a:prstGeom>
        <a:solidFill>
          <a:schemeClr val="accent1">
            <a:shade val="80000"/>
            <a:hueOff val="181866"/>
            <a:satOff val="-18964"/>
            <a:lumOff val="127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Prevents regressions</a:t>
          </a:r>
          <a:endParaRPr lang="en-US" sz="2800" kern="1200" dirty="0"/>
        </a:p>
      </dsp:txBody>
      <dsp:txXfrm>
        <a:off x="59399" y="1688403"/>
        <a:ext cx="6182803" cy="1098002"/>
      </dsp:txXfrm>
    </dsp:sp>
    <dsp:sp modelId="{C89DFB95-E46C-459E-9143-1A6F1CD62B79}">
      <dsp:nvSpPr>
        <dsp:cNvPr id="0" name=""/>
        <dsp:cNvSpPr/>
      </dsp:nvSpPr>
      <dsp:spPr>
        <a:xfrm>
          <a:off x="0" y="3033004"/>
          <a:ext cx="6301601" cy="1216800"/>
        </a:xfrm>
        <a:prstGeom prst="roundRect">
          <a:avLst/>
        </a:prstGeom>
        <a:solidFill>
          <a:schemeClr val="accent1">
            <a:shade val="80000"/>
            <a:hueOff val="363732"/>
            <a:satOff val="-37928"/>
            <a:lumOff val="254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Builds confidence to change and improve code</a:t>
          </a:r>
          <a:endParaRPr lang="en-US" sz="2800" kern="1200" dirty="0"/>
        </a:p>
      </dsp:txBody>
      <dsp:txXfrm>
        <a:off x="59399" y="3092403"/>
        <a:ext cx="6182803" cy="1098002"/>
      </dsp:txXfrm>
    </dsp:sp>
    <dsp:sp modelId="{8505FDF2-BFB5-40CB-ADBE-4438BAA3F6EB}">
      <dsp:nvSpPr>
        <dsp:cNvPr id="0" name=""/>
        <dsp:cNvSpPr/>
      </dsp:nvSpPr>
      <dsp:spPr>
        <a:xfrm>
          <a:off x="0" y="4437004"/>
          <a:ext cx="6301601" cy="1216800"/>
        </a:xfrm>
        <a:prstGeom prst="roundRec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Supports automation in CI pipelines</a:t>
          </a:r>
          <a:endParaRPr lang="en-US" sz="2800" kern="1200" dirty="0"/>
        </a:p>
      </dsp:txBody>
      <dsp:txXfrm>
        <a:off x="59399" y="4496403"/>
        <a:ext cx="6182803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BA6FA-9007-4D80-9A42-EEDE1B5814CD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B3B0D-BB44-48E9-A3A8-59B5600C9CD8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05532-8B16-4E63-92E4-F04030428E37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CI = Continuous Integration</a:t>
          </a:r>
          <a:endParaRPr lang="en-US" sz="2200" kern="1200"/>
        </a:p>
      </dsp:txBody>
      <dsp:txXfrm>
        <a:off x="1428292" y="2439"/>
        <a:ext cx="4873308" cy="1236616"/>
      </dsp:txXfrm>
    </dsp:sp>
    <dsp:sp modelId="{A0461EAE-A2CD-4020-A4BF-F64ED6F75ACB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B7AAC-09E3-44C9-9210-2395B8C4A08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C8EA21-1B53-4411-9DB1-982364C80462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Automatically builds and tests code on every change</a:t>
          </a:r>
          <a:endParaRPr lang="en-US" sz="2200" kern="1200"/>
        </a:p>
      </dsp:txBody>
      <dsp:txXfrm>
        <a:off x="1428292" y="1548210"/>
        <a:ext cx="4873308" cy="1236616"/>
      </dsp:txXfrm>
    </dsp:sp>
    <dsp:sp modelId="{F796EEC5-826F-43DA-85F2-3A4A1FC914B2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93407-4D06-4B20-AB7C-FF00C1A6FD5A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E0435-7C67-47F3-B595-7831E818FCA0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Detects issues early</a:t>
          </a:r>
          <a:endParaRPr lang="en-US" sz="2200" kern="1200"/>
        </a:p>
      </dsp:txBody>
      <dsp:txXfrm>
        <a:off x="1428292" y="3093981"/>
        <a:ext cx="4873308" cy="1236616"/>
      </dsp:txXfrm>
    </dsp:sp>
    <dsp:sp modelId="{E3CBF0D3-0FEF-4098-8B04-53CA084AF181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30E23-4691-4BFF-917C-9A4DCB239464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C1B2E-0C54-46EB-B077-9AB004093AD8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Keeps the main branch stable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AD685-25F5-4BE6-A9E4-058EBB195F35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B1CC12-9B56-43B7-838C-C274FF583D3D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EA230-5D1E-40FC-BD95-D82F1FB07D39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Cloud = computing resources delivered over the internet</a:t>
          </a:r>
          <a:endParaRPr lang="en-US" sz="2200" kern="1200"/>
        </a:p>
      </dsp:txBody>
      <dsp:txXfrm>
        <a:off x="1428292" y="2439"/>
        <a:ext cx="4873308" cy="1236616"/>
      </dsp:txXfrm>
    </dsp:sp>
    <dsp:sp modelId="{B1994C1D-C550-4BC4-AA9A-9B9EE29F5789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991F1-1FC1-41CB-BC20-859C32AD8A8B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6F9E8-E36A-47D6-87CD-ABDB1491C68E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On‑demand servers, storage, databases, and services</a:t>
          </a:r>
          <a:endParaRPr lang="en-US" sz="2200" kern="1200"/>
        </a:p>
      </dsp:txBody>
      <dsp:txXfrm>
        <a:off x="1428292" y="1548210"/>
        <a:ext cx="4873308" cy="1236616"/>
      </dsp:txXfrm>
    </dsp:sp>
    <dsp:sp modelId="{CA04A210-DA38-4484-8378-F54720B0E0DE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CCC8E-BA61-4B31-890F-4A90F27E2D1C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6C0C8-7E54-41C1-BBEA-EB1F19AA669A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Pay for what you use</a:t>
          </a:r>
          <a:endParaRPr lang="en-US" sz="2200" kern="1200"/>
        </a:p>
      </dsp:txBody>
      <dsp:txXfrm>
        <a:off x="1428292" y="3093981"/>
        <a:ext cx="4873308" cy="1236616"/>
      </dsp:txXfrm>
    </dsp:sp>
    <dsp:sp modelId="{3356FD6E-F5A3-41B5-A64F-40683A551364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001E6-2663-4923-8A62-047425C71381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748A8-B82E-43CB-84EF-72FC6205E963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Enables scalable, global applications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5E9B5-203B-43BA-8B1C-3F8072086FB0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6A64D-C89A-4572-80E6-3D00BB863642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C39E3-D0DC-49CE-AF84-6113D11EFA36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GitHub’s built‑in CI/CD platform</a:t>
          </a:r>
          <a:endParaRPr lang="en-US" sz="2200" kern="1200"/>
        </a:p>
      </dsp:txBody>
      <dsp:txXfrm>
        <a:off x="1428292" y="2439"/>
        <a:ext cx="4873308" cy="1236616"/>
      </dsp:txXfrm>
    </dsp:sp>
    <dsp:sp modelId="{BABA0B6E-0EEE-4C2B-A688-F1D901660D6F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AC2B1-EBAD-415E-8DB2-07AF0B27B742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85535-7EF7-4E07-9B0A-E5709E5ADB8C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Uses YAML workflows</a:t>
          </a:r>
          <a:endParaRPr lang="en-US" sz="2200" kern="1200"/>
        </a:p>
      </dsp:txBody>
      <dsp:txXfrm>
        <a:off x="1428292" y="1548210"/>
        <a:ext cx="4873308" cy="1236616"/>
      </dsp:txXfrm>
    </dsp:sp>
    <dsp:sp modelId="{BD1FDF27-3B7B-4F2D-ACC6-6C8D523BD49E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A4E9DC-E6D8-4A6D-AEAC-8897AC8049FA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7EBF8-D000-4DD6-A2C3-F9E8769B78C5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Runs jobs on virtual machines</a:t>
          </a:r>
          <a:endParaRPr lang="en-US" sz="2200" kern="1200"/>
        </a:p>
      </dsp:txBody>
      <dsp:txXfrm>
        <a:off x="1428292" y="3093981"/>
        <a:ext cx="4873308" cy="1236616"/>
      </dsp:txXfrm>
    </dsp:sp>
    <dsp:sp modelId="{11B638B7-99E6-48B2-B709-10A695A20915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3D092E-C462-415B-9C88-5D1BEC90F5C8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9E6C8-E110-4CB0-A9E4-A0817616CDF0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Integrates tightly with GitHub repos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62B995-83C4-40E2-AC55-321923EABDEA}">
      <dsp:nvSpPr>
        <dsp:cNvPr id="0" name=""/>
        <dsp:cNvSpPr/>
      </dsp:nvSpPr>
      <dsp:spPr>
        <a:xfrm>
          <a:off x="2519193" y="690690"/>
          <a:ext cx="5328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2813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71515" y="733593"/>
        <a:ext cx="28170" cy="5634"/>
      </dsp:txXfrm>
    </dsp:sp>
    <dsp:sp modelId="{D9E91608-98B0-45D2-9CA8-A856685D8A66}">
      <dsp:nvSpPr>
        <dsp:cNvPr id="0" name=""/>
        <dsp:cNvSpPr/>
      </dsp:nvSpPr>
      <dsp:spPr>
        <a:xfrm>
          <a:off x="71367" y="1523"/>
          <a:ext cx="2449625" cy="14697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34" tIns="125997" rIns="120034" bIns="1259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Git manages your code</a:t>
          </a:r>
          <a:endParaRPr lang="en-US" sz="2100" kern="1200" dirty="0"/>
        </a:p>
      </dsp:txBody>
      <dsp:txXfrm>
        <a:off x="71367" y="1523"/>
        <a:ext cx="2449625" cy="1469775"/>
      </dsp:txXfrm>
    </dsp:sp>
    <dsp:sp modelId="{3C0A84CF-44B9-44E8-82BD-75C01C3ACE74}">
      <dsp:nvSpPr>
        <dsp:cNvPr id="0" name=""/>
        <dsp:cNvSpPr/>
      </dsp:nvSpPr>
      <dsp:spPr>
        <a:xfrm>
          <a:off x="1296180" y="1469498"/>
          <a:ext cx="3013039" cy="532813"/>
        </a:xfrm>
        <a:custGeom>
          <a:avLst/>
          <a:gdLst/>
          <a:ahLst/>
          <a:cxnLst/>
          <a:rect l="0" t="0" r="0" b="0"/>
          <a:pathLst>
            <a:path>
              <a:moveTo>
                <a:pt x="3013039" y="0"/>
              </a:moveTo>
              <a:lnTo>
                <a:pt x="3013039" y="283506"/>
              </a:lnTo>
              <a:lnTo>
                <a:pt x="0" y="283506"/>
              </a:lnTo>
              <a:lnTo>
                <a:pt x="0" y="532813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26068" y="1733088"/>
        <a:ext cx="153263" cy="5634"/>
      </dsp:txXfrm>
    </dsp:sp>
    <dsp:sp modelId="{12BCE9D5-DEC2-4EAC-816F-DDD206E6BFF2}">
      <dsp:nvSpPr>
        <dsp:cNvPr id="0" name=""/>
        <dsp:cNvSpPr/>
      </dsp:nvSpPr>
      <dsp:spPr>
        <a:xfrm>
          <a:off x="3084407" y="1523"/>
          <a:ext cx="2449625" cy="14697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34" tIns="125997" rIns="120034" bIns="1259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Testing ensures quality</a:t>
          </a:r>
          <a:endParaRPr lang="en-US" sz="2100" kern="1200" dirty="0"/>
        </a:p>
      </dsp:txBody>
      <dsp:txXfrm>
        <a:off x="3084407" y="1523"/>
        <a:ext cx="2449625" cy="1469775"/>
      </dsp:txXfrm>
    </dsp:sp>
    <dsp:sp modelId="{33E8D42D-03E6-4A2F-8A6C-F8FE35F305B7}">
      <dsp:nvSpPr>
        <dsp:cNvPr id="0" name=""/>
        <dsp:cNvSpPr/>
      </dsp:nvSpPr>
      <dsp:spPr>
        <a:xfrm>
          <a:off x="2519193" y="2723880"/>
          <a:ext cx="5328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2813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71515" y="2766783"/>
        <a:ext cx="28170" cy="5634"/>
      </dsp:txXfrm>
    </dsp:sp>
    <dsp:sp modelId="{546A42BC-52B8-4374-AFB7-D530565F9DC7}">
      <dsp:nvSpPr>
        <dsp:cNvPr id="0" name=""/>
        <dsp:cNvSpPr/>
      </dsp:nvSpPr>
      <dsp:spPr>
        <a:xfrm>
          <a:off x="71367" y="2034712"/>
          <a:ext cx="2449625" cy="14697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34" tIns="125997" rIns="120034" bIns="1259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CI pipelines automate checks</a:t>
          </a:r>
          <a:endParaRPr lang="en-US" sz="2100" kern="1200" dirty="0"/>
        </a:p>
      </dsp:txBody>
      <dsp:txXfrm>
        <a:off x="71367" y="2034712"/>
        <a:ext cx="2449625" cy="1469775"/>
      </dsp:txXfrm>
    </dsp:sp>
    <dsp:sp modelId="{D0F23BD5-CC93-410A-A45B-33E4E3BFCAE4}">
      <dsp:nvSpPr>
        <dsp:cNvPr id="0" name=""/>
        <dsp:cNvSpPr/>
      </dsp:nvSpPr>
      <dsp:spPr>
        <a:xfrm>
          <a:off x="1296180" y="3502688"/>
          <a:ext cx="3013039" cy="532813"/>
        </a:xfrm>
        <a:custGeom>
          <a:avLst/>
          <a:gdLst/>
          <a:ahLst/>
          <a:cxnLst/>
          <a:rect l="0" t="0" r="0" b="0"/>
          <a:pathLst>
            <a:path>
              <a:moveTo>
                <a:pt x="3013039" y="0"/>
              </a:moveTo>
              <a:lnTo>
                <a:pt x="3013039" y="283506"/>
              </a:lnTo>
              <a:lnTo>
                <a:pt x="0" y="283506"/>
              </a:lnTo>
              <a:lnTo>
                <a:pt x="0" y="532813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26068" y="3766278"/>
        <a:ext cx="153263" cy="5634"/>
      </dsp:txXfrm>
    </dsp:sp>
    <dsp:sp modelId="{DEB31D9B-5D53-49A5-98BD-AEB0B354838A}">
      <dsp:nvSpPr>
        <dsp:cNvPr id="0" name=""/>
        <dsp:cNvSpPr/>
      </dsp:nvSpPr>
      <dsp:spPr>
        <a:xfrm>
          <a:off x="3084407" y="2034712"/>
          <a:ext cx="2449625" cy="14697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34" tIns="125997" rIns="120034" bIns="1259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GitHub Actions deploys to the cloud</a:t>
          </a:r>
          <a:endParaRPr lang="en-US" sz="2100" kern="1200" dirty="0"/>
        </a:p>
      </dsp:txBody>
      <dsp:txXfrm>
        <a:off x="3084407" y="2034712"/>
        <a:ext cx="2449625" cy="1469775"/>
      </dsp:txXfrm>
    </dsp:sp>
    <dsp:sp modelId="{31DE9FB0-C852-45E6-914D-5930D9FAC95A}">
      <dsp:nvSpPr>
        <dsp:cNvPr id="0" name=""/>
        <dsp:cNvSpPr/>
      </dsp:nvSpPr>
      <dsp:spPr>
        <a:xfrm>
          <a:off x="71367" y="4067902"/>
          <a:ext cx="2449625" cy="146977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034" tIns="125997" rIns="120034" bIns="1259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You now have a full delivery workflow</a:t>
          </a:r>
          <a:br>
            <a:rPr lang="en-GB" sz="2100" kern="1200" dirty="0"/>
          </a:br>
          <a:r>
            <a:rPr lang="en-GB" sz="2100" kern="1200" dirty="0">
              <a:solidFill>
                <a:schemeClr val="bg1"/>
              </a:solidFill>
            </a:rPr>
            <a:t>✔️</a:t>
          </a:r>
          <a:endParaRPr lang="en-US" sz="2100" kern="1200" dirty="0">
            <a:solidFill>
              <a:schemeClr val="bg1"/>
            </a:solidFill>
          </a:endParaRPr>
        </a:p>
      </dsp:txBody>
      <dsp:txXfrm>
        <a:off x="71367" y="4067902"/>
        <a:ext cx="2449625" cy="14697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1A7C1D-6BB6-4F0F-9571-CE22018BADE2}">
      <dsp:nvSpPr>
        <dsp:cNvPr id="0" name=""/>
        <dsp:cNvSpPr/>
      </dsp:nvSpPr>
      <dsp:spPr>
        <a:xfrm>
          <a:off x="0" y="229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896E3-A78F-49A9-B182-F60AEA527804}">
      <dsp:nvSpPr>
        <dsp:cNvPr id="0" name=""/>
        <dsp:cNvSpPr/>
      </dsp:nvSpPr>
      <dsp:spPr>
        <a:xfrm>
          <a:off x="352272" y="264318"/>
          <a:ext cx="640494" cy="6404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62F12-791C-4EC1-A81F-9F3CB28B7F68}">
      <dsp:nvSpPr>
        <dsp:cNvPr id="0" name=""/>
        <dsp:cNvSpPr/>
      </dsp:nvSpPr>
      <dsp:spPr>
        <a:xfrm>
          <a:off x="1345038" y="229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0" i="0"/>
            <a:t>Timings      </a:t>
          </a:r>
          <a:endParaRPr lang="en-GB" sz="2200" kern="1200">
            <a:latin typeface="Figtree"/>
            <a:ea typeface="+mn-ea"/>
            <a:cs typeface="+mn-cs"/>
          </a:endParaRPr>
        </a:p>
      </dsp:txBody>
      <dsp:txXfrm>
        <a:off x="1345038" y="2297"/>
        <a:ext cx="5555473" cy="1164535"/>
      </dsp:txXfrm>
    </dsp:sp>
    <dsp:sp modelId="{3EB11E74-FC79-4770-AE96-EBF44040613F}">
      <dsp:nvSpPr>
        <dsp:cNvPr id="0" name=""/>
        <dsp:cNvSpPr/>
      </dsp:nvSpPr>
      <dsp:spPr>
        <a:xfrm>
          <a:off x="0" y="145796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17660-F652-402C-B882-E144E90D9F8B}">
      <dsp:nvSpPr>
        <dsp:cNvPr id="0" name=""/>
        <dsp:cNvSpPr/>
      </dsp:nvSpPr>
      <dsp:spPr>
        <a:xfrm>
          <a:off x="352272" y="1719988"/>
          <a:ext cx="640494" cy="6404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6138D5-E9AE-4ECE-9987-172297258D88}">
      <dsp:nvSpPr>
        <dsp:cNvPr id="0" name=""/>
        <dsp:cNvSpPr/>
      </dsp:nvSpPr>
      <dsp:spPr>
        <a:xfrm>
          <a:off x="1345038" y="145796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0" i="0" kern="1200" dirty="0"/>
            <a:t>Breaks       </a:t>
          </a:r>
          <a:endParaRPr lang="en-GB" sz="2200" kern="1200" dirty="0"/>
        </a:p>
      </dsp:txBody>
      <dsp:txXfrm>
        <a:off x="1345038" y="1457967"/>
        <a:ext cx="5555473" cy="1164535"/>
      </dsp:txXfrm>
    </dsp:sp>
    <dsp:sp modelId="{796A617C-5563-416B-AAE8-B3FF74DE0E41}">
      <dsp:nvSpPr>
        <dsp:cNvPr id="0" name=""/>
        <dsp:cNvSpPr/>
      </dsp:nvSpPr>
      <dsp:spPr>
        <a:xfrm>
          <a:off x="0" y="291363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FB936-C37A-4A81-B8EF-5AB15FC74219}">
      <dsp:nvSpPr>
        <dsp:cNvPr id="0" name=""/>
        <dsp:cNvSpPr/>
      </dsp:nvSpPr>
      <dsp:spPr>
        <a:xfrm>
          <a:off x="352272" y="3175658"/>
          <a:ext cx="640494" cy="6404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B57D01-4055-4197-ADC4-27A46A3BD7DD}">
      <dsp:nvSpPr>
        <dsp:cNvPr id="0" name=""/>
        <dsp:cNvSpPr/>
      </dsp:nvSpPr>
      <dsp:spPr>
        <a:xfrm>
          <a:off x="1345038" y="291363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0" i="0" kern="1200"/>
            <a:t>Lunch       </a:t>
          </a:r>
          <a:endParaRPr lang="en-GB" sz="2200" kern="1200"/>
        </a:p>
      </dsp:txBody>
      <dsp:txXfrm>
        <a:off x="1345038" y="2913637"/>
        <a:ext cx="5555473" cy="1164535"/>
      </dsp:txXfrm>
    </dsp:sp>
    <dsp:sp modelId="{C19AA37F-2669-4020-99EC-768B01382BDB}">
      <dsp:nvSpPr>
        <dsp:cNvPr id="0" name=""/>
        <dsp:cNvSpPr/>
      </dsp:nvSpPr>
      <dsp:spPr>
        <a:xfrm>
          <a:off x="0" y="4369307"/>
          <a:ext cx="6900512" cy="11645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327FF-3A12-47F8-B340-B20AF51EB29C}">
      <dsp:nvSpPr>
        <dsp:cNvPr id="0" name=""/>
        <dsp:cNvSpPr/>
      </dsp:nvSpPr>
      <dsp:spPr>
        <a:xfrm>
          <a:off x="352272" y="4631327"/>
          <a:ext cx="640494" cy="6404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E8F03-3E70-4274-884B-E63893941DCC}">
      <dsp:nvSpPr>
        <dsp:cNvPr id="0" name=""/>
        <dsp:cNvSpPr/>
      </dsp:nvSpPr>
      <dsp:spPr>
        <a:xfrm>
          <a:off x="1345038" y="436930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Fire exit     </a:t>
          </a:r>
        </a:p>
      </dsp:txBody>
      <dsp:txXfrm>
        <a:off x="1345038" y="4369307"/>
        <a:ext cx="5555473" cy="11645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9E9D0-527A-492B-9185-CC0303CF7D71}">
      <dsp:nvSpPr>
        <dsp:cNvPr id="0" name=""/>
        <dsp:cNvSpPr/>
      </dsp:nvSpPr>
      <dsp:spPr>
        <a:xfrm>
          <a:off x="0" y="0"/>
          <a:ext cx="6776241" cy="110682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0" kern="1200"/>
            <a:t>Name</a:t>
          </a:r>
          <a:endParaRPr lang="en-GB" sz="2900" kern="1200" dirty="0"/>
        </a:p>
      </dsp:txBody>
      <dsp:txXfrm>
        <a:off x="32418" y="32418"/>
        <a:ext cx="5581894" cy="1041985"/>
      </dsp:txXfrm>
    </dsp:sp>
    <dsp:sp modelId="{24BDCEAF-FD43-4B77-8DF0-8844176AF82A}">
      <dsp:nvSpPr>
        <dsp:cNvPr id="0" name=""/>
        <dsp:cNvSpPr/>
      </dsp:nvSpPr>
      <dsp:spPr>
        <a:xfrm>
          <a:off x="597903" y="1291291"/>
          <a:ext cx="6776241" cy="110682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0" kern="1200"/>
            <a:t>Your role and experience </a:t>
          </a:r>
          <a:br>
            <a:rPr lang="en-GB" sz="2900" b="0" kern="1200"/>
          </a:br>
          <a:r>
            <a:rPr lang="en-GB" sz="2900" b="0" kern="1200"/>
            <a:t>Code, GIT, Cloud, Testing</a:t>
          </a:r>
          <a:r>
            <a:rPr lang="en-GB" sz="2900" kern="1200"/>
            <a:t>…</a:t>
          </a:r>
          <a:endParaRPr lang="en-GB" sz="2900" kern="1200" dirty="0"/>
        </a:p>
      </dsp:txBody>
      <dsp:txXfrm>
        <a:off x="630321" y="1323709"/>
        <a:ext cx="5394068" cy="1041985"/>
      </dsp:txXfrm>
    </dsp:sp>
    <dsp:sp modelId="{338AA954-C3DB-470E-B180-27390752BBB4}">
      <dsp:nvSpPr>
        <dsp:cNvPr id="0" name=""/>
        <dsp:cNvSpPr/>
      </dsp:nvSpPr>
      <dsp:spPr>
        <a:xfrm>
          <a:off x="1195807" y="2582583"/>
          <a:ext cx="6776241" cy="1106821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0" kern="1200"/>
            <a:t>Expectation</a:t>
          </a:r>
          <a:endParaRPr lang="en-GB" sz="2900" kern="1200"/>
        </a:p>
      </dsp:txBody>
      <dsp:txXfrm>
        <a:off x="1228225" y="2615001"/>
        <a:ext cx="5394068" cy="1041985"/>
      </dsp:txXfrm>
    </dsp:sp>
    <dsp:sp modelId="{B6B629BE-5A07-41CE-8334-04B48681A871}">
      <dsp:nvSpPr>
        <dsp:cNvPr id="0" name=""/>
        <dsp:cNvSpPr/>
      </dsp:nvSpPr>
      <dsp:spPr>
        <a:xfrm>
          <a:off x="6056807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200" kern="1200"/>
        </a:p>
      </dsp:txBody>
      <dsp:txXfrm>
        <a:off x="6218679" y="839339"/>
        <a:ext cx="395689" cy="541373"/>
      </dsp:txXfrm>
    </dsp:sp>
    <dsp:sp modelId="{452AC61B-9A29-45BF-8911-6DA04A7A2726}">
      <dsp:nvSpPr>
        <dsp:cNvPr id="0" name=""/>
        <dsp:cNvSpPr/>
      </dsp:nvSpPr>
      <dsp:spPr>
        <a:xfrm>
          <a:off x="6654711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200" kern="1200"/>
        </a:p>
      </dsp:txBody>
      <dsp:txXfrm>
        <a:off x="6816583" y="2123252"/>
        <a:ext cx="395689" cy="541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69F21-458A-479C-9310-A20EACE45D4D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2A215-6A73-46B9-85C4-A198000D4B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906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2A215-6A73-46B9-85C4-A198000D4B2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725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Paired activity.</a:t>
            </a:r>
          </a:p>
          <a:p>
            <a:r>
              <a:rPr lang="en-GB" dirty="0"/>
              <a:t>Ask each participant to introduce themselves to the other using the following format:</a:t>
            </a:r>
          </a:p>
          <a:p>
            <a:r>
              <a:rPr lang="en-GB" dirty="0"/>
              <a:t>Name</a:t>
            </a:r>
          </a:p>
          <a:p>
            <a:r>
              <a:rPr lang="en-GB" dirty="0"/>
              <a:t>Current role</a:t>
            </a:r>
          </a:p>
          <a:p>
            <a:r>
              <a:rPr lang="en-GB" dirty="0"/>
              <a:t>Company</a:t>
            </a:r>
          </a:p>
          <a:p>
            <a:r>
              <a:rPr lang="en-GB" dirty="0"/>
              <a:t>What is your biggest challenge at work that you hope to overcome post this course?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AF8FA5C3-1BD7-416D-939D-3D5125C7E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086072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5118-6E93-7040-D243-5C0EBE8C0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6EE0A-4EE4-5130-AF09-65B30B44D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E2FDC-C2D8-49E8-095F-FC902B894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3716D-FB85-7EA3-9460-6BADFB0AA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9D779-12BC-272E-EA75-7703AFB32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46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539C-F1B8-330C-8304-6D41F958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E0267-0AFB-2D2A-3E72-834435293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14FB5-2E3B-57CB-6DEE-1E0634F1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B817A-7827-7315-A88C-E9B02C2A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5C077-B02E-FA7C-E238-0DFADFB37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64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29D8-59E4-A2C5-796C-A64F1682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EE761-5F8C-B412-143B-327825006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7C7B5-F862-1E01-0FFC-67F356B6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89C5-0839-D39E-B6C7-8BCC368B8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05395-06A1-6626-B6E8-1F848AFB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45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5F30-433A-6747-756C-3FC857F4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E0097-FEB5-33FF-290B-4CCC13C96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2BA4A-CCE5-3AD4-607A-3E63B83F2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5C785-680B-2F6D-0B88-AC07987A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E742D-41FF-FDC4-6164-AF36E100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59FB1-1BB9-A460-4D3B-5C115D96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07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EA4FA-5299-E2BD-3C0E-AC14608B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985B8-7DC4-8F0C-83D6-6105D35B0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45347-0F6B-448B-B989-77B357208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50C6F-FF9D-FF99-D3C3-46C5AEC13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261E74-141A-6384-6004-7E276C9BD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4D44F8-678F-2447-7CEF-C92CC5B6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E612E-5D14-1913-A3DB-FCA5E4A3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7B1A35-2872-F4C8-EA1A-D5559022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95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2514-32E0-3A74-BB9B-09F501321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0FCF3-24A2-CF0D-8A55-18FACC0EB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B5693-9228-FDA7-323E-C783B303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94591-05D8-E1D6-065A-7E2A11FB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78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D03CA4-BEB2-2178-82B2-8D4D8884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A8A2C-D3E4-7856-DBBB-6F177F6B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B2837-BD73-43E5-7033-1C90F8608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15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15A3-0F9B-CF24-4B3A-AE034373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7374E-C926-68EB-B4A7-3C93C7655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EA89C-D6FF-78A0-F2C4-8FC87C874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144E1-F864-41BC-4332-ECFBE171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7D5BE-2721-BA96-AE43-45F46EA23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2430E-6B0E-69EB-4253-232C827C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13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1C787-0A1B-93F6-480D-42694E7E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E33BF5-433F-8659-D997-28EEFD975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FE1B4-523C-C122-96A4-B2102BA8C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69A5F-92D7-5C86-F02B-3C5E64EA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218B7-563A-24F0-29D0-30B49C9A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94A75-D07A-D3A7-92EE-734508A6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458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30FD-95FF-949F-D285-92699854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C3E48-DB7A-4CB1-C7DF-7F0703CF0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AD76E-8756-93DB-7507-114589D4E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B8F9-4F98-2D5A-09CE-56D5DE2D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54621-B984-0CF6-2948-E529EB9B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44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920778-4937-A026-41B9-619E9D469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682329-5ECA-8F83-934C-2E748094B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FE490-9CE9-87E2-3057-624E6068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0CE1E-5B43-80E3-035B-4E51C039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173C6-AE50-742F-553D-E011A41F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65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5A217-D7D9-1E58-0EDE-5F72D7DB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9C939-F764-BA59-72E4-1A8F942CD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28E5B-5ADE-12DD-4C94-1D625924C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93530-7B22-4898-8BF7-B0ED61973F52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1ACA1-3B86-B896-8214-CEED62E40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287D9-E061-BE32-2329-CE2751C43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80880-EDAC-4ABD-BC24-4A94C8360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29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loud Computing">
            <a:extLst>
              <a:ext uri="{FF2B5EF4-FFF2-40B4-BE49-F238E27FC236}">
                <a16:creationId xmlns:a16="http://schemas.microsoft.com/office/drawing/2014/main" id="{8DF958CF-D15D-D384-7268-C54B67D828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F7538-A582-D42A-02C2-5C682B5ED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l"/>
            <a:br>
              <a:rPr lang="en-GB" sz="4600" b="1">
                <a:solidFill>
                  <a:srgbClr val="FFFFFF"/>
                </a:solidFill>
              </a:rPr>
            </a:br>
            <a:r>
              <a:rPr lang="en-GB" sz="4600" b="1">
                <a:solidFill>
                  <a:srgbClr val="FFFFFF"/>
                </a:solidFill>
                <a:effectLst/>
              </a:rPr>
              <a:t>Cloud Development: </a:t>
            </a:r>
            <a:br>
              <a:rPr lang="en-GB" sz="4600" b="1">
                <a:solidFill>
                  <a:srgbClr val="FFFFFF"/>
                </a:solidFill>
                <a:effectLst/>
              </a:rPr>
            </a:br>
            <a:r>
              <a:rPr lang="en-GB" sz="4600" b="1">
                <a:solidFill>
                  <a:srgbClr val="FFFFFF"/>
                </a:solidFill>
                <a:effectLst/>
              </a:rPr>
              <a:t>Foundations &amp; Modern Practices</a:t>
            </a:r>
            <a:endParaRPr lang="en-GB" sz="46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D5FF1-EE56-A7C8-9272-3A45C0B75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8187" y="4347730"/>
            <a:ext cx="7562002" cy="1687815"/>
          </a:xfrm>
        </p:spPr>
        <p:txBody>
          <a:bodyPr anchor="t">
            <a:normAutofit/>
          </a:bodyPr>
          <a:lstStyle/>
          <a:p>
            <a:pPr algn="l"/>
            <a:r>
              <a:rPr lang="en-GB" b="1" i="1" dirty="0"/>
              <a:t>Version Control → Testing → CI → Cloud Deployment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sX0" fmla="*/ 0 w 5303520"/>
              <a:gd name="csY0" fmla="*/ 0 h 18288"/>
              <a:gd name="csX1" fmla="*/ 556870 w 5303520"/>
              <a:gd name="csY1" fmla="*/ 0 h 18288"/>
              <a:gd name="csX2" fmla="*/ 1272845 w 5303520"/>
              <a:gd name="csY2" fmla="*/ 0 h 18288"/>
              <a:gd name="csX3" fmla="*/ 1882750 w 5303520"/>
              <a:gd name="csY3" fmla="*/ 0 h 18288"/>
              <a:gd name="csX4" fmla="*/ 2439619 w 5303520"/>
              <a:gd name="csY4" fmla="*/ 0 h 18288"/>
              <a:gd name="csX5" fmla="*/ 3155594 w 5303520"/>
              <a:gd name="csY5" fmla="*/ 0 h 18288"/>
              <a:gd name="csX6" fmla="*/ 3818534 w 5303520"/>
              <a:gd name="csY6" fmla="*/ 0 h 18288"/>
              <a:gd name="csX7" fmla="*/ 4481474 w 5303520"/>
              <a:gd name="csY7" fmla="*/ 0 h 18288"/>
              <a:gd name="csX8" fmla="*/ 5303520 w 5303520"/>
              <a:gd name="csY8" fmla="*/ 0 h 18288"/>
              <a:gd name="csX9" fmla="*/ 5303520 w 5303520"/>
              <a:gd name="csY9" fmla="*/ 18288 h 18288"/>
              <a:gd name="csX10" fmla="*/ 4746650 w 5303520"/>
              <a:gd name="csY10" fmla="*/ 18288 h 18288"/>
              <a:gd name="csX11" fmla="*/ 4242816 w 5303520"/>
              <a:gd name="csY11" fmla="*/ 18288 h 18288"/>
              <a:gd name="csX12" fmla="*/ 3526841 w 5303520"/>
              <a:gd name="csY12" fmla="*/ 18288 h 18288"/>
              <a:gd name="csX13" fmla="*/ 2969971 w 5303520"/>
              <a:gd name="csY13" fmla="*/ 18288 h 18288"/>
              <a:gd name="csX14" fmla="*/ 2253996 w 5303520"/>
              <a:gd name="csY14" fmla="*/ 18288 h 18288"/>
              <a:gd name="csX15" fmla="*/ 1484986 w 5303520"/>
              <a:gd name="csY15" fmla="*/ 18288 h 18288"/>
              <a:gd name="csX16" fmla="*/ 875081 w 5303520"/>
              <a:gd name="csY16" fmla="*/ 18288 h 18288"/>
              <a:gd name="csX17" fmla="*/ 0 w 5303520"/>
              <a:gd name="csY17" fmla="*/ 18288 h 18288"/>
              <a:gd name="csX18" fmla="*/ 0 w 530352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40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CBE67-D904-0A31-DAE6-33883DBF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4000" b="1"/>
              <a:t>Course Overview</a:t>
            </a:r>
            <a:br>
              <a:rPr lang="en-GB" sz="4000" b="1"/>
            </a:br>
            <a:endParaRPr lang="en-GB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E5C795-BA53-07D6-D33B-6D2841FFC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47943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424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A7EB8-194A-BABA-B079-23B1E3DF3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GB" b="1" dirty="0"/>
              <a:t>Learning Journey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9BD52F-3C2B-3E82-DE13-7E0FF4DE0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727318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157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223F2-1AA3-902E-7269-F66DC983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Why Version Control?</a:t>
            </a:r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15F63F-9128-C039-3189-4049AE625A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768219"/>
              </p:ext>
            </p:extLst>
          </p:nvPr>
        </p:nvGraphicFramePr>
        <p:xfrm>
          <a:off x="5484139" y="477540"/>
          <a:ext cx="6496846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383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F0928-4492-C1DE-4647-5979AB62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Why Testing Matters?</a:t>
            </a:r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4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6" name="Freeform: Shape 20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21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0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1" name="Freeform: Shape 28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29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30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31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32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33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34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35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36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37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38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39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40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4" name="Content Placeholder 2">
            <a:extLst>
              <a:ext uri="{FF2B5EF4-FFF2-40B4-BE49-F238E27FC236}">
                <a16:creationId xmlns:a16="http://schemas.microsoft.com/office/drawing/2014/main" id="{F56B1083-BC54-ED50-2BF8-DC13C17AD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24702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761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39B31-509A-9CE0-D750-FF87016A0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Introduction to CI</a:t>
            </a:r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20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68B9EE0-EAC0-7140-BD39-F4257DBB82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875750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666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E0853-FB02-9FB3-01D0-CE6688CF7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Intro to Cloud</a:t>
            </a:r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20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D1ADA8E-DBAA-5D8F-1CFC-AA8B264719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792427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3532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1F638-A3F2-56EE-6943-1781BC349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GitHub Actions Overview</a:t>
            </a:r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2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7C0FBFC-B2F6-0437-8834-1A250AAED5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675797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3099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B3E0D3-34CA-C566-9050-D98702A8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1D0B0B-08D1-AAD0-5FD0-6F64F2593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428158"/>
              </p:ext>
            </p:extLst>
          </p:nvPr>
        </p:nvGraphicFramePr>
        <p:xfrm>
          <a:off x="5439954" y="637762"/>
          <a:ext cx="5605401" cy="553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292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7293F6-930F-4CFB-A9F2-02FE144380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Safety, Health and Environment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F866B7F-4517-7853-3085-FD11B33262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059054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4888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Meet &amp; Greet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74D1CC6-56B9-0235-F68C-B54BAEA5A4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9690577"/>
              </p:ext>
            </p:extLst>
          </p:nvPr>
        </p:nvGraphicFramePr>
        <p:xfrm>
          <a:off x="1535366" y="2668672"/>
          <a:ext cx="797204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23539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PresentationFormat>Widescreen</PresentationFormat>
  <Paragraphs>61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Figtree</vt:lpstr>
      <vt:lpstr>Office Theme</vt:lpstr>
      <vt:lpstr> Cloud Development:  Foundations &amp; Modern Practices</vt:lpstr>
      <vt:lpstr>Course Overview </vt:lpstr>
      <vt:lpstr>Learning Journey</vt:lpstr>
      <vt:lpstr>Why Version Control?</vt:lpstr>
      <vt:lpstr>Why Testing Matters?</vt:lpstr>
      <vt:lpstr>Introduction to CI</vt:lpstr>
      <vt:lpstr>Intro to Cloud</vt:lpstr>
      <vt:lpstr>GitHub Actions Overview</vt:lpstr>
      <vt:lpstr>Summary</vt:lpstr>
      <vt:lpstr>Safety, Health and Environment</vt:lpstr>
      <vt:lpstr>Meet &amp; Greet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baradaran</dc:creator>
  <cp:lastModifiedBy>mike baradaran</cp:lastModifiedBy>
  <cp:revision>4</cp:revision>
  <dcterms:created xsi:type="dcterms:W3CDTF">2026-04-14T11:50:00Z</dcterms:created>
  <dcterms:modified xsi:type="dcterms:W3CDTF">2026-04-14T12:23:50Z</dcterms:modified>
</cp:coreProperties>
</file>